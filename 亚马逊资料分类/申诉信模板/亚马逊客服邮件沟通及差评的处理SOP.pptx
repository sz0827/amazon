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7" r:id="rId5"/>
    <p:sldId id="288" r:id="rId6"/>
    <p:sldId id="289" r:id="rId7"/>
    <p:sldId id="298" r:id="rId8"/>
    <p:sldId id="282" r:id="rId9"/>
    <p:sldId id="279" r:id="rId10"/>
    <p:sldId id="263" r:id="rId11"/>
    <p:sldId id="276" r:id="rId12"/>
    <p:sldId id="278" r:id="rId13"/>
    <p:sldId id="275" r:id="rId14"/>
    <p:sldId id="280" r:id="rId15"/>
    <p:sldId id="284" r:id="rId16"/>
    <p:sldId id="286" r:id="rId17"/>
    <p:sldId id="272" r:id="rId18"/>
    <p:sldId id="264" r:id="rId19"/>
    <p:sldId id="265" r:id="rId20"/>
    <p:sldId id="266" r:id="rId21"/>
    <p:sldId id="267" r:id="rId22"/>
    <p:sldId id="300" r:id="rId23"/>
    <p:sldId id="306" r:id="rId24"/>
    <p:sldId id="302" r:id="rId25"/>
    <p:sldId id="290" r:id="rId26"/>
    <p:sldId id="308" r:id="rId27"/>
    <p:sldId id="314" r:id="rId28"/>
    <p:sldId id="292" r:id="rId29"/>
    <p:sldId id="268" r:id="rId30"/>
    <p:sldId id="269" r:id="rId3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25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7E9F72-D7E5-4894-A53E-0B3720092C2E}"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49411DBB-6A3F-4C9E-83EF-8868EF1C7BB8}">
      <dgm:prSet phldrT="[文本]"/>
      <dgm:spPr/>
      <dgm:t>
        <a:bodyPr/>
        <a:lstStyle/>
        <a:p>
          <a:r>
            <a:rPr lang="zh-CN" altLang="en-US" dirty="0" smtClean="0"/>
            <a:t>邮件沟通流程</a:t>
          </a:r>
          <a:endParaRPr lang="en-US" altLang="zh-CN" dirty="0" smtClean="0"/>
        </a:p>
        <a:p>
          <a:r>
            <a:rPr lang="zh-CN" altLang="en-US" dirty="0" smtClean="0"/>
            <a:t>及处理效率</a:t>
          </a:r>
          <a:endParaRPr lang="zh-CN" altLang="en-US" dirty="0"/>
        </a:p>
      </dgm:t>
    </dgm:pt>
    <dgm:pt modelId="{EF8E14CE-524B-44F8-8F75-6ED06355155A}" cxnId="{6B6633AE-EC75-4ECC-80DD-29999C74F60B}" type="parTrans">
      <dgm:prSet/>
      <dgm:spPr/>
      <dgm:t>
        <a:bodyPr/>
        <a:lstStyle/>
        <a:p>
          <a:endParaRPr lang="zh-CN" altLang="en-US"/>
        </a:p>
      </dgm:t>
    </dgm:pt>
    <dgm:pt modelId="{F48E0100-9FEC-4C99-8F93-9BAB81DEFD0E}" cxnId="{6B6633AE-EC75-4ECC-80DD-29999C74F60B}" type="sibTrans">
      <dgm:prSet/>
      <dgm:spPr/>
      <dgm:t>
        <a:bodyPr/>
        <a:lstStyle/>
        <a:p>
          <a:endParaRPr lang="zh-CN" altLang="en-US"/>
        </a:p>
      </dgm:t>
    </dgm:pt>
    <dgm:pt modelId="{66A74D4B-AE1C-4199-8559-7DECB2CDA775}">
      <dgm:prSet phldrT="[文本]"/>
      <dgm:spPr/>
      <dgm:t>
        <a:bodyPr/>
        <a:lstStyle/>
        <a:p>
          <a:r>
            <a:rPr lang="zh-CN" altLang="en-US" dirty="0" smtClean="0"/>
            <a:t>邮件沟通流程</a:t>
          </a:r>
          <a:endParaRPr lang="zh-CN" altLang="en-US" dirty="0"/>
        </a:p>
      </dgm:t>
    </dgm:pt>
    <dgm:pt modelId="{CA9ACA42-7A14-4A88-8D82-7E348FFA2595}" cxnId="{C12A23DC-E29E-419D-AA64-C547A3F53C80}" type="parTrans">
      <dgm:prSet/>
      <dgm:spPr/>
      <dgm:t>
        <a:bodyPr/>
        <a:lstStyle/>
        <a:p>
          <a:endParaRPr lang="zh-CN" altLang="en-US"/>
        </a:p>
      </dgm:t>
    </dgm:pt>
    <dgm:pt modelId="{010D82A3-6E57-43E5-AF16-126FB5ABE2F2}" cxnId="{C12A23DC-E29E-419D-AA64-C547A3F53C80}" type="sibTrans">
      <dgm:prSet/>
      <dgm:spPr/>
      <dgm:t>
        <a:bodyPr/>
        <a:lstStyle/>
        <a:p>
          <a:endParaRPr lang="zh-CN" altLang="en-US"/>
        </a:p>
      </dgm:t>
    </dgm:pt>
    <dgm:pt modelId="{98433585-001D-4A95-A4ED-C3DA3F82C39D}">
      <dgm:prSet phldrT="[文本]"/>
      <dgm:spPr/>
      <dgm:t>
        <a:bodyPr/>
        <a:lstStyle/>
        <a:p>
          <a:r>
            <a:rPr lang="zh-CN" altLang="en-US" dirty="0" smtClean="0"/>
            <a:t>正确判定客诉内容</a:t>
          </a:r>
          <a:endParaRPr lang="zh-CN" altLang="en-US" dirty="0"/>
        </a:p>
      </dgm:t>
    </dgm:pt>
    <dgm:pt modelId="{01BEA4EA-DA99-4183-8B52-73415B80363F}" cxnId="{76B8EEFE-CBC8-474C-B5A6-B4DFA43457C8}" type="parTrans">
      <dgm:prSet/>
      <dgm:spPr/>
      <dgm:t>
        <a:bodyPr/>
        <a:lstStyle/>
        <a:p>
          <a:endParaRPr lang="zh-CN" altLang="en-US"/>
        </a:p>
      </dgm:t>
    </dgm:pt>
    <dgm:pt modelId="{CE3C3596-689E-4CE1-B694-C3AF1B6AD08D}" cxnId="{76B8EEFE-CBC8-474C-B5A6-B4DFA43457C8}" type="sibTrans">
      <dgm:prSet/>
      <dgm:spPr/>
      <dgm:t>
        <a:bodyPr/>
        <a:lstStyle/>
        <a:p>
          <a:endParaRPr lang="zh-CN" altLang="en-US"/>
        </a:p>
      </dgm:t>
    </dgm:pt>
    <dgm:pt modelId="{59768823-7FEC-4C97-8395-06AB6E05EA27}">
      <dgm:prSet phldrT="[文本]"/>
      <dgm:spPr/>
      <dgm:t>
        <a:bodyPr/>
        <a:lstStyle/>
        <a:p>
          <a:r>
            <a:rPr lang="zh-CN" altLang="en-US" dirty="0" smtClean="0"/>
            <a:t>提出故障排除方法，</a:t>
          </a:r>
          <a:endParaRPr lang="en-US" altLang="zh-CN" dirty="0" smtClean="0"/>
        </a:p>
        <a:p>
          <a:r>
            <a:rPr lang="zh-CN" altLang="en-US" dirty="0" smtClean="0"/>
            <a:t>制定合适的解决方案</a:t>
          </a:r>
          <a:endParaRPr lang="en-US" altLang="zh-CN" dirty="0" smtClean="0"/>
        </a:p>
      </dgm:t>
    </dgm:pt>
    <dgm:pt modelId="{FF5F7A88-907A-4EA7-94EF-378EAE90CBEA}" cxnId="{8BFEEBC8-F0D8-42CA-9151-5DF9C167AD26}" type="parTrans">
      <dgm:prSet/>
      <dgm:spPr/>
      <dgm:t>
        <a:bodyPr/>
        <a:lstStyle/>
        <a:p>
          <a:endParaRPr lang="zh-CN" altLang="en-US"/>
        </a:p>
      </dgm:t>
    </dgm:pt>
    <dgm:pt modelId="{8F7A7E51-5BDF-4138-8D72-72630D296DBC}" cxnId="{8BFEEBC8-F0D8-42CA-9151-5DF9C167AD26}" type="sibTrans">
      <dgm:prSet/>
      <dgm:spPr/>
      <dgm:t>
        <a:bodyPr/>
        <a:lstStyle/>
        <a:p>
          <a:endParaRPr lang="zh-CN" altLang="en-US"/>
        </a:p>
      </dgm:t>
    </dgm:pt>
    <dgm:pt modelId="{F33D9EC6-457C-4218-9F37-0B494CE37279}">
      <dgm:prSet phldrT="[文本]"/>
      <dgm:spPr/>
      <dgm:t>
        <a:bodyPr/>
        <a:lstStyle/>
        <a:p>
          <a:r>
            <a:rPr lang="zh-CN" altLang="en-US" dirty="0" smtClean="0"/>
            <a:t>邮件处理效率</a:t>
          </a:r>
          <a:endParaRPr lang="zh-CN" altLang="en-US" dirty="0"/>
        </a:p>
      </dgm:t>
    </dgm:pt>
    <dgm:pt modelId="{93E64A7E-8367-4D59-B5F5-F6BF0DFAE055}" cxnId="{21768E45-CDFB-4313-B49E-B0150380A13C}" type="parTrans">
      <dgm:prSet/>
      <dgm:spPr/>
      <dgm:t>
        <a:bodyPr/>
        <a:lstStyle/>
        <a:p>
          <a:endParaRPr lang="zh-CN" altLang="en-US"/>
        </a:p>
      </dgm:t>
    </dgm:pt>
    <dgm:pt modelId="{4C486C98-F2F5-4242-8646-8D3D14E878EB}" cxnId="{21768E45-CDFB-4313-B49E-B0150380A13C}" type="sibTrans">
      <dgm:prSet/>
      <dgm:spPr/>
      <dgm:t>
        <a:bodyPr/>
        <a:lstStyle/>
        <a:p>
          <a:endParaRPr lang="zh-CN" altLang="en-US"/>
        </a:p>
      </dgm:t>
    </dgm:pt>
    <dgm:pt modelId="{3EA0D538-22C7-4BD0-B637-5FFE1DF3078E}">
      <dgm:prSet phldrT="[文本]"/>
      <dgm:spPr/>
      <dgm:t>
        <a:bodyPr/>
        <a:lstStyle/>
        <a:p>
          <a:r>
            <a:rPr lang="zh-CN" altLang="en-US" dirty="0" smtClean="0"/>
            <a:t>回复效率</a:t>
          </a:r>
          <a:endParaRPr lang="zh-CN" altLang="en-US" dirty="0"/>
        </a:p>
      </dgm:t>
    </dgm:pt>
    <dgm:pt modelId="{D6709267-2870-413F-B881-1AD0BF18D584}" cxnId="{F1F4D472-F90A-4998-83E7-6C3964600104}" type="parTrans">
      <dgm:prSet/>
      <dgm:spPr/>
      <dgm:t>
        <a:bodyPr/>
        <a:lstStyle/>
        <a:p>
          <a:endParaRPr lang="zh-CN" altLang="en-US"/>
        </a:p>
      </dgm:t>
    </dgm:pt>
    <dgm:pt modelId="{7FF65835-4AFF-4773-86AB-0588BA8EA36C}" cxnId="{F1F4D472-F90A-4998-83E7-6C3964600104}" type="sibTrans">
      <dgm:prSet/>
      <dgm:spPr/>
      <dgm:t>
        <a:bodyPr/>
        <a:lstStyle/>
        <a:p>
          <a:endParaRPr lang="zh-CN" altLang="en-US"/>
        </a:p>
      </dgm:t>
    </dgm:pt>
    <dgm:pt modelId="{4FF8BA1B-603B-45FF-987F-D8E1B9C93807}">
      <dgm:prSet/>
      <dgm:spPr/>
      <dgm:t>
        <a:bodyPr/>
        <a:lstStyle/>
        <a:p>
          <a:r>
            <a:rPr lang="zh-CN" altLang="en-US" dirty="0" smtClean="0"/>
            <a:t>解决问题的效率</a:t>
          </a:r>
          <a:endParaRPr lang="zh-CN" altLang="en-US" dirty="0"/>
        </a:p>
      </dgm:t>
    </dgm:pt>
    <dgm:pt modelId="{6E940F09-FCE1-4DDA-BEB2-5BBE00D5C84B}" cxnId="{ABDD41FF-D05E-4B40-A2DE-99E3974CF3B4}" type="parTrans">
      <dgm:prSet/>
      <dgm:spPr/>
      <dgm:t>
        <a:bodyPr/>
        <a:lstStyle/>
        <a:p>
          <a:endParaRPr lang="zh-CN" altLang="en-US"/>
        </a:p>
      </dgm:t>
    </dgm:pt>
    <dgm:pt modelId="{546DE8AF-F0A3-4D8E-9498-DAF6C2A449D7}" cxnId="{ABDD41FF-D05E-4B40-A2DE-99E3974CF3B4}" type="sibTrans">
      <dgm:prSet/>
      <dgm:spPr/>
      <dgm:t>
        <a:bodyPr/>
        <a:lstStyle/>
        <a:p>
          <a:endParaRPr lang="zh-CN" altLang="en-US"/>
        </a:p>
      </dgm:t>
    </dgm:pt>
    <dgm:pt modelId="{B3A196BD-192F-4F3B-8EFC-BF984F2D5917}">
      <dgm:prSet/>
      <dgm:spPr/>
      <dgm:t>
        <a:bodyPr/>
        <a:lstStyle/>
        <a:p>
          <a:r>
            <a:rPr lang="zh-CN" altLang="en-US" dirty="0" smtClean="0"/>
            <a:t>提出相应改进措施</a:t>
          </a:r>
          <a:endParaRPr lang="zh-CN" altLang="en-US" dirty="0"/>
        </a:p>
      </dgm:t>
    </dgm:pt>
    <dgm:pt modelId="{BFA89AE4-4BE1-4B0F-8073-BED08863DA7D}" cxnId="{12A5D64B-513A-4827-A8B9-67FC30E36778}" type="parTrans">
      <dgm:prSet/>
      <dgm:spPr/>
      <dgm:t>
        <a:bodyPr/>
        <a:lstStyle/>
        <a:p>
          <a:endParaRPr lang="zh-CN" altLang="en-US"/>
        </a:p>
      </dgm:t>
    </dgm:pt>
    <dgm:pt modelId="{6A67852E-C660-428D-A697-5AA43670B695}" cxnId="{12A5D64B-513A-4827-A8B9-67FC30E36778}" type="sibTrans">
      <dgm:prSet/>
      <dgm:spPr/>
      <dgm:t>
        <a:bodyPr/>
        <a:lstStyle/>
        <a:p>
          <a:endParaRPr lang="zh-CN" altLang="en-US"/>
        </a:p>
      </dgm:t>
    </dgm:pt>
    <dgm:pt modelId="{D3B47F4C-17FE-45DB-9752-B2B13D7A6C30}">
      <dgm:prSet/>
      <dgm:spPr/>
      <dgm:t>
        <a:bodyPr/>
        <a:lstStyle/>
        <a:p>
          <a:r>
            <a:rPr lang="zh-CN" altLang="en-US" dirty="0" smtClean="0"/>
            <a:t>统计总结问题，反馈至相关部门改进，改善用户使用体验</a:t>
          </a:r>
          <a:endParaRPr lang="zh-CN" altLang="en-US" dirty="0"/>
        </a:p>
      </dgm:t>
    </dgm:pt>
    <dgm:pt modelId="{700D3393-D956-4164-B6EB-1D85009C9FAB}" cxnId="{00FF8E53-8014-4DEF-B66D-DF31E508FDF8}" type="parTrans">
      <dgm:prSet/>
      <dgm:spPr/>
      <dgm:t>
        <a:bodyPr/>
        <a:lstStyle/>
        <a:p>
          <a:endParaRPr lang="zh-CN" altLang="en-US"/>
        </a:p>
      </dgm:t>
    </dgm:pt>
    <dgm:pt modelId="{97222B71-F893-4C8F-A27E-54A4BBF24ADF}" cxnId="{00FF8E53-8014-4DEF-B66D-DF31E508FDF8}" type="sibTrans">
      <dgm:prSet/>
      <dgm:spPr/>
      <dgm:t>
        <a:bodyPr/>
        <a:lstStyle/>
        <a:p>
          <a:endParaRPr lang="zh-CN" altLang="en-US"/>
        </a:p>
      </dgm:t>
    </dgm:pt>
    <dgm:pt modelId="{31D0D7EF-64CF-462F-9737-8DEB701AD04D}" type="pres">
      <dgm:prSet presAssocID="{847E9F72-D7E5-4894-A53E-0B3720092C2E}" presName="diagram" presStyleCnt="0">
        <dgm:presLayoutVars>
          <dgm:chPref val="1"/>
          <dgm:dir/>
          <dgm:animOne val="branch"/>
          <dgm:animLvl val="lvl"/>
          <dgm:resizeHandles val="exact"/>
        </dgm:presLayoutVars>
      </dgm:prSet>
      <dgm:spPr/>
      <dgm:t>
        <a:bodyPr/>
        <a:lstStyle/>
        <a:p>
          <a:endParaRPr lang="zh-CN" altLang="en-US"/>
        </a:p>
      </dgm:t>
    </dgm:pt>
    <dgm:pt modelId="{275C3986-9218-4133-B2E4-EED67A995B70}" type="pres">
      <dgm:prSet presAssocID="{49411DBB-6A3F-4C9E-83EF-8868EF1C7BB8}" presName="root1" presStyleCnt="0"/>
      <dgm:spPr/>
    </dgm:pt>
    <dgm:pt modelId="{7A08C9AA-2342-4CE4-B182-0C9893855C67}" type="pres">
      <dgm:prSet presAssocID="{49411DBB-6A3F-4C9E-83EF-8868EF1C7BB8}" presName="LevelOneTextNode" presStyleLbl="node0" presStyleIdx="0" presStyleCnt="1" custScaleX="112158">
        <dgm:presLayoutVars>
          <dgm:chPref val="3"/>
        </dgm:presLayoutVars>
      </dgm:prSet>
      <dgm:spPr/>
      <dgm:t>
        <a:bodyPr/>
        <a:lstStyle/>
        <a:p>
          <a:endParaRPr lang="zh-CN" altLang="en-US"/>
        </a:p>
      </dgm:t>
    </dgm:pt>
    <dgm:pt modelId="{5698074B-AC95-482E-8723-B5028BFC4C64}" type="pres">
      <dgm:prSet presAssocID="{49411DBB-6A3F-4C9E-83EF-8868EF1C7BB8}" presName="level2hierChild" presStyleCnt="0"/>
      <dgm:spPr/>
    </dgm:pt>
    <dgm:pt modelId="{189C0F31-CB53-4BB5-82DC-A890744514DF}" type="pres">
      <dgm:prSet presAssocID="{CA9ACA42-7A14-4A88-8D82-7E348FFA2595}" presName="conn2-1" presStyleLbl="parChTrans1D2" presStyleIdx="0" presStyleCnt="2"/>
      <dgm:spPr/>
      <dgm:t>
        <a:bodyPr/>
        <a:lstStyle/>
        <a:p>
          <a:endParaRPr lang="zh-CN" altLang="en-US"/>
        </a:p>
      </dgm:t>
    </dgm:pt>
    <dgm:pt modelId="{19471E4C-D5A3-4098-A3C0-8C6C405F39BA}" type="pres">
      <dgm:prSet presAssocID="{CA9ACA42-7A14-4A88-8D82-7E348FFA2595}" presName="connTx" presStyleLbl="parChTrans1D2" presStyleIdx="0" presStyleCnt="2"/>
      <dgm:spPr/>
      <dgm:t>
        <a:bodyPr/>
        <a:lstStyle/>
        <a:p>
          <a:endParaRPr lang="zh-CN" altLang="en-US"/>
        </a:p>
      </dgm:t>
    </dgm:pt>
    <dgm:pt modelId="{33DE75B1-005D-436B-A602-0C7D57F093ED}" type="pres">
      <dgm:prSet presAssocID="{66A74D4B-AE1C-4199-8559-7DECB2CDA775}" presName="root2" presStyleCnt="0"/>
      <dgm:spPr/>
    </dgm:pt>
    <dgm:pt modelId="{9AFD1676-B24D-4E02-B4D2-293EF4712D9B}" type="pres">
      <dgm:prSet presAssocID="{66A74D4B-AE1C-4199-8559-7DECB2CDA775}" presName="LevelTwoTextNode" presStyleLbl="node2" presStyleIdx="0" presStyleCnt="2">
        <dgm:presLayoutVars>
          <dgm:chPref val="3"/>
        </dgm:presLayoutVars>
      </dgm:prSet>
      <dgm:spPr/>
      <dgm:t>
        <a:bodyPr/>
        <a:lstStyle/>
        <a:p>
          <a:endParaRPr lang="zh-CN" altLang="en-US"/>
        </a:p>
      </dgm:t>
    </dgm:pt>
    <dgm:pt modelId="{691A08C8-29FA-4F0F-B8D2-C26B7465ADA7}" type="pres">
      <dgm:prSet presAssocID="{66A74D4B-AE1C-4199-8559-7DECB2CDA775}" presName="level3hierChild" presStyleCnt="0"/>
      <dgm:spPr/>
    </dgm:pt>
    <dgm:pt modelId="{4E272D63-4196-4382-9B0A-5D6BD988C67D}" type="pres">
      <dgm:prSet presAssocID="{01BEA4EA-DA99-4183-8B52-73415B80363F}" presName="conn2-1" presStyleLbl="parChTrans1D3" presStyleIdx="0" presStyleCnt="5"/>
      <dgm:spPr/>
      <dgm:t>
        <a:bodyPr/>
        <a:lstStyle/>
        <a:p>
          <a:endParaRPr lang="zh-CN" altLang="en-US"/>
        </a:p>
      </dgm:t>
    </dgm:pt>
    <dgm:pt modelId="{86006E2B-F3A8-4AAA-BCE5-DC7D493A8E75}" type="pres">
      <dgm:prSet presAssocID="{01BEA4EA-DA99-4183-8B52-73415B80363F}" presName="connTx" presStyleLbl="parChTrans1D3" presStyleIdx="0" presStyleCnt="5"/>
      <dgm:spPr/>
      <dgm:t>
        <a:bodyPr/>
        <a:lstStyle/>
        <a:p>
          <a:endParaRPr lang="zh-CN" altLang="en-US"/>
        </a:p>
      </dgm:t>
    </dgm:pt>
    <dgm:pt modelId="{CBA6608C-D1B8-40A0-BC59-801A68A7523D}" type="pres">
      <dgm:prSet presAssocID="{98433585-001D-4A95-A4ED-C3DA3F82C39D}" presName="root2" presStyleCnt="0"/>
      <dgm:spPr/>
    </dgm:pt>
    <dgm:pt modelId="{06AF1C7B-CA6B-429A-8E0E-C0410CDDD1F7}" type="pres">
      <dgm:prSet presAssocID="{98433585-001D-4A95-A4ED-C3DA3F82C39D}" presName="LevelTwoTextNode" presStyleLbl="node3" presStyleIdx="0" presStyleCnt="5" custScaleX="145698">
        <dgm:presLayoutVars>
          <dgm:chPref val="3"/>
        </dgm:presLayoutVars>
      </dgm:prSet>
      <dgm:spPr/>
      <dgm:t>
        <a:bodyPr/>
        <a:lstStyle/>
        <a:p>
          <a:endParaRPr lang="zh-CN" altLang="en-US"/>
        </a:p>
      </dgm:t>
    </dgm:pt>
    <dgm:pt modelId="{90357CEF-6442-4CA6-A119-65BC9ED75694}" type="pres">
      <dgm:prSet presAssocID="{98433585-001D-4A95-A4ED-C3DA3F82C39D}" presName="level3hierChild" presStyleCnt="0"/>
      <dgm:spPr/>
    </dgm:pt>
    <dgm:pt modelId="{65408D65-18BE-4078-8C33-3A80623DCADA}" type="pres">
      <dgm:prSet presAssocID="{FF5F7A88-907A-4EA7-94EF-378EAE90CBEA}" presName="conn2-1" presStyleLbl="parChTrans1D3" presStyleIdx="1" presStyleCnt="5"/>
      <dgm:spPr/>
      <dgm:t>
        <a:bodyPr/>
        <a:lstStyle/>
        <a:p>
          <a:endParaRPr lang="zh-CN" altLang="en-US"/>
        </a:p>
      </dgm:t>
    </dgm:pt>
    <dgm:pt modelId="{08284091-685C-4CCA-8647-18A00B0352EE}" type="pres">
      <dgm:prSet presAssocID="{FF5F7A88-907A-4EA7-94EF-378EAE90CBEA}" presName="connTx" presStyleLbl="parChTrans1D3" presStyleIdx="1" presStyleCnt="5"/>
      <dgm:spPr/>
      <dgm:t>
        <a:bodyPr/>
        <a:lstStyle/>
        <a:p>
          <a:endParaRPr lang="zh-CN" altLang="en-US"/>
        </a:p>
      </dgm:t>
    </dgm:pt>
    <dgm:pt modelId="{685756EA-77AF-4C1B-BC21-C940ABB7A5E0}" type="pres">
      <dgm:prSet presAssocID="{59768823-7FEC-4C97-8395-06AB6E05EA27}" presName="root2" presStyleCnt="0"/>
      <dgm:spPr/>
    </dgm:pt>
    <dgm:pt modelId="{EF4BDB46-B422-440B-AE8D-977C6AF99CA5}" type="pres">
      <dgm:prSet presAssocID="{59768823-7FEC-4C97-8395-06AB6E05EA27}" presName="LevelTwoTextNode" presStyleLbl="node3" presStyleIdx="1" presStyleCnt="5" custScaleX="155136">
        <dgm:presLayoutVars>
          <dgm:chPref val="3"/>
        </dgm:presLayoutVars>
      </dgm:prSet>
      <dgm:spPr/>
      <dgm:t>
        <a:bodyPr/>
        <a:lstStyle/>
        <a:p>
          <a:endParaRPr lang="zh-CN" altLang="en-US"/>
        </a:p>
      </dgm:t>
    </dgm:pt>
    <dgm:pt modelId="{D511AF33-FA0F-4497-9AA5-078159ABC3D9}" type="pres">
      <dgm:prSet presAssocID="{59768823-7FEC-4C97-8395-06AB6E05EA27}" presName="level3hierChild" presStyleCnt="0"/>
      <dgm:spPr/>
    </dgm:pt>
    <dgm:pt modelId="{A6D8AF04-0A76-4DE3-8817-7E6B32C31386}" type="pres">
      <dgm:prSet presAssocID="{BFA89AE4-4BE1-4B0F-8073-BED08863DA7D}" presName="conn2-1" presStyleLbl="parChTrans1D3" presStyleIdx="2" presStyleCnt="5"/>
      <dgm:spPr/>
      <dgm:t>
        <a:bodyPr/>
        <a:lstStyle/>
        <a:p>
          <a:endParaRPr lang="zh-CN" altLang="en-US"/>
        </a:p>
      </dgm:t>
    </dgm:pt>
    <dgm:pt modelId="{830706B5-C8C9-4F8B-847E-4142F71177A6}" type="pres">
      <dgm:prSet presAssocID="{BFA89AE4-4BE1-4B0F-8073-BED08863DA7D}" presName="connTx" presStyleLbl="parChTrans1D3" presStyleIdx="2" presStyleCnt="5"/>
      <dgm:spPr/>
      <dgm:t>
        <a:bodyPr/>
        <a:lstStyle/>
        <a:p>
          <a:endParaRPr lang="zh-CN" altLang="en-US"/>
        </a:p>
      </dgm:t>
    </dgm:pt>
    <dgm:pt modelId="{1A33DD49-CB94-43DA-B710-C152E9E8F35C}" type="pres">
      <dgm:prSet presAssocID="{B3A196BD-192F-4F3B-8EFC-BF984F2D5917}" presName="root2" presStyleCnt="0"/>
      <dgm:spPr/>
    </dgm:pt>
    <dgm:pt modelId="{72F1A326-6754-462C-8DF0-416AF49DBEF2}" type="pres">
      <dgm:prSet presAssocID="{B3A196BD-192F-4F3B-8EFC-BF984F2D5917}" presName="LevelTwoTextNode" presStyleLbl="node3" presStyleIdx="2" presStyleCnt="5">
        <dgm:presLayoutVars>
          <dgm:chPref val="3"/>
        </dgm:presLayoutVars>
      </dgm:prSet>
      <dgm:spPr/>
      <dgm:t>
        <a:bodyPr/>
        <a:lstStyle/>
        <a:p>
          <a:endParaRPr lang="zh-CN" altLang="en-US"/>
        </a:p>
      </dgm:t>
    </dgm:pt>
    <dgm:pt modelId="{F47FA04D-24EE-4FE5-9038-1EA2AAAD906C}" type="pres">
      <dgm:prSet presAssocID="{B3A196BD-192F-4F3B-8EFC-BF984F2D5917}" presName="level3hierChild" presStyleCnt="0"/>
      <dgm:spPr/>
    </dgm:pt>
    <dgm:pt modelId="{14E9DCD6-19C8-4741-ACB7-658AA28A5337}" type="pres">
      <dgm:prSet presAssocID="{700D3393-D956-4164-B6EB-1D85009C9FAB}" presName="conn2-1" presStyleLbl="parChTrans1D4" presStyleIdx="0" presStyleCnt="1"/>
      <dgm:spPr/>
      <dgm:t>
        <a:bodyPr/>
        <a:lstStyle/>
        <a:p>
          <a:endParaRPr lang="zh-CN" altLang="en-US"/>
        </a:p>
      </dgm:t>
    </dgm:pt>
    <dgm:pt modelId="{BC81675B-A972-4F0C-A216-C5144C7FAB63}" type="pres">
      <dgm:prSet presAssocID="{700D3393-D956-4164-B6EB-1D85009C9FAB}" presName="connTx" presStyleLbl="parChTrans1D4" presStyleIdx="0" presStyleCnt="1"/>
      <dgm:spPr/>
      <dgm:t>
        <a:bodyPr/>
        <a:lstStyle/>
        <a:p>
          <a:endParaRPr lang="zh-CN" altLang="en-US"/>
        </a:p>
      </dgm:t>
    </dgm:pt>
    <dgm:pt modelId="{9986E03C-85C5-46E3-91E0-0732901DA3C3}" type="pres">
      <dgm:prSet presAssocID="{D3B47F4C-17FE-45DB-9752-B2B13D7A6C30}" presName="root2" presStyleCnt="0"/>
      <dgm:spPr/>
    </dgm:pt>
    <dgm:pt modelId="{BD4F45B2-B9B8-4179-AE97-F089B47B4C36}" type="pres">
      <dgm:prSet presAssocID="{D3B47F4C-17FE-45DB-9752-B2B13D7A6C30}" presName="LevelTwoTextNode" presStyleLbl="node4" presStyleIdx="0" presStyleCnt="1" custScaleX="114720" custScaleY="110979">
        <dgm:presLayoutVars>
          <dgm:chPref val="3"/>
        </dgm:presLayoutVars>
      </dgm:prSet>
      <dgm:spPr/>
      <dgm:t>
        <a:bodyPr/>
        <a:lstStyle/>
        <a:p>
          <a:endParaRPr lang="zh-CN" altLang="en-US"/>
        </a:p>
      </dgm:t>
    </dgm:pt>
    <dgm:pt modelId="{FF534395-B521-4784-991E-1B1F4C8B3003}" type="pres">
      <dgm:prSet presAssocID="{D3B47F4C-17FE-45DB-9752-B2B13D7A6C30}" presName="level3hierChild" presStyleCnt="0"/>
      <dgm:spPr/>
    </dgm:pt>
    <dgm:pt modelId="{06465AC8-62BB-41CB-8E67-BB732F4D72AA}" type="pres">
      <dgm:prSet presAssocID="{93E64A7E-8367-4D59-B5F5-F6BF0DFAE055}" presName="conn2-1" presStyleLbl="parChTrans1D2" presStyleIdx="1" presStyleCnt="2"/>
      <dgm:spPr/>
      <dgm:t>
        <a:bodyPr/>
        <a:lstStyle/>
        <a:p>
          <a:endParaRPr lang="zh-CN" altLang="en-US"/>
        </a:p>
      </dgm:t>
    </dgm:pt>
    <dgm:pt modelId="{C268BCFF-9017-4F0D-993B-778F519A1CDD}" type="pres">
      <dgm:prSet presAssocID="{93E64A7E-8367-4D59-B5F5-F6BF0DFAE055}" presName="connTx" presStyleLbl="parChTrans1D2" presStyleIdx="1" presStyleCnt="2"/>
      <dgm:spPr/>
      <dgm:t>
        <a:bodyPr/>
        <a:lstStyle/>
        <a:p>
          <a:endParaRPr lang="zh-CN" altLang="en-US"/>
        </a:p>
      </dgm:t>
    </dgm:pt>
    <dgm:pt modelId="{72842D0A-B9B1-4ABF-A097-7B8CD13CDA46}" type="pres">
      <dgm:prSet presAssocID="{F33D9EC6-457C-4218-9F37-0B494CE37279}" presName="root2" presStyleCnt="0"/>
      <dgm:spPr/>
    </dgm:pt>
    <dgm:pt modelId="{A2137D51-42E0-402E-84BB-78AC8060179A}" type="pres">
      <dgm:prSet presAssocID="{F33D9EC6-457C-4218-9F37-0B494CE37279}" presName="LevelTwoTextNode" presStyleLbl="node2" presStyleIdx="1" presStyleCnt="2">
        <dgm:presLayoutVars>
          <dgm:chPref val="3"/>
        </dgm:presLayoutVars>
      </dgm:prSet>
      <dgm:spPr/>
      <dgm:t>
        <a:bodyPr/>
        <a:lstStyle/>
        <a:p>
          <a:endParaRPr lang="zh-CN" altLang="en-US"/>
        </a:p>
      </dgm:t>
    </dgm:pt>
    <dgm:pt modelId="{12A36358-FBF1-47A4-B9F1-04AD96E22CBD}" type="pres">
      <dgm:prSet presAssocID="{F33D9EC6-457C-4218-9F37-0B494CE37279}" presName="level3hierChild" presStyleCnt="0"/>
      <dgm:spPr/>
    </dgm:pt>
    <dgm:pt modelId="{A899F7ED-50CE-4E3B-80D3-77706BCF3D52}" type="pres">
      <dgm:prSet presAssocID="{D6709267-2870-413F-B881-1AD0BF18D584}" presName="conn2-1" presStyleLbl="parChTrans1D3" presStyleIdx="3" presStyleCnt="5"/>
      <dgm:spPr/>
      <dgm:t>
        <a:bodyPr/>
        <a:lstStyle/>
        <a:p>
          <a:endParaRPr lang="zh-CN" altLang="en-US"/>
        </a:p>
      </dgm:t>
    </dgm:pt>
    <dgm:pt modelId="{162EB642-7B54-43F1-B15C-B0F24A370ABB}" type="pres">
      <dgm:prSet presAssocID="{D6709267-2870-413F-B881-1AD0BF18D584}" presName="connTx" presStyleLbl="parChTrans1D3" presStyleIdx="3" presStyleCnt="5"/>
      <dgm:spPr/>
      <dgm:t>
        <a:bodyPr/>
        <a:lstStyle/>
        <a:p>
          <a:endParaRPr lang="zh-CN" altLang="en-US"/>
        </a:p>
      </dgm:t>
    </dgm:pt>
    <dgm:pt modelId="{55F33896-8233-433E-B3B1-1F7C1166E67A}" type="pres">
      <dgm:prSet presAssocID="{3EA0D538-22C7-4BD0-B637-5FFE1DF3078E}" presName="root2" presStyleCnt="0"/>
      <dgm:spPr/>
    </dgm:pt>
    <dgm:pt modelId="{0D06DE2A-F595-4534-8B26-2BB88F8D5B41}" type="pres">
      <dgm:prSet presAssocID="{3EA0D538-22C7-4BD0-B637-5FFE1DF3078E}" presName="LevelTwoTextNode" presStyleLbl="node3" presStyleIdx="3" presStyleCnt="5">
        <dgm:presLayoutVars>
          <dgm:chPref val="3"/>
        </dgm:presLayoutVars>
      </dgm:prSet>
      <dgm:spPr/>
      <dgm:t>
        <a:bodyPr/>
        <a:lstStyle/>
        <a:p>
          <a:endParaRPr lang="zh-CN" altLang="en-US"/>
        </a:p>
      </dgm:t>
    </dgm:pt>
    <dgm:pt modelId="{63353A4D-4E28-444C-A73F-2E6E78C12B05}" type="pres">
      <dgm:prSet presAssocID="{3EA0D538-22C7-4BD0-B637-5FFE1DF3078E}" presName="level3hierChild" presStyleCnt="0"/>
      <dgm:spPr/>
    </dgm:pt>
    <dgm:pt modelId="{A6DE41EB-5085-4EBA-8C29-112FB562DBC2}" type="pres">
      <dgm:prSet presAssocID="{6E940F09-FCE1-4DDA-BEB2-5BBE00D5C84B}" presName="conn2-1" presStyleLbl="parChTrans1D3" presStyleIdx="4" presStyleCnt="5"/>
      <dgm:spPr/>
      <dgm:t>
        <a:bodyPr/>
        <a:lstStyle/>
        <a:p>
          <a:endParaRPr lang="zh-CN" altLang="en-US"/>
        </a:p>
      </dgm:t>
    </dgm:pt>
    <dgm:pt modelId="{BB58A7D1-AD57-48A8-B086-96E96400F1B5}" type="pres">
      <dgm:prSet presAssocID="{6E940F09-FCE1-4DDA-BEB2-5BBE00D5C84B}" presName="connTx" presStyleLbl="parChTrans1D3" presStyleIdx="4" presStyleCnt="5"/>
      <dgm:spPr/>
      <dgm:t>
        <a:bodyPr/>
        <a:lstStyle/>
        <a:p>
          <a:endParaRPr lang="zh-CN" altLang="en-US"/>
        </a:p>
      </dgm:t>
    </dgm:pt>
    <dgm:pt modelId="{5EE4D443-371D-40D0-89A2-43D60C0D351F}" type="pres">
      <dgm:prSet presAssocID="{4FF8BA1B-603B-45FF-987F-D8E1B9C93807}" presName="root2" presStyleCnt="0"/>
      <dgm:spPr/>
    </dgm:pt>
    <dgm:pt modelId="{57F9429D-4C68-4BDF-8285-77CA44CA79DB}" type="pres">
      <dgm:prSet presAssocID="{4FF8BA1B-603B-45FF-987F-D8E1B9C93807}" presName="LevelTwoTextNode" presStyleLbl="node3" presStyleIdx="4" presStyleCnt="5">
        <dgm:presLayoutVars>
          <dgm:chPref val="3"/>
        </dgm:presLayoutVars>
      </dgm:prSet>
      <dgm:spPr/>
      <dgm:t>
        <a:bodyPr/>
        <a:lstStyle/>
        <a:p>
          <a:endParaRPr lang="zh-CN" altLang="en-US"/>
        </a:p>
      </dgm:t>
    </dgm:pt>
    <dgm:pt modelId="{F9EA9AF6-619C-4664-821A-905C2DC62336}" type="pres">
      <dgm:prSet presAssocID="{4FF8BA1B-603B-45FF-987F-D8E1B9C93807}" presName="level3hierChild" presStyleCnt="0"/>
      <dgm:spPr/>
    </dgm:pt>
  </dgm:ptLst>
  <dgm:cxnLst>
    <dgm:cxn modelId="{30E06628-00AC-4BD8-B308-4CD87440E33A}" type="presOf" srcId="{BFA89AE4-4BE1-4B0F-8073-BED08863DA7D}" destId="{A6D8AF04-0A76-4DE3-8817-7E6B32C31386}" srcOrd="0" destOrd="0" presId="urn:microsoft.com/office/officeart/2005/8/layout/hierarchy2"/>
    <dgm:cxn modelId="{1A622DDD-B0F7-4E9C-BFD9-0E7B728ED3FB}" type="presOf" srcId="{3EA0D538-22C7-4BD0-B637-5FFE1DF3078E}" destId="{0D06DE2A-F595-4534-8B26-2BB88F8D5B41}" srcOrd="0" destOrd="0" presId="urn:microsoft.com/office/officeart/2005/8/layout/hierarchy2"/>
    <dgm:cxn modelId="{DDB32A4C-2AED-4B66-AB7E-C4DAB856BCCE}" type="presOf" srcId="{B3A196BD-192F-4F3B-8EFC-BF984F2D5917}" destId="{72F1A326-6754-462C-8DF0-416AF49DBEF2}" srcOrd="0" destOrd="0" presId="urn:microsoft.com/office/officeart/2005/8/layout/hierarchy2"/>
    <dgm:cxn modelId="{B734AAC8-44C2-4777-8BC4-1319A5BF7419}" type="presOf" srcId="{93E64A7E-8367-4D59-B5F5-F6BF0DFAE055}" destId="{C268BCFF-9017-4F0D-993B-778F519A1CDD}" srcOrd="1" destOrd="0" presId="urn:microsoft.com/office/officeart/2005/8/layout/hierarchy2"/>
    <dgm:cxn modelId="{E93C83BA-C0E2-4161-9AC3-9C0FCA254A52}" type="presOf" srcId="{59768823-7FEC-4C97-8395-06AB6E05EA27}" destId="{EF4BDB46-B422-440B-AE8D-977C6AF99CA5}" srcOrd="0" destOrd="0" presId="urn:microsoft.com/office/officeart/2005/8/layout/hierarchy2"/>
    <dgm:cxn modelId="{01241355-2165-46F3-BE70-8F11B7C0B3FD}" type="presOf" srcId="{FF5F7A88-907A-4EA7-94EF-378EAE90CBEA}" destId="{08284091-685C-4CCA-8647-18A00B0352EE}" srcOrd="1" destOrd="0" presId="urn:microsoft.com/office/officeart/2005/8/layout/hierarchy2"/>
    <dgm:cxn modelId="{6B6633AE-EC75-4ECC-80DD-29999C74F60B}" srcId="{847E9F72-D7E5-4894-A53E-0B3720092C2E}" destId="{49411DBB-6A3F-4C9E-83EF-8868EF1C7BB8}" srcOrd="0" destOrd="0" parTransId="{EF8E14CE-524B-44F8-8F75-6ED06355155A}" sibTransId="{F48E0100-9FEC-4C99-8F93-9BAB81DEFD0E}"/>
    <dgm:cxn modelId="{0416BF68-36BD-4E6B-929A-BA33C59740C2}" type="presOf" srcId="{CA9ACA42-7A14-4A88-8D82-7E348FFA2595}" destId="{19471E4C-D5A3-4098-A3C0-8C6C405F39BA}" srcOrd="1" destOrd="0" presId="urn:microsoft.com/office/officeart/2005/8/layout/hierarchy2"/>
    <dgm:cxn modelId="{9F4CAC9B-9450-442C-A696-D6B3365851A0}" type="presOf" srcId="{6E940F09-FCE1-4DDA-BEB2-5BBE00D5C84B}" destId="{A6DE41EB-5085-4EBA-8C29-112FB562DBC2}" srcOrd="0" destOrd="0" presId="urn:microsoft.com/office/officeart/2005/8/layout/hierarchy2"/>
    <dgm:cxn modelId="{734CA4B5-DC8D-4BF1-849C-B46522028A26}" type="presOf" srcId="{700D3393-D956-4164-B6EB-1D85009C9FAB}" destId="{BC81675B-A972-4F0C-A216-C5144C7FAB63}" srcOrd="1" destOrd="0" presId="urn:microsoft.com/office/officeart/2005/8/layout/hierarchy2"/>
    <dgm:cxn modelId="{12A5D64B-513A-4827-A8B9-67FC30E36778}" srcId="{66A74D4B-AE1C-4199-8559-7DECB2CDA775}" destId="{B3A196BD-192F-4F3B-8EFC-BF984F2D5917}" srcOrd="2" destOrd="0" parTransId="{BFA89AE4-4BE1-4B0F-8073-BED08863DA7D}" sibTransId="{6A67852E-C660-428D-A697-5AA43670B695}"/>
    <dgm:cxn modelId="{21768E45-CDFB-4313-B49E-B0150380A13C}" srcId="{49411DBB-6A3F-4C9E-83EF-8868EF1C7BB8}" destId="{F33D9EC6-457C-4218-9F37-0B494CE37279}" srcOrd="1" destOrd="0" parTransId="{93E64A7E-8367-4D59-B5F5-F6BF0DFAE055}" sibTransId="{4C486C98-F2F5-4242-8646-8D3D14E878EB}"/>
    <dgm:cxn modelId="{4735AEDB-6476-4FC4-B805-6ABB3EE9A356}" type="presOf" srcId="{D6709267-2870-413F-B881-1AD0BF18D584}" destId="{162EB642-7B54-43F1-B15C-B0F24A370ABB}" srcOrd="1" destOrd="0" presId="urn:microsoft.com/office/officeart/2005/8/layout/hierarchy2"/>
    <dgm:cxn modelId="{866A34F5-4BCE-49DA-ACD5-2510B65EC593}" type="presOf" srcId="{F33D9EC6-457C-4218-9F37-0B494CE37279}" destId="{A2137D51-42E0-402E-84BB-78AC8060179A}" srcOrd="0" destOrd="0" presId="urn:microsoft.com/office/officeart/2005/8/layout/hierarchy2"/>
    <dgm:cxn modelId="{44A73609-AC76-467B-8579-F89A457A8EAA}" type="presOf" srcId="{66A74D4B-AE1C-4199-8559-7DECB2CDA775}" destId="{9AFD1676-B24D-4E02-B4D2-293EF4712D9B}" srcOrd="0" destOrd="0" presId="urn:microsoft.com/office/officeart/2005/8/layout/hierarchy2"/>
    <dgm:cxn modelId="{00FF8E53-8014-4DEF-B66D-DF31E508FDF8}" srcId="{B3A196BD-192F-4F3B-8EFC-BF984F2D5917}" destId="{D3B47F4C-17FE-45DB-9752-B2B13D7A6C30}" srcOrd="0" destOrd="0" parTransId="{700D3393-D956-4164-B6EB-1D85009C9FAB}" sibTransId="{97222B71-F893-4C8F-A27E-54A4BBF24ADF}"/>
    <dgm:cxn modelId="{1BCB9C9C-03C6-4885-8C59-FC66F57C0F75}" type="presOf" srcId="{D6709267-2870-413F-B881-1AD0BF18D584}" destId="{A899F7ED-50CE-4E3B-80D3-77706BCF3D52}" srcOrd="0" destOrd="0" presId="urn:microsoft.com/office/officeart/2005/8/layout/hierarchy2"/>
    <dgm:cxn modelId="{7E6E624D-C035-4C55-A104-F781F94AF68D}" type="presOf" srcId="{D3B47F4C-17FE-45DB-9752-B2B13D7A6C30}" destId="{BD4F45B2-B9B8-4179-AE97-F089B47B4C36}" srcOrd="0" destOrd="0" presId="urn:microsoft.com/office/officeart/2005/8/layout/hierarchy2"/>
    <dgm:cxn modelId="{DA52448F-311E-41CF-B343-ADF64CDE6236}" type="presOf" srcId="{700D3393-D956-4164-B6EB-1D85009C9FAB}" destId="{14E9DCD6-19C8-4741-ACB7-658AA28A5337}" srcOrd="0" destOrd="0" presId="urn:microsoft.com/office/officeart/2005/8/layout/hierarchy2"/>
    <dgm:cxn modelId="{4BE51078-6E23-43AD-8D10-054CBD5A9835}" type="presOf" srcId="{4FF8BA1B-603B-45FF-987F-D8E1B9C93807}" destId="{57F9429D-4C68-4BDF-8285-77CA44CA79DB}" srcOrd="0" destOrd="0" presId="urn:microsoft.com/office/officeart/2005/8/layout/hierarchy2"/>
    <dgm:cxn modelId="{C12A23DC-E29E-419D-AA64-C547A3F53C80}" srcId="{49411DBB-6A3F-4C9E-83EF-8868EF1C7BB8}" destId="{66A74D4B-AE1C-4199-8559-7DECB2CDA775}" srcOrd="0" destOrd="0" parTransId="{CA9ACA42-7A14-4A88-8D82-7E348FFA2595}" sibTransId="{010D82A3-6E57-43E5-AF16-126FB5ABE2F2}"/>
    <dgm:cxn modelId="{A91AD7DC-FFFD-499F-A710-2B4B1CF30506}" type="presOf" srcId="{49411DBB-6A3F-4C9E-83EF-8868EF1C7BB8}" destId="{7A08C9AA-2342-4CE4-B182-0C9893855C67}" srcOrd="0" destOrd="0" presId="urn:microsoft.com/office/officeart/2005/8/layout/hierarchy2"/>
    <dgm:cxn modelId="{8B0A86D4-11DC-4264-8B0C-DE6CA462BAEA}" type="presOf" srcId="{BFA89AE4-4BE1-4B0F-8073-BED08863DA7D}" destId="{830706B5-C8C9-4F8B-847E-4142F71177A6}" srcOrd="1" destOrd="0" presId="urn:microsoft.com/office/officeart/2005/8/layout/hierarchy2"/>
    <dgm:cxn modelId="{4E91B85B-7D00-4B80-ACCD-6CB6EA02EF1F}" type="presOf" srcId="{01BEA4EA-DA99-4183-8B52-73415B80363F}" destId="{86006E2B-F3A8-4AAA-BCE5-DC7D493A8E75}" srcOrd="1" destOrd="0" presId="urn:microsoft.com/office/officeart/2005/8/layout/hierarchy2"/>
    <dgm:cxn modelId="{ABDD41FF-D05E-4B40-A2DE-99E3974CF3B4}" srcId="{F33D9EC6-457C-4218-9F37-0B494CE37279}" destId="{4FF8BA1B-603B-45FF-987F-D8E1B9C93807}" srcOrd="1" destOrd="0" parTransId="{6E940F09-FCE1-4DDA-BEB2-5BBE00D5C84B}" sibTransId="{546DE8AF-F0A3-4D8E-9498-DAF6C2A449D7}"/>
    <dgm:cxn modelId="{08B420F5-5D39-4870-B7F1-DBD18DB83B7D}" type="presOf" srcId="{CA9ACA42-7A14-4A88-8D82-7E348FFA2595}" destId="{189C0F31-CB53-4BB5-82DC-A890744514DF}" srcOrd="0" destOrd="0" presId="urn:microsoft.com/office/officeart/2005/8/layout/hierarchy2"/>
    <dgm:cxn modelId="{57853316-CDB8-43D7-BAF1-6C755F583878}" type="presOf" srcId="{98433585-001D-4A95-A4ED-C3DA3F82C39D}" destId="{06AF1C7B-CA6B-429A-8E0E-C0410CDDD1F7}" srcOrd="0" destOrd="0" presId="urn:microsoft.com/office/officeart/2005/8/layout/hierarchy2"/>
    <dgm:cxn modelId="{8BFEEBC8-F0D8-42CA-9151-5DF9C167AD26}" srcId="{66A74D4B-AE1C-4199-8559-7DECB2CDA775}" destId="{59768823-7FEC-4C97-8395-06AB6E05EA27}" srcOrd="1" destOrd="0" parTransId="{FF5F7A88-907A-4EA7-94EF-378EAE90CBEA}" sibTransId="{8F7A7E51-5BDF-4138-8D72-72630D296DBC}"/>
    <dgm:cxn modelId="{76B8EEFE-CBC8-474C-B5A6-B4DFA43457C8}" srcId="{66A74D4B-AE1C-4199-8559-7DECB2CDA775}" destId="{98433585-001D-4A95-A4ED-C3DA3F82C39D}" srcOrd="0" destOrd="0" parTransId="{01BEA4EA-DA99-4183-8B52-73415B80363F}" sibTransId="{CE3C3596-689E-4CE1-B694-C3AF1B6AD08D}"/>
    <dgm:cxn modelId="{734AE333-354F-4C9E-B604-F182E10D597C}" type="presOf" srcId="{6E940F09-FCE1-4DDA-BEB2-5BBE00D5C84B}" destId="{BB58A7D1-AD57-48A8-B086-96E96400F1B5}" srcOrd="1" destOrd="0" presId="urn:microsoft.com/office/officeart/2005/8/layout/hierarchy2"/>
    <dgm:cxn modelId="{4EA90FBB-03C9-40E7-84C1-BBD126976849}" type="presOf" srcId="{FF5F7A88-907A-4EA7-94EF-378EAE90CBEA}" destId="{65408D65-18BE-4078-8C33-3A80623DCADA}" srcOrd="0" destOrd="0" presId="urn:microsoft.com/office/officeart/2005/8/layout/hierarchy2"/>
    <dgm:cxn modelId="{DE42ADAA-B2C5-4C3C-B4E7-17CB792A7901}" type="presOf" srcId="{847E9F72-D7E5-4894-A53E-0B3720092C2E}" destId="{31D0D7EF-64CF-462F-9737-8DEB701AD04D}" srcOrd="0" destOrd="0" presId="urn:microsoft.com/office/officeart/2005/8/layout/hierarchy2"/>
    <dgm:cxn modelId="{6B7F9834-DBF3-4267-A5BF-C8351AB6830E}" type="presOf" srcId="{01BEA4EA-DA99-4183-8B52-73415B80363F}" destId="{4E272D63-4196-4382-9B0A-5D6BD988C67D}" srcOrd="0" destOrd="0" presId="urn:microsoft.com/office/officeart/2005/8/layout/hierarchy2"/>
    <dgm:cxn modelId="{A9BB22E6-69B0-4FAD-A443-37B90E90C870}" type="presOf" srcId="{93E64A7E-8367-4D59-B5F5-F6BF0DFAE055}" destId="{06465AC8-62BB-41CB-8E67-BB732F4D72AA}" srcOrd="0" destOrd="0" presId="urn:microsoft.com/office/officeart/2005/8/layout/hierarchy2"/>
    <dgm:cxn modelId="{F1F4D472-F90A-4998-83E7-6C3964600104}" srcId="{F33D9EC6-457C-4218-9F37-0B494CE37279}" destId="{3EA0D538-22C7-4BD0-B637-5FFE1DF3078E}" srcOrd="0" destOrd="0" parTransId="{D6709267-2870-413F-B881-1AD0BF18D584}" sibTransId="{7FF65835-4AFF-4773-86AB-0588BA8EA36C}"/>
    <dgm:cxn modelId="{B2DC096F-289F-4AE1-9410-60FF99A45EAC}" type="presParOf" srcId="{31D0D7EF-64CF-462F-9737-8DEB701AD04D}" destId="{275C3986-9218-4133-B2E4-EED67A995B70}" srcOrd="0" destOrd="0" presId="urn:microsoft.com/office/officeart/2005/8/layout/hierarchy2"/>
    <dgm:cxn modelId="{B668A684-11BA-484D-803E-9DE02025F250}" type="presParOf" srcId="{275C3986-9218-4133-B2E4-EED67A995B70}" destId="{7A08C9AA-2342-4CE4-B182-0C9893855C67}" srcOrd="0" destOrd="0" presId="urn:microsoft.com/office/officeart/2005/8/layout/hierarchy2"/>
    <dgm:cxn modelId="{310B12AA-4F42-4AF1-B97D-095C1BF0651F}" type="presParOf" srcId="{275C3986-9218-4133-B2E4-EED67A995B70}" destId="{5698074B-AC95-482E-8723-B5028BFC4C64}" srcOrd="1" destOrd="0" presId="urn:microsoft.com/office/officeart/2005/8/layout/hierarchy2"/>
    <dgm:cxn modelId="{3A49828E-EA0F-4272-8126-DB38DE25AD25}" type="presParOf" srcId="{5698074B-AC95-482E-8723-B5028BFC4C64}" destId="{189C0F31-CB53-4BB5-82DC-A890744514DF}" srcOrd="0" destOrd="0" presId="urn:microsoft.com/office/officeart/2005/8/layout/hierarchy2"/>
    <dgm:cxn modelId="{16327ECE-A01E-49E8-A45B-29DA0609745B}" type="presParOf" srcId="{189C0F31-CB53-4BB5-82DC-A890744514DF}" destId="{19471E4C-D5A3-4098-A3C0-8C6C405F39BA}" srcOrd="0" destOrd="0" presId="urn:microsoft.com/office/officeart/2005/8/layout/hierarchy2"/>
    <dgm:cxn modelId="{A1203FE1-C527-4954-95BC-4D4B2DFDD560}" type="presParOf" srcId="{5698074B-AC95-482E-8723-B5028BFC4C64}" destId="{33DE75B1-005D-436B-A602-0C7D57F093ED}" srcOrd="1" destOrd="0" presId="urn:microsoft.com/office/officeart/2005/8/layout/hierarchy2"/>
    <dgm:cxn modelId="{7E980947-51AC-430E-A720-70AF10E0A939}" type="presParOf" srcId="{33DE75B1-005D-436B-A602-0C7D57F093ED}" destId="{9AFD1676-B24D-4E02-B4D2-293EF4712D9B}" srcOrd="0" destOrd="0" presId="urn:microsoft.com/office/officeart/2005/8/layout/hierarchy2"/>
    <dgm:cxn modelId="{2775C256-644E-4ECF-88EF-D00B2139A0B0}" type="presParOf" srcId="{33DE75B1-005D-436B-A602-0C7D57F093ED}" destId="{691A08C8-29FA-4F0F-B8D2-C26B7465ADA7}" srcOrd="1" destOrd="0" presId="urn:microsoft.com/office/officeart/2005/8/layout/hierarchy2"/>
    <dgm:cxn modelId="{46254337-4716-4D81-8019-0557213F7A1C}" type="presParOf" srcId="{691A08C8-29FA-4F0F-B8D2-C26B7465ADA7}" destId="{4E272D63-4196-4382-9B0A-5D6BD988C67D}" srcOrd="0" destOrd="0" presId="urn:microsoft.com/office/officeart/2005/8/layout/hierarchy2"/>
    <dgm:cxn modelId="{FA961986-F404-49C3-A9A0-81AD0F67B98B}" type="presParOf" srcId="{4E272D63-4196-4382-9B0A-5D6BD988C67D}" destId="{86006E2B-F3A8-4AAA-BCE5-DC7D493A8E75}" srcOrd="0" destOrd="0" presId="urn:microsoft.com/office/officeart/2005/8/layout/hierarchy2"/>
    <dgm:cxn modelId="{CE095551-D8D3-411C-BF0B-389F23F2A903}" type="presParOf" srcId="{691A08C8-29FA-4F0F-B8D2-C26B7465ADA7}" destId="{CBA6608C-D1B8-40A0-BC59-801A68A7523D}" srcOrd="1" destOrd="0" presId="urn:microsoft.com/office/officeart/2005/8/layout/hierarchy2"/>
    <dgm:cxn modelId="{4C9C95BB-1628-4514-B953-5AB039614F88}" type="presParOf" srcId="{CBA6608C-D1B8-40A0-BC59-801A68A7523D}" destId="{06AF1C7B-CA6B-429A-8E0E-C0410CDDD1F7}" srcOrd="0" destOrd="0" presId="urn:microsoft.com/office/officeart/2005/8/layout/hierarchy2"/>
    <dgm:cxn modelId="{FB2BB250-DDBE-48A2-9FFB-B40B8A852621}" type="presParOf" srcId="{CBA6608C-D1B8-40A0-BC59-801A68A7523D}" destId="{90357CEF-6442-4CA6-A119-65BC9ED75694}" srcOrd="1" destOrd="0" presId="urn:microsoft.com/office/officeart/2005/8/layout/hierarchy2"/>
    <dgm:cxn modelId="{D1FF01F9-232A-4E27-9BDF-6ACBAEB1C8E3}" type="presParOf" srcId="{691A08C8-29FA-4F0F-B8D2-C26B7465ADA7}" destId="{65408D65-18BE-4078-8C33-3A80623DCADA}" srcOrd="2" destOrd="0" presId="urn:microsoft.com/office/officeart/2005/8/layout/hierarchy2"/>
    <dgm:cxn modelId="{275EC446-B8A7-435B-B4F4-27487373BD0C}" type="presParOf" srcId="{65408D65-18BE-4078-8C33-3A80623DCADA}" destId="{08284091-685C-4CCA-8647-18A00B0352EE}" srcOrd="0" destOrd="0" presId="urn:microsoft.com/office/officeart/2005/8/layout/hierarchy2"/>
    <dgm:cxn modelId="{4C7C0EEF-9672-4DC9-906F-96AEDC07F848}" type="presParOf" srcId="{691A08C8-29FA-4F0F-B8D2-C26B7465ADA7}" destId="{685756EA-77AF-4C1B-BC21-C940ABB7A5E0}" srcOrd="3" destOrd="0" presId="urn:microsoft.com/office/officeart/2005/8/layout/hierarchy2"/>
    <dgm:cxn modelId="{60743777-2197-4D98-97E2-718C6BDA3668}" type="presParOf" srcId="{685756EA-77AF-4C1B-BC21-C940ABB7A5E0}" destId="{EF4BDB46-B422-440B-AE8D-977C6AF99CA5}" srcOrd="0" destOrd="0" presId="urn:microsoft.com/office/officeart/2005/8/layout/hierarchy2"/>
    <dgm:cxn modelId="{8F92600F-41D3-49F0-A1B1-222E87EC12E3}" type="presParOf" srcId="{685756EA-77AF-4C1B-BC21-C940ABB7A5E0}" destId="{D511AF33-FA0F-4497-9AA5-078159ABC3D9}" srcOrd="1" destOrd="0" presId="urn:microsoft.com/office/officeart/2005/8/layout/hierarchy2"/>
    <dgm:cxn modelId="{4D224D55-DCC0-46E9-A1C1-78C195C60D0C}" type="presParOf" srcId="{691A08C8-29FA-4F0F-B8D2-C26B7465ADA7}" destId="{A6D8AF04-0A76-4DE3-8817-7E6B32C31386}" srcOrd="4" destOrd="0" presId="urn:microsoft.com/office/officeart/2005/8/layout/hierarchy2"/>
    <dgm:cxn modelId="{5B6BD8A9-9597-4B29-8164-701D114BE632}" type="presParOf" srcId="{A6D8AF04-0A76-4DE3-8817-7E6B32C31386}" destId="{830706B5-C8C9-4F8B-847E-4142F71177A6}" srcOrd="0" destOrd="0" presId="urn:microsoft.com/office/officeart/2005/8/layout/hierarchy2"/>
    <dgm:cxn modelId="{10CBDC0E-8107-467F-95D4-F8B8A47ECEB0}" type="presParOf" srcId="{691A08C8-29FA-4F0F-B8D2-C26B7465ADA7}" destId="{1A33DD49-CB94-43DA-B710-C152E9E8F35C}" srcOrd="5" destOrd="0" presId="urn:microsoft.com/office/officeart/2005/8/layout/hierarchy2"/>
    <dgm:cxn modelId="{AE5D4D14-6672-4C61-B2D9-F1E8C3312CD3}" type="presParOf" srcId="{1A33DD49-CB94-43DA-B710-C152E9E8F35C}" destId="{72F1A326-6754-462C-8DF0-416AF49DBEF2}" srcOrd="0" destOrd="0" presId="urn:microsoft.com/office/officeart/2005/8/layout/hierarchy2"/>
    <dgm:cxn modelId="{10B7EC92-1138-43E3-A7A8-D23F4FE956C8}" type="presParOf" srcId="{1A33DD49-CB94-43DA-B710-C152E9E8F35C}" destId="{F47FA04D-24EE-4FE5-9038-1EA2AAAD906C}" srcOrd="1" destOrd="0" presId="urn:microsoft.com/office/officeart/2005/8/layout/hierarchy2"/>
    <dgm:cxn modelId="{1A4B3F79-4861-4AB4-938F-0400F2E124DF}" type="presParOf" srcId="{F47FA04D-24EE-4FE5-9038-1EA2AAAD906C}" destId="{14E9DCD6-19C8-4741-ACB7-658AA28A5337}" srcOrd="0" destOrd="0" presId="urn:microsoft.com/office/officeart/2005/8/layout/hierarchy2"/>
    <dgm:cxn modelId="{5F9580B3-428E-42BB-A40B-065FC341A539}" type="presParOf" srcId="{14E9DCD6-19C8-4741-ACB7-658AA28A5337}" destId="{BC81675B-A972-4F0C-A216-C5144C7FAB63}" srcOrd="0" destOrd="0" presId="urn:microsoft.com/office/officeart/2005/8/layout/hierarchy2"/>
    <dgm:cxn modelId="{1563E6E3-679A-4A5E-9CCC-E53877499B45}" type="presParOf" srcId="{F47FA04D-24EE-4FE5-9038-1EA2AAAD906C}" destId="{9986E03C-85C5-46E3-91E0-0732901DA3C3}" srcOrd="1" destOrd="0" presId="urn:microsoft.com/office/officeart/2005/8/layout/hierarchy2"/>
    <dgm:cxn modelId="{23A7C4AF-3AC7-4D28-AB01-1E490943499A}" type="presParOf" srcId="{9986E03C-85C5-46E3-91E0-0732901DA3C3}" destId="{BD4F45B2-B9B8-4179-AE97-F089B47B4C36}" srcOrd="0" destOrd="0" presId="urn:microsoft.com/office/officeart/2005/8/layout/hierarchy2"/>
    <dgm:cxn modelId="{DD9863DF-4E8E-460F-A343-C8839C833B5B}" type="presParOf" srcId="{9986E03C-85C5-46E3-91E0-0732901DA3C3}" destId="{FF534395-B521-4784-991E-1B1F4C8B3003}" srcOrd="1" destOrd="0" presId="urn:microsoft.com/office/officeart/2005/8/layout/hierarchy2"/>
    <dgm:cxn modelId="{FFC6D0F2-2A74-4877-BB1B-1A5B0A34AED8}" type="presParOf" srcId="{5698074B-AC95-482E-8723-B5028BFC4C64}" destId="{06465AC8-62BB-41CB-8E67-BB732F4D72AA}" srcOrd="2" destOrd="0" presId="urn:microsoft.com/office/officeart/2005/8/layout/hierarchy2"/>
    <dgm:cxn modelId="{C8CD0698-6C24-4742-9805-49C4E79756E8}" type="presParOf" srcId="{06465AC8-62BB-41CB-8E67-BB732F4D72AA}" destId="{C268BCFF-9017-4F0D-993B-778F519A1CDD}" srcOrd="0" destOrd="0" presId="urn:microsoft.com/office/officeart/2005/8/layout/hierarchy2"/>
    <dgm:cxn modelId="{406E2710-5910-4E0E-9F09-12B8081E3DE9}" type="presParOf" srcId="{5698074B-AC95-482E-8723-B5028BFC4C64}" destId="{72842D0A-B9B1-4ABF-A097-7B8CD13CDA46}" srcOrd="3" destOrd="0" presId="urn:microsoft.com/office/officeart/2005/8/layout/hierarchy2"/>
    <dgm:cxn modelId="{A74C0695-B160-4F64-9189-93FD10AEAD02}" type="presParOf" srcId="{72842D0A-B9B1-4ABF-A097-7B8CD13CDA46}" destId="{A2137D51-42E0-402E-84BB-78AC8060179A}" srcOrd="0" destOrd="0" presId="urn:microsoft.com/office/officeart/2005/8/layout/hierarchy2"/>
    <dgm:cxn modelId="{30AB92F3-C94B-49D0-8935-4F1D87F0E201}" type="presParOf" srcId="{72842D0A-B9B1-4ABF-A097-7B8CD13CDA46}" destId="{12A36358-FBF1-47A4-B9F1-04AD96E22CBD}" srcOrd="1" destOrd="0" presId="urn:microsoft.com/office/officeart/2005/8/layout/hierarchy2"/>
    <dgm:cxn modelId="{1C1160CB-585A-4557-8C60-487A6459F96B}" type="presParOf" srcId="{12A36358-FBF1-47A4-B9F1-04AD96E22CBD}" destId="{A899F7ED-50CE-4E3B-80D3-77706BCF3D52}" srcOrd="0" destOrd="0" presId="urn:microsoft.com/office/officeart/2005/8/layout/hierarchy2"/>
    <dgm:cxn modelId="{EA577890-5820-4186-88FE-E77BCEB097D6}" type="presParOf" srcId="{A899F7ED-50CE-4E3B-80D3-77706BCF3D52}" destId="{162EB642-7B54-43F1-B15C-B0F24A370ABB}" srcOrd="0" destOrd="0" presId="urn:microsoft.com/office/officeart/2005/8/layout/hierarchy2"/>
    <dgm:cxn modelId="{CAC80275-7041-439F-AFC6-F7C9DADE1B56}" type="presParOf" srcId="{12A36358-FBF1-47A4-B9F1-04AD96E22CBD}" destId="{55F33896-8233-433E-B3B1-1F7C1166E67A}" srcOrd="1" destOrd="0" presId="urn:microsoft.com/office/officeart/2005/8/layout/hierarchy2"/>
    <dgm:cxn modelId="{9DF1DB38-2A4B-491A-8ED0-C02706E60EA8}" type="presParOf" srcId="{55F33896-8233-433E-B3B1-1F7C1166E67A}" destId="{0D06DE2A-F595-4534-8B26-2BB88F8D5B41}" srcOrd="0" destOrd="0" presId="urn:microsoft.com/office/officeart/2005/8/layout/hierarchy2"/>
    <dgm:cxn modelId="{F0026BE4-96EC-4CFA-98DC-F4D8BDE36A22}" type="presParOf" srcId="{55F33896-8233-433E-B3B1-1F7C1166E67A}" destId="{63353A4D-4E28-444C-A73F-2E6E78C12B05}" srcOrd="1" destOrd="0" presId="urn:microsoft.com/office/officeart/2005/8/layout/hierarchy2"/>
    <dgm:cxn modelId="{25A1DCCB-AB33-4EB7-88E8-46F6D927088B}" type="presParOf" srcId="{12A36358-FBF1-47A4-B9F1-04AD96E22CBD}" destId="{A6DE41EB-5085-4EBA-8C29-112FB562DBC2}" srcOrd="2" destOrd="0" presId="urn:microsoft.com/office/officeart/2005/8/layout/hierarchy2"/>
    <dgm:cxn modelId="{D12A4248-B125-4AA0-9975-83317EADDC57}" type="presParOf" srcId="{A6DE41EB-5085-4EBA-8C29-112FB562DBC2}" destId="{BB58A7D1-AD57-48A8-B086-96E96400F1B5}" srcOrd="0" destOrd="0" presId="urn:microsoft.com/office/officeart/2005/8/layout/hierarchy2"/>
    <dgm:cxn modelId="{85C00BD2-7414-41DD-8996-16CE24F2C330}" type="presParOf" srcId="{12A36358-FBF1-47A4-B9F1-04AD96E22CBD}" destId="{5EE4D443-371D-40D0-89A2-43D60C0D351F}" srcOrd="3" destOrd="0" presId="urn:microsoft.com/office/officeart/2005/8/layout/hierarchy2"/>
    <dgm:cxn modelId="{99D94B6B-807A-4A3E-8709-D14DF6A59CE0}" type="presParOf" srcId="{5EE4D443-371D-40D0-89A2-43D60C0D351F}" destId="{57F9429D-4C68-4BDF-8285-77CA44CA79DB}" srcOrd="0" destOrd="0" presId="urn:microsoft.com/office/officeart/2005/8/layout/hierarchy2"/>
    <dgm:cxn modelId="{A8906F89-D763-45F0-BA2F-3DDC75F63D46}" type="presParOf" srcId="{5EE4D443-371D-40D0-89A2-43D60C0D351F}" destId="{F9EA9AF6-619C-4664-821A-905C2DC62336}"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B16035-7FF3-426B-AE5C-DBD3B73791E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79677BD-7015-4A3F-9A28-E5663A019DCC}">
      <dgm:prSet phldrT="[文本]"/>
      <dgm:spPr/>
      <dgm:t>
        <a:bodyPr/>
        <a:lstStyle/>
        <a:p>
          <a:r>
            <a:rPr lang="zh-CN" altLang="en-US" dirty="0" smtClean="0"/>
            <a:t>判定客诉问题</a:t>
          </a:r>
          <a:endParaRPr lang="en-US" altLang="zh-CN" dirty="0" smtClean="0"/>
        </a:p>
        <a:p>
          <a:r>
            <a:rPr lang="zh-CN" altLang="en-US" dirty="0" smtClean="0"/>
            <a:t>及制定解决方案</a:t>
          </a:r>
          <a:endParaRPr lang="zh-CN" altLang="en-US" dirty="0"/>
        </a:p>
      </dgm:t>
    </dgm:pt>
    <dgm:pt modelId="{1B837F8D-BD79-4B79-B513-45194CD53DCF}" cxnId="{21236BEB-C43C-46E2-AD45-F603A200E9D3}" type="parTrans">
      <dgm:prSet/>
      <dgm:spPr/>
      <dgm:t>
        <a:bodyPr/>
        <a:lstStyle/>
        <a:p>
          <a:endParaRPr lang="zh-CN" altLang="en-US"/>
        </a:p>
      </dgm:t>
    </dgm:pt>
    <dgm:pt modelId="{078782DF-B7B1-4D43-AF4E-47B9E9F25239}" cxnId="{21236BEB-C43C-46E2-AD45-F603A200E9D3}" type="sibTrans">
      <dgm:prSet/>
      <dgm:spPr/>
      <dgm:t>
        <a:bodyPr/>
        <a:lstStyle/>
        <a:p>
          <a:endParaRPr lang="zh-CN" altLang="en-US"/>
        </a:p>
      </dgm:t>
    </dgm:pt>
    <dgm:pt modelId="{04151875-E98B-4169-BEE5-7FEA278B1695}">
      <dgm:prSet phldrT="[文本]"/>
      <dgm:spPr/>
      <dgm:t>
        <a:bodyPr/>
        <a:lstStyle/>
        <a:p>
          <a:r>
            <a:rPr lang="zh-CN" altLang="en-US" dirty="0" smtClean="0"/>
            <a:t>产品质量问题</a:t>
          </a:r>
          <a:endParaRPr lang="zh-CN" altLang="en-US" dirty="0"/>
        </a:p>
      </dgm:t>
    </dgm:pt>
    <dgm:pt modelId="{EC8B98F6-38E7-4913-B89C-CFC36BFAACBC}" cxnId="{3265993D-4EC4-40E7-B40A-9D75237628D3}" type="parTrans">
      <dgm:prSet/>
      <dgm:spPr/>
      <dgm:t>
        <a:bodyPr/>
        <a:lstStyle/>
        <a:p>
          <a:endParaRPr lang="zh-CN" altLang="en-US"/>
        </a:p>
      </dgm:t>
    </dgm:pt>
    <dgm:pt modelId="{3467CB89-A359-4961-A9AB-B031E2401DE6}" cxnId="{3265993D-4EC4-40E7-B40A-9D75237628D3}" type="sibTrans">
      <dgm:prSet/>
      <dgm:spPr/>
      <dgm:t>
        <a:bodyPr/>
        <a:lstStyle/>
        <a:p>
          <a:endParaRPr lang="zh-CN" altLang="en-US"/>
        </a:p>
      </dgm:t>
    </dgm:pt>
    <dgm:pt modelId="{C781307B-B994-48B4-B3AB-E48DD6360199}">
      <dgm:prSet phldrT="[文本]"/>
      <dgm:spPr/>
      <dgm:t>
        <a:bodyPr/>
        <a:lstStyle/>
        <a:p>
          <a:r>
            <a:rPr lang="zh-CN" altLang="en-US" dirty="0" smtClean="0"/>
            <a:t>重发</a:t>
          </a:r>
          <a:endParaRPr lang="zh-CN" altLang="en-US" dirty="0"/>
        </a:p>
      </dgm:t>
    </dgm:pt>
    <dgm:pt modelId="{38C032C8-753C-4C4C-944A-FF43C28A7807}" cxnId="{C8EB95DF-9D3C-43EB-B755-E697AB8F4497}" type="parTrans">
      <dgm:prSet/>
      <dgm:spPr/>
      <dgm:t>
        <a:bodyPr/>
        <a:lstStyle/>
        <a:p>
          <a:endParaRPr lang="zh-CN" altLang="en-US"/>
        </a:p>
      </dgm:t>
    </dgm:pt>
    <dgm:pt modelId="{9980100F-6FF5-458F-9D63-7E6D71BC1ED8}" cxnId="{C8EB95DF-9D3C-43EB-B755-E697AB8F4497}" type="sibTrans">
      <dgm:prSet/>
      <dgm:spPr/>
      <dgm:t>
        <a:bodyPr/>
        <a:lstStyle/>
        <a:p>
          <a:endParaRPr lang="zh-CN" altLang="en-US"/>
        </a:p>
      </dgm:t>
    </dgm:pt>
    <dgm:pt modelId="{E4D0E217-8688-4F10-82E2-ECA24AD2F599}">
      <dgm:prSet phldrT="[文本]"/>
      <dgm:spPr/>
      <dgm:t>
        <a:bodyPr/>
        <a:lstStyle/>
        <a:p>
          <a:r>
            <a:rPr lang="zh-CN" altLang="en-US" dirty="0" smtClean="0"/>
            <a:t>退款</a:t>
          </a:r>
          <a:endParaRPr lang="zh-CN" altLang="en-US" dirty="0"/>
        </a:p>
      </dgm:t>
    </dgm:pt>
    <dgm:pt modelId="{599D2554-30BE-47F9-9F41-B6ACB658D515}" cxnId="{CE326051-AC75-480D-842C-DD9AEC3E43BF}" type="parTrans">
      <dgm:prSet/>
      <dgm:spPr/>
      <dgm:t>
        <a:bodyPr/>
        <a:lstStyle/>
        <a:p>
          <a:endParaRPr lang="zh-CN" altLang="en-US"/>
        </a:p>
      </dgm:t>
    </dgm:pt>
    <dgm:pt modelId="{E20C98E8-C2FC-4A98-80EA-9004C781DA19}" cxnId="{CE326051-AC75-480D-842C-DD9AEC3E43BF}" type="sibTrans">
      <dgm:prSet/>
      <dgm:spPr/>
      <dgm:t>
        <a:bodyPr/>
        <a:lstStyle/>
        <a:p>
          <a:endParaRPr lang="zh-CN" altLang="en-US"/>
        </a:p>
      </dgm:t>
    </dgm:pt>
    <dgm:pt modelId="{A370924F-2C0A-4AC6-A0C3-3EAE8B96EC28}">
      <dgm:prSet phldrT="[文本]"/>
      <dgm:spPr/>
      <dgm:t>
        <a:bodyPr/>
        <a:lstStyle/>
        <a:p>
          <a:r>
            <a:rPr lang="zh-CN" altLang="en-US" dirty="0" smtClean="0"/>
            <a:t>售后服务技术支持问题</a:t>
          </a:r>
          <a:endParaRPr lang="zh-CN" altLang="en-US" dirty="0"/>
        </a:p>
      </dgm:t>
    </dgm:pt>
    <dgm:pt modelId="{165037E6-5EC9-4275-BEEE-EE8180CAEEE9}" cxnId="{34087ABA-9E26-46C6-8AE6-D67D8D531463}" type="parTrans">
      <dgm:prSet/>
      <dgm:spPr/>
      <dgm:t>
        <a:bodyPr/>
        <a:lstStyle/>
        <a:p>
          <a:endParaRPr lang="zh-CN" altLang="en-US"/>
        </a:p>
      </dgm:t>
    </dgm:pt>
    <dgm:pt modelId="{7101DA50-7F37-467A-9E3C-ADBAE6ED2D80}" cxnId="{34087ABA-9E26-46C6-8AE6-D67D8D531463}" type="sibTrans">
      <dgm:prSet/>
      <dgm:spPr/>
      <dgm:t>
        <a:bodyPr/>
        <a:lstStyle/>
        <a:p>
          <a:endParaRPr lang="zh-CN" altLang="en-US"/>
        </a:p>
      </dgm:t>
    </dgm:pt>
    <dgm:pt modelId="{B4EB6098-7F7A-42AC-BB7A-33CB6BDD32A0}">
      <dgm:prSet phldrT="[文本]"/>
      <dgm:spPr/>
      <dgm:t>
        <a:bodyPr/>
        <a:lstStyle/>
        <a:p>
          <a:r>
            <a:rPr lang="zh-CN" altLang="en-US" dirty="0" smtClean="0"/>
            <a:t>提供相对应的技术引导</a:t>
          </a:r>
          <a:endParaRPr lang="zh-CN" altLang="en-US" dirty="0"/>
        </a:p>
      </dgm:t>
    </dgm:pt>
    <dgm:pt modelId="{CA3521B4-EBC1-477A-833C-876973294B99}" cxnId="{2632D3D5-22B1-4A48-BD3D-5815FC4927D7}" type="parTrans">
      <dgm:prSet/>
      <dgm:spPr/>
      <dgm:t>
        <a:bodyPr/>
        <a:lstStyle/>
        <a:p>
          <a:endParaRPr lang="zh-CN" altLang="en-US"/>
        </a:p>
      </dgm:t>
    </dgm:pt>
    <dgm:pt modelId="{BBB3CAE0-D954-40A7-9FE8-0638F9D63580}" cxnId="{2632D3D5-22B1-4A48-BD3D-5815FC4927D7}" type="sibTrans">
      <dgm:prSet/>
      <dgm:spPr/>
      <dgm:t>
        <a:bodyPr/>
        <a:lstStyle/>
        <a:p>
          <a:endParaRPr lang="zh-CN" altLang="en-US"/>
        </a:p>
      </dgm:t>
    </dgm:pt>
    <dgm:pt modelId="{D590D5C4-A77C-4AD7-9847-AF0F42A8896C}">
      <dgm:prSet/>
      <dgm:spPr/>
      <dgm:t>
        <a:bodyPr/>
        <a:lstStyle/>
        <a:p>
          <a:r>
            <a:rPr lang="zh-CN" altLang="en-US" dirty="0" smtClean="0"/>
            <a:t>客户的期望值过高而无法满足</a:t>
          </a:r>
          <a:endParaRPr lang="zh-CN" altLang="en-US" dirty="0"/>
        </a:p>
      </dgm:t>
    </dgm:pt>
    <dgm:pt modelId="{5B00039F-A411-4018-995D-62238A702539}" cxnId="{B43CDD5E-4D1B-4D8E-9BDE-8F968808CD8C}" type="parTrans">
      <dgm:prSet/>
      <dgm:spPr/>
      <dgm:t>
        <a:bodyPr/>
        <a:lstStyle/>
        <a:p>
          <a:endParaRPr lang="zh-CN" altLang="en-US"/>
        </a:p>
      </dgm:t>
    </dgm:pt>
    <dgm:pt modelId="{670AA329-37D6-4707-8A36-E2841ADA7146}" cxnId="{B43CDD5E-4D1B-4D8E-9BDE-8F968808CD8C}" type="sibTrans">
      <dgm:prSet/>
      <dgm:spPr/>
      <dgm:t>
        <a:bodyPr/>
        <a:lstStyle/>
        <a:p>
          <a:endParaRPr lang="zh-CN" altLang="en-US"/>
        </a:p>
      </dgm:t>
    </dgm:pt>
    <dgm:pt modelId="{848505E7-92D3-47AA-9C20-1B2C5DA85BE9}">
      <dgm:prSet/>
      <dgm:spPr/>
      <dgm:t>
        <a:bodyPr/>
        <a:lstStyle/>
        <a:p>
          <a:r>
            <a:rPr lang="zh-CN" altLang="en-US" dirty="0" smtClean="0"/>
            <a:t>客服及其他工作人员工作的失误</a:t>
          </a:r>
          <a:endParaRPr lang="zh-CN" altLang="en-US" dirty="0"/>
        </a:p>
      </dgm:t>
    </dgm:pt>
    <dgm:pt modelId="{5694ADD0-B781-4107-B4E6-444D975CBF9D}" cxnId="{A7F06B77-1E2D-4AD8-9E88-37C5D74B8CDB}" type="parTrans">
      <dgm:prSet/>
      <dgm:spPr/>
      <dgm:t>
        <a:bodyPr/>
        <a:lstStyle/>
        <a:p>
          <a:endParaRPr lang="zh-CN" altLang="en-US"/>
        </a:p>
      </dgm:t>
    </dgm:pt>
    <dgm:pt modelId="{5EE837F6-A686-4A7B-83F1-B2E440A08BD7}" cxnId="{A7F06B77-1E2D-4AD8-9E88-37C5D74B8CDB}" type="sibTrans">
      <dgm:prSet/>
      <dgm:spPr/>
      <dgm:t>
        <a:bodyPr/>
        <a:lstStyle/>
        <a:p>
          <a:endParaRPr lang="zh-CN" altLang="en-US"/>
        </a:p>
      </dgm:t>
    </dgm:pt>
    <dgm:pt modelId="{8D3B8F4A-CCA1-4735-8C58-EBBD3F631F4B}">
      <dgm:prSet/>
      <dgm:spPr/>
      <dgm:t>
        <a:bodyPr/>
        <a:lstStyle/>
        <a:p>
          <a:r>
            <a:rPr lang="zh-CN" altLang="en-US" dirty="0" smtClean="0"/>
            <a:t>实质性失误</a:t>
          </a:r>
          <a:endParaRPr lang="zh-CN" altLang="en-US" dirty="0"/>
        </a:p>
      </dgm:t>
    </dgm:pt>
    <dgm:pt modelId="{3E4B88BE-4247-4F38-9092-276A1D783E27}" cxnId="{6CCBF273-1D8E-4193-A3C5-734D0340B93D}" type="parTrans">
      <dgm:prSet/>
      <dgm:spPr/>
      <dgm:t>
        <a:bodyPr/>
        <a:lstStyle/>
        <a:p>
          <a:endParaRPr lang="zh-CN" altLang="en-US"/>
        </a:p>
      </dgm:t>
    </dgm:pt>
    <dgm:pt modelId="{0D0419F5-6BDE-4F06-A12D-09AD118E2488}" cxnId="{6CCBF273-1D8E-4193-A3C5-734D0340B93D}" type="sibTrans">
      <dgm:prSet/>
      <dgm:spPr/>
      <dgm:t>
        <a:bodyPr/>
        <a:lstStyle/>
        <a:p>
          <a:endParaRPr lang="zh-CN" altLang="en-US"/>
        </a:p>
      </dgm:t>
    </dgm:pt>
    <dgm:pt modelId="{3FCC5ACF-433E-4FC5-9791-5AEBDCE28269}">
      <dgm:prSet/>
      <dgm:spPr/>
      <dgm:t>
        <a:bodyPr/>
        <a:lstStyle/>
        <a:p>
          <a:r>
            <a:rPr lang="zh-CN" altLang="en-US" smtClean="0"/>
            <a:t>其他因素失误</a:t>
          </a:r>
          <a:endParaRPr lang="zh-CN" altLang="en-US"/>
        </a:p>
      </dgm:t>
    </dgm:pt>
    <dgm:pt modelId="{FD1C2473-1B8A-43EF-9DF2-7F61AE936FE1}" cxnId="{A124FDE9-E2A2-4910-81AF-23DB04BF2F99}" type="parTrans">
      <dgm:prSet/>
      <dgm:spPr/>
      <dgm:t>
        <a:bodyPr/>
        <a:lstStyle/>
        <a:p>
          <a:endParaRPr lang="zh-CN" altLang="en-US"/>
        </a:p>
      </dgm:t>
    </dgm:pt>
    <dgm:pt modelId="{63FB7F57-2991-48CB-A6F9-4CB88CF2E029}" cxnId="{A124FDE9-E2A2-4910-81AF-23DB04BF2F99}" type="sibTrans">
      <dgm:prSet/>
      <dgm:spPr/>
      <dgm:t>
        <a:bodyPr/>
        <a:lstStyle/>
        <a:p>
          <a:endParaRPr lang="zh-CN" altLang="en-US"/>
        </a:p>
      </dgm:t>
    </dgm:pt>
    <dgm:pt modelId="{80CF8F4B-407E-4225-A261-97E5E275D63E}">
      <dgm:prSet/>
      <dgm:spPr/>
      <dgm:t>
        <a:bodyPr/>
        <a:lstStyle/>
        <a:p>
          <a:r>
            <a:rPr lang="zh-CN" altLang="en-US" smtClean="0"/>
            <a:t>认错，纠错</a:t>
          </a:r>
          <a:endParaRPr lang="zh-CN" altLang="en-US"/>
        </a:p>
      </dgm:t>
    </dgm:pt>
    <dgm:pt modelId="{9318C731-F106-471B-A7B5-81C8B8448C0B}" cxnId="{D2BFA6E1-72E6-4C0D-BAE9-B326481CB1F8}" type="parTrans">
      <dgm:prSet/>
      <dgm:spPr/>
      <dgm:t>
        <a:bodyPr/>
        <a:lstStyle/>
        <a:p>
          <a:endParaRPr lang="zh-CN" altLang="en-US"/>
        </a:p>
      </dgm:t>
    </dgm:pt>
    <dgm:pt modelId="{16F0C56F-B56D-4CAD-84A5-E1D34038FE44}" cxnId="{D2BFA6E1-72E6-4C0D-BAE9-B326481CB1F8}" type="sibTrans">
      <dgm:prSet/>
      <dgm:spPr/>
      <dgm:t>
        <a:bodyPr/>
        <a:lstStyle/>
        <a:p>
          <a:endParaRPr lang="zh-CN" altLang="en-US"/>
        </a:p>
      </dgm:t>
    </dgm:pt>
    <dgm:pt modelId="{564EBECE-DB06-453E-8453-DE5398214A86}">
      <dgm:prSet/>
      <dgm:spPr/>
      <dgm:t>
        <a:bodyPr/>
        <a:lstStyle/>
        <a:p>
          <a:r>
            <a:rPr lang="zh-CN" altLang="en-US" dirty="0" smtClean="0"/>
            <a:t>合理解释，</a:t>
          </a:r>
          <a:endParaRPr lang="en-US" altLang="zh-CN" dirty="0" smtClean="0"/>
        </a:p>
        <a:p>
          <a:r>
            <a:rPr lang="zh-CN" altLang="en-US" dirty="0" smtClean="0"/>
            <a:t>平息抱怨</a:t>
          </a:r>
          <a:endParaRPr lang="zh-CN" altLang="en-US" dirty="0"/>
        </a:p>
      </dgm:t>
    </dgm:pt>
    <dgm:pt modelId="{17EC4EA2-0E3B-4FF8-8B35-C4136F33994A}" cxnId="{18325811-4588-4197-A8B8-429795D533DE}" type="parTrans">
      <dgm:prSet/>
      <dgm:spPr/>
      <dgm:t>
        <a:bodyPr/>
        <a:lstStyle/>
        <a:p>
          <a:endParaRPr lang="zh-CN" altLang="en-US"/>
        </a:p>
      </dgm:t>
    </dgm:pt>
    <dgm:pt modelId="{5CCCF5D7-AC9F-48A4-970C-6BF9ED66CAF6}" cxnId="{18325811-4588-4197-A8B8-429795D533DE}" type="sibTrans">
      <dgm:prSet/>
      <dgm:spPr/>
      <dgm:t>
        <a:bodyPr/>
        <a:lstStyle/>
        <a:p>
          <a:endParaRPr lang="zh-CN" altLang="en-US"/>
        </a:p>
      </dgm:t>
    </dgm:pt>
    <dgm:pt modelId="{E9B9623A-E085-4057-B4EA-498513C50716}">
      <dgm:prSet/>
      <dgm:spPr/>
      <dgm:t>
        <a:bodyPr/>
        <a:lstStyle/>
        <a:p>
          <a:r>
            <a:rPr lang="zh-CN" altLang="en-US" dirty="0" smtClean="0"/>
            <a:t>对服务的衡量尺度与企业自身不同</a:t>
          </a:r>
          <a:endParaRPr lang="zh-CN" altLang="en-US" dirty="0"/>
        </a:p>
      </dgm:t>
    </dgm:pt>
    <dgm:pt modelId="{1F0138B2-34BD-497F-B8A2-2F8D805EA939}" cxnId="{E8ECEED6-1BE2-45D5-90FB-D43A13A7D515}" type="parTrans">
      <dgm:prSet/>
      <dgm:spPr/>
      <dgm:t>
        <a:bodyPr/>
        <a:lstStyle/>
        <a:p>
          <a:endParaRPr lang="zh-CN" altLang="en-US"/>
        </a:p>
      </dgm:t>
    </dgm:pt>
    <dgm:pt modelId="{E1B13EEA-7959-45B1-9E4C-089CFD237C8A}" cxnId="{E8ECEED6-1BE2-45D5-90FB-D43A13A7D515}" type="sibTrans">
      <dgm:prSet/>
      <dgm:spPr/>
      <dgm:t>
        <a:bodyPr/>
        <a:lstStyle/>
        <a:p>
          <a:endParaRPr lang="zh-CN" altLang="en-US"/>
        </a:p>
      </dgm:t>
    </dgm:pt>
    <dgm:pt modelId="{C6271CE3-EC22-40B8-8D47-C59932785001}">
      <dgm:prSet/>
      <dgm:spPr/>
      <dgm:t>
        <a:bodyPr/>
        <a:lstStyle/>
        <a:p>
          <a:r>
            <a:rPr lang="zh-CN" altLang="en-US" dirty="0" smtClean="0"/>
            <a:t>具体情况具体分析，合理处理</a:t>
          </a:r>
          <a:endParaRPr lang="zh-CN" altLang="en-US" dirty="0"/>
        </a:p>
      </dgm:t>
    </dgm:pt>
    <dgm:pt modelId="{0E0D4008-DF65-48E9-B51F-7B4DE8E0BBAB}" cxnId="{906B0285-7654-4A87-9249-00FDAA599F1C}" type="parTrans">
      <dgm:prSet/>
      <dgm:spPr/>
      <dgm:t>
        <a:bodyPr/>
        <a:lstStyle/>
        <a:p>
          <a:endParaRPr lang="zh-CN" altLang="en-US"/>
        </a:p>
      </dgm:t>
    </dgm:pt>
    <dgm:pt modelId="{CEA04FB4-2115-4F9A-9C9D-32E88FB27171}" cxnId="{906B0285-7654-4A87-9249-00FDAA599F1C}" type="sibTrans">
      <dgm:prSet/>
      <dgm:spPr/>
      <dgm:t>
        <a:bodyPr/>
        <a:lstStyle/>
        <a:p>
          <a:endParaRPr lang="zh-CN" altLang="en-US"/>
        </a:p>
      </dgm:t>
    </dgm:pt>
    <dgm:pt modelId="{F39F0A70-63EB-4E77-B1A8-BAC3F97DFAA5}">
      <dgm:prSet/>
      <dgm:spPr/>
      <dgm:t>
        <a:bodyPr/>
        <a:lstStyle/>
        <a:p>
          <a:r>
            <a:rPr lang="zh-CN" altLang="en-US" dirty="0" smtClean="0"/>
            <a:t>给折扣建议保留</a:t>
          </a:r>
          <a:endParaRPr lang="zh-CN" altLang="en-US" dirty="0"/>
        </a:p>
      </dgm:t>
    </dgm:pt>
    <dgm:pt modelId="{5494FEB4-1566-4400-A6A2-C75A574F85D1}" cxnId="{270920F9-E468-43D7-8FED-4678B52A19AA}" type="parTrans">
      <dgm:prSet/>
      <dgm:spPr/>
      <dgm:t>
        <a:bodyPr/>
        <a:lstStyle/>
        <a:p>
          <a:endParaRPr lang="zh-CN" altLang="en-US"/>
        </a:p>
      </dgm:t>
    </dgm:pt>
    <dgm:pt modelId="{33DD593B-0114-41E9-9515-A02ACCB33E8D}" cxnId="{270920F9-E468-43D7-8FED-4678B52A19AA}" type="sibTrans">
      <dgm:prSet/>
      <dgm:spPr/>
      <dgm:t>
        <a:bodyPr/>
        <a:lstStyle/>
        <a:p>
          <a:endParaRPr lang="zh-CN" altLang="en-US"/>
        </a:p>
      </dgm:t>
    </dgm:pt>
    <dgm:pt modelId="{E726248F-C77F-43DB-AFEC-4F82F389344A}" type="pres">
      <dgm:prSet presAssocID="{16B16035-7FF3-426B-AE5C-DBD3B73791E1}" presName="hierChild1" presStyleCnt="0">
        <dgm:presLayoutVars>
          <dgm:chPref val="1"/>
          <dgm:dir/>
          <dgm:animOne val="branch"/>
          <dgm:animLvl val="lvl"/>
          <dgm:resizeHandles/>
        </dgm:presLayoutVars>
      </dgm:prSet>
      <dgm:spPr/>
      <dgm:t>
        <a:bodyPr/>
        <a:lstStyle/>
        <a:p>
          <a:endParaRPr lang="zh-CN" altLang="en-US"/>
        </a:p>
      </dgm:t>
    </dgm:pt>
    <dgm:pt modelId="{07C38A1D-AAD6-4D54-895F-3994963C58AE}" type="pres">
      <dgm:prSet presAssocID="{D79677BD-7015-4A3F-9A28-E5663A019DCC}" presName="hierRoot1" presStyleCnt="0"/>
      <dgm:spPr/>
    </dgm:pt>
    <dgm:pt modelId="{AA2B7388-E693-4A1C-B505-0A9862C87320}" type="pres">
      <dgm:prSet presAssocID="{D79677BD-7015-4A3F-9A28-E5663A019DCC}" presName="composite" presStyleCnt="0"/>
      <dgm:spPr/>
    </dgm:pt>
    <dgm:pt modelId="{53325F05-0D81-41AC-A9A8-B60936BEF95C}" type="pres">
      <dgm:prSet presAssocID="{D79677BD-7015-4A3F-9A28-E5663A019DCC}" presName="background" presStyleLbl="node0" presStyleIdx="0" presStyleCnt="1"/>
      <dgm:spPr/>
    </dgm:pt>
    <dgm:pt modelId="{01C18CA6-35A9-4C71-BC36-B1E6C51CF8A6}" type="pres">
      <dgm:prSet presAssocID="{D79677BD-7015-4A3F-9A28-E5663A019DCC}" presName="text" presStyleLbl="fgAcc0" presStyleIdx="0" presStyleCnt="1" custScaleX="129806">
        <dgm:presLayoutVars>
          <dgm:chPref val="3"/>
        </dgm:presLayoutVars>
      </dgm:prSet>
      <dgm:spPr/>
      <dgm:t>
        <a:bodyPr/>
        <a:lstStyle/>
        <a:p>
          <a:endParaRPr lang="zh-CN" altLang="en-US"/>
        </a:p>
      </dgm:t>
    </dgm:pt>
    <dgm:pt modelId="{737575CD-AC29-45DB-A5CC-814FB0CC8D0D}" type="pres">
      <dgm:prSet presAssocID="{D79677BD-7015-4A3F-9A28-E5663A019DCC}" presName="hierChild2" presStyleCnt="0"/>
      <dgm:spPr/>
    </dgm:pt>
    <dgm:pt modelId="{9A73B10E-D1C6-44EC-A9BB-D793F952BDCC}" type="pres">
      <dgm:prSet presAssocID="{EC8B98F6-38E7-4913-B89C-CFC36BFAACBC}" presName="Name10" presStyleLbl="parChTrans1D2" presStyleIdx="0" presStyleCnt="5"/>
      <dgm:spPr/>
      <dgm:t>
        <a:bodyPr/>
        <a:lstStyle/>
        <a:p>
          <a:endParaRPr lang="zh-CN" altLang="en-US"/>
        </a:p>
      </dgm:t>
    </dgm:pt>
    <dgm:pt modelId="{A5EF4674-1272-4B71-875D-AB670357751A}" type="pres">
      <dgm:prSet presAssocID="{04151875-E98B-4169-BEE5-7FEA278B1695}" presName="hierRoot2" presStyleCnt="0"/>
      <dgm:spPr/>
    </dgm:pt>
    <dgm:pt modelId="{8B6746A9-F427-4156-8083-46A83C55BD72}" type="pres">
      <dgm:prSet presAssocID="{04151875-E98B-4169-BEE5-7FEA278B1695}" presName="composite2" presStyleCnt="0"/>
      <dgm:spPr/>
    </dgm:pt>
    <dgm:pt modelId="{15C0047F-ACB6-42BC-9793-051B2820F456}" type="pres">
      <dgm:prSet presAssocID="{04151875-E98B-4169-BEE5-7FEA278B1695}" presName="background2" presStyleLbl="node2" presStyleIdx="0" presStyleCnt="5"/>
      <dgm:spPr/>
    </dgm:pt>
    <dgm:pt modelId="{0F6482BC-EE70-4081-B724-B03C105DDFAA}" type="pres">
      <dgm:prSet presAssocID="{04151875-E98B-4169-BEE5-7FEA278B1695}" presName="text2" presStyleLbl="fgAcc2" presStyleIdx="0" presStyleCnt="5">
        <dgm:presLayoutVars>
          <dgm:chPref val="3"/>
        </dgm:presLayoutVars>
      </dgm:prSet>
      <dgm:spPr/>
      <dgm:t>
        <a:bodyPr/>
        <a:lstStyle/>
        <a:p>
          <a:endParaRPr lang="zh-CN" altLang="en-US"/>
        </a:p>
      </dgm:t>
    </dgm:pt>
    <dgm:pt modelId="{FFD87A14-CA5E-42E6-A790-0EC04867A277}" type="pres">
      <dgm:prSet presAssocID="{04151875-E98B-4169-BEE5-7FEA278B1695}" presName="hierChild3" presStyleCnt="0"/>
      <dgm:spPr/>
    </dgm:pt>
    <dgm:pt modelId="{7F9E64C1-DE88-4A98-829D-4D16C5A2A3BC}" type="pres">
      <dgm:prSet presAssocID="{38C032C8-753C-4C4C-944A-FF43C28A7807}" presName="Name17" presStyleLbl="parChTrans1D3" presStyleIdx="0" presStyleCnt="7"/>
      <dgm:spPr/>
      <dgm:t>
        <a:bodyPr/>
        <a:lstStyle/>
        <a:p>
          <a:endParaRPr lang="zh-CN" altLang="en-US"/>
        </a:p>
      </dgm:t>
    </dgm:pt>
    <dgm:pt modelId="{BA64234B-3467-48B4-94DC-A2193253F5E8}" type="pres">
      <dgm:prSet presAssocID="{C781307B-B994-48B4-B3AB-E48DD6360199}" presName="hierRoot3" presStyleCnt="0"/>
      <dgm:spPr/>
    </dgm:pt>
    <dgm:pt modelId="{9330EA72-2ADD-44FC-A7EF-F3059D5ED825}" type="pres">
      <dgm:prSet presAssocID="{C781307B-B994-48B4-B3AB-E48DD6360199}" presName="composite3" presStyleCnt="0"/>
      <dgm:spPr/>
    </dgm:pt>
    <dgm:pt modelId="{EFAAFD8D-D862-490F-85FC-41191176D631}" type="pres">
      <dgm:prSet presAssocID="{C781307B-B994-48B4-B3AB-E48DD6360199}" presName="background3" presStyleLbl="node3" presStyleIdx="0" presStyleCnt="7"/>
      <dgm:spPr/>
    </dgm:pt>
    <dgm:pt modelId="{DCE99A33-398C-4EBB-A384-2ADD600C79D4}" type="pres">
      <dgm:prSet presAssocID="{C781307B-B994-48B4-B3AB-E48DD6360199}" presName="text3" presStyleLbl="fgAcc3" presStyleIdx="0" presStyleCnt="7">
        <dgm:presLayoutVars>
          <dgm:chPref val="3"/>
        </dgm:presLayoutVars>
      </dgm:prSet>
      <dgm:spPr/>
      <dgm:t>
        <a:bodyPr/>
        <a:lstStyle/>
        <a:p>
          <a:endParaRPr lang="zh-CN" altLang="en-US"/>
        </a:p>
      </dgm:t>
    </dgm:pt>
    <dgm:pt modelId="{E6AF250C-DD46-46FE-8330-778D525388EA}" type="pres">
      <dgm:prSet presAssocID="{C781307B-B994-48B4-B3AB-E48DD6360199}" presName="hierChild4" presStyleCnt="0"/>
      <dgm:spPr/>
    </dgm:pt>
    <dgm:pt modelId="{09B5473D-6651-4FFF-BA3F-E3C10CE0DD18}" type="pres">
      <dgm:prSet presAssocID="{599D2554-30BE-47F9-9F41-B6ACB658D515}" presName="Name17" presStyleLbl="parChTrans1D3" presStyleIdx="1" presStyleCnt="7"/>
      <dgm:spPr/>
      <dgm:t>
        <a:bodyPr/>
        <a:lstStyle/>
        <a:p>
          <a:endParaRPr lang="zh-CN" altLang="en-US"/>
        </a:p>
      </dgm:t>
    </dgm:pt>
    <dgm:pt modelId="{0A7442C4-2F24-4436-9319-D7CA8A977891}" type="pres">
      <dgm:prSet presAssocID="{E4D0E217-8688-4F10-82E2-ECA24AD2F599}" presName="hierRoot3" presStyleCnt="0"/>
      <dgm:spPr/>
    </dgm:pt>
    <dgm:pt modelId="{8F53B86B-76D5-4DF3-870E-5B0EBA546066}" type="pres">
      <dgm:prSet presAssocID="{E4D0E217-8688-4F10-82E2-ECA24AD2F599}" presName="composite3" presStyleCnt="0"/>
      <dgm:spPr/>
    </dgm:pt>
    <dgm:pt modelId="{3E0484A1-5AD7-4FA4-A638-B8E377EC9583}" type="pres">
      <dgm:prSet presAssocID="{E4D0E217-8688-4F10-82E2-ECA24AD2F599}" presName="background3" presStyleLbl="node3" presStyleIdx="1" presStyleCnt="7"/>
      <dgm:spPr/>
    </dgm:pt>
    <dgm:pt modelId="{F5B08033-4A91-460D-AEE9-1869CCEF53BF}" type="pres">
      <dgm:prSet presAssocID="{E4D0E217-8688-4F10-82E2-ECA24AD2F599}" presName="text3" presStyleLbl="fgAcc3" presStyleIdx="1" presStyleCnt="7">
        <dgm:presLayoutVars>
          <dgm:chPref val="3"/>
        </dgm:presLayoutVars>
      </dgm:prSet>
      <dgm:spPr/>
      <dgm:t>
        <a:bodyPr/>
        <a:lstStyle/>
        <a:p>
          <a:endParaRPr lang="zh-CN" altLang="en-US"/>
        </a:p>
      </dgm:t>
    </dgm:pt>
    <dgm:pt modelId="{23C7AB79-C4A0-4314-BE56-442FB0519B62}" type="pres">
      <dgm:prSet presAssocID="{E4D0E217-8688-4F10-82E2-ECA24AD2F599}" presName="hierChild4" presStyleCnt="0"/>
      <dgm:spPr/>
    </dgm:pt>
    <dgm:pt modelId="{BBDD54C8-CB26-49AF-ABEA-0F4751295E0B}" type="pres">
      <dgm:prSet presAssocID="{165037E6-5EC9-4275-BEEE-EE8180CAEEE9}" presName="Name10" presStyleLbl="parChTrans1D2" presStyleIdx="1" presStyleCnt="5"/>
      <dgm:spPr/>
      <dgm:t>
        <a:bodyPr/>
        <a:lstStyle/>
        <a:p>
          <a:endParaRPr lang="zh-CN" altLang="en-US"/>
        </a:p>
      </dgm:t>
    </dgm:pt>
    <dgm:pt modelId="{0E5B196A-F2A9-48EA-B556-9BC400536626}" type="pres">
      <dgm:prSet presAssocID="{A370924F-2C0A-4AC6-A0C3-3EAE8B96EC28}" presName="hierRoot2" presStyleCnt="0"/>
      <dgm:spPr/>
    </dgm:pt>
    <dgm:pt modelId="{8821A229-4FD0-49DA-86AF-FFB469E3A034}" type="pres">
      <dgm:prSet presAssocID="{A370924F-2C0A-4AC6-A0C3-3EAE8B96EC28}" presName="composite2" presStyleCnt="0"/>
      <dgm:spPr/>
    </dgm:pt>
    <dgm:pt modelId="{7F1F9471-F907-4A6D-BE6D-6A82A8DD130D}" type="pres">
      <dgm:prSet presAssocID="{A370924F-2C0A-4AC6-A0C3-3EAE8B96EC28}" presName="background2" presStyleLbl="node2" presStyleIdx="1" presStyleCnt="5"/>
      <dgm:spPr/>
    </dgm:pt>
    <dgm:pt modelId="{2D65B348-A5F3-4557-827D-C7538A253F1F}" type="pres">
      <dgm:prSet presAssocID="{A370924F-2C0A-4AC6-A0C3-3EAE8B96EC28}" presName="text2" presStyleLbl="fgAcc2" presStyleIdx="1" presStyleCnt="5">
        <dgm:presLayoutVars>
          <dgm:chPref val="3"/>
        </dgm:presLayoutVars>
      </dgm:prSet>
      <dgm:spPr/>
      <dgm:t>
        <a:bodyPr/>
        <a:lstStyle/>
        <a:p>
          <a:endParaRPr lang="zh-CN" altLang="en-US"/>
        </a:p>
      </dgm:t>
    </dgm:pt>
    <dgm:pt modelId="{E8B084B7-628F-4A1E-9FA4-9F50DC7D6356}" type="pres">
      <dgm:prSet presAssocID="{A370924F-2C0A-4AC6-A0C3-3EAE8B96EC28}" presName="hierChild3" presStyleCnt="0"/>
      <dgm:spPr/>
    </dgm:pt>
    <dgm:pt modelId="{41733127-6D7A-4E2E-8551-7F0681F7B683}" type="pres">
      <dgm:prSet presAssocID="{CA3521B4-EBC1-477A-833C-876973294B99}" presName="Name17" presStyleLbl="parChTrans1D3" presStyleIdx="2" presStyleCnt="7"/>
      <dgm:spPr/>
      <dgm:t>
        <a:bodyPr/>
        <a:lstStyle/>
        <a:p>
          <a:endParaRPr lang="zh-CN" altLang="en-US"/>
        </a:p>
      </dgm:t>
    </dgm:pt>
    <dgm:pt modelId="{00ACC66E-124E-4E21-B656-B98AADB50C34}" type="pres">
      <dgm:prSet presAssocID="{B4EB6098-7F7A-42AC-BB7A-33CB6BDD32A0}" presName="hierRoot3" presStyleCnt="0"/>
      <dgm:spPr/>
    </dgm:pt>
    <dgm:pt modelId="{A49C9E48-6049-4C17-B042-C9131B1565F9}" type="pres">
      <dgm:prSet presAssocID="{B4EB6098-7F7A-42AC-BB7A-33CB6BDD32A0}" presName="composite3" presStyleCnt="0"/>
      <dgm:spPr/>
    </dgm:pt>
    <dgm:pt modelId="{2F43ADD5-D7BC-4B2B-8A41-F655ED852C97}" type="pres">
      <dgm:prSet presAssocID="{B4EB6098-7F7A-42AC-BB7A-33CB6BDD32A0}" presName="background3" presStyleLbl="node3" presStyleIdx="2" presStyleCnt="7"/>
      <dgm:spPr/>
    </dgm:pt>
    <dgm:pt modelId="{D8B000B0-082E-451E-B6BF-0D7ED1E477DA}" type="pres">
      <dgm:prSet presAssocID="{B4EB6098-7F7A-42AC-BB7A-33CB6BDD32A0}" presName="text3" presStyleLbl="fgAcc3" presStyleIdx="2" presStyleCnt="7">
        <dgm:presLayoutVars>
          <dgm:chPref val="3"/>
        </dgm:presLayoutVars>
      </dgm:prSet>
      <dgm:spPr/>
      <dgm:t>
        <a:bodyPr/>
        <a:lstStyle/>
        <a:p>
          <a:endParaRPr lang="zh-CN" altLang="en-US"/>
        </a:p>
      </dgm:t>
    </dgm:pt>
    <dgm:pt modelId="{0361AEC7-3F21-4434-9C99-FC767E801CBD}" type="pres">
      <dgm:prSet presAssocID="{B4EB6098-7F7A-42AC-BB7A-33CB6BDD32A0}" presName="hierChild4" presStyleCnt="0"/>
      <dgm:spPr/>
    </dgm:pt>
    <dgm:pt modelId="{8431DAE9-74E0-4220-8B48-862B011FEB4D}" type="pres">
      <dgm:prSet presAssocID="{5694ADD0-B781-4107-B4E6-444D975CBF9D}" presName="Name10" presStyleLbl="parChTrans1D2" presStyleIdx="2" presStyleCnt="5"/>
      <dgm:spPr/>
      <dgm:t>
        <a:bodyPr/>
        <a:lstStyle/>
        <a:p>
          <a:endParaRPr lang="zh-CN" altLang="en-US"/>
        </a:p>
      </dgm:t>
    </dgm:pt>
    <dgm:pt modelId="{BE9E712F-0DAA-406D-9019-684C4D94657F}" type="pres">
      <dgm:prSet presAssocID="{848505E7-92D3-47AA-9C20-1B2C5DA85BE9}" presName="hierRoot2" presStyleCnt="0"/>
      <dgm:spPr/>
    </dgm:pt>
    <dgm:pt modelId="{981F16EA-5D99-4B1C-A9EF-C055CFF55CBD}" type="pres">
      <dgm:prSet presAssocID="{848505E7-92D3-47AA-9C20-1B2C5DA85BE9}" presName="composite2" presStyleCnt="0"/>
      <dgm:spPr/>
    </dgm:pt>
    <dgm:pt modelId="{4AE4F273-8C47-4B6F-99E8-1A9FC65E3D90}" type="pres">
      <dgm:prSet presAssocID="{848505E7-92D3-47AA-9C20-1B2C5DA85BE9}" presName="background2" presStyleLbl="node2" presStyleIdx="2" presStyleCnt="5"/>
      <dgm:spPr/>
    </dgm:pt>
    <dgm:pt modelId="{0973E88F-C16A-4098-AAD9-90AF272A1232}" type="pres">
      <dgm:prSet presAssocID="{848505E7-92D3-47AA-9C20-1B2C5DA85BE9}" presName="text2" presStyleLbl="fgAcc2" presStyleIdx="2" presStyleCnt="5" custScaleX="109406">
        <dgm:presLayoutVars>
          <dgm:chPref val="3"/>
        </dgm:presLayoutVars>
      </dgm:prSet>
      <dgm:spPr/>
      <dgm:t>
        <a:bodyPr/>
        <a:lstStyle/>
        <a:p>
          <a:endParaRPr lang="zh-CN" altLang="en-US"/>
        </a:p>
      </dgm:t>
    </dgm:pt>
    <dgm:pt modelId="{4D790FCE-FAC1-45D4-A36C-15A0A87DF4BC}" type="pres">
      <dgm:prSet presAssocID="{848505E7-92D3-47AA-9C20-1B2C5DA85BE9}" presName="hierChild3" presStyleCnt="0"/>
      <dgm:spPr/>
    </dgm:pt>
    <dgm:pt modelId="{7B0BBE5B-8EA4-40AF-8D7F-37B80BDA1833}" type="pres">
      <dgm:prSet presAssocID="{3E4B88BE-4247-4F38-9092-276A1D783E27}" presName="Name17" presStyleLbl="parChTrans1D3" presStyleIdx="3" presStyleCnt="7"/>
      <dgm:spPr/>
      <dgm:t>
        <a:bodyPr/>
        <a:lstStyle/>
        <a:p>
          <a:endParaRPr lang="zh-CN" altLang="en-US"/>
        </a:p>
      </dgm:t>
    </dgm:pt>
    <dgm:pt modelId="{64B33D86-F1F5-48AD-BA70-815C19C268E9}" type="pres">
      <dgm:prSet presAssocID="{8D3B8F4A-CCA1-4735-8C58-EBBD3F631F4B}" presName="hierRoot3" presStyleCnt="0"/>
      <dgm:spPr/>
    </dgm:pt>
    <dgm:pt modelId="{188B7862-4C30-46FC-8F7D-D85C481980DF}" type="pres">
      <dgm:prSet presAssocID="{8D3B8F4A-CCA1-4735-8C58-EBBD3F631F4B}" presName="composite3" presStyleCnt="0"/>
      <dgm:spPr/>
    </dgm:pt>
    <dgm:pt modelId="{115DE835-A0B3-4CB0-9732-5FFDB52DDDEF}" type="pres">
      <dgm:prSet presAssocID="{8D3B8F4A-CCA1-4735-8C58-EBBD3F631F4B}" presName="background3" presStyleLbl="node3" presStyleIdx="3" presStyleCnt="7"/>
      <dgm:spPr/>
    </dgm:pt>
    <dgm:pt modelId="{9F5B51EB-D7CD-46F7-87C4-59C12773BCAF}" type="pres">
      <dgm:prSet presAssocID="{8D3B8F4A-CCA1-4735-8C58-EBBD3F631F4B}" presName="text3" presStyleLbl="fgAcc3" presStyleIdx="3" presStyleCnt="7">
        <dgm:presLayoutVars>
          <dgm:chPref val="3"/>
        </dgm:presLayoutVars>
      </dgm:prSet>
      <dgm:spPr/>
      <dgm:t>
        <a:bodyPr/>
        <a:lstStyle/>
        <a:p>
          <a:endParaRPr lang="zh-CN" altLang="en-US"/>
        </a:p>
      </dgm:t>
    </dgm:pt>
    <dgm:pt modelId="{7EAFA53F-3917-49FB-8C86-DA55C21C8267}" type="pres">
      <dgm:prSet presAssocID="{8D3B8F4A-CCA1-4735-8C58-EBBD3F631F4B}" presName="hierChild4" presStyleCnt="0"/>
      <dgm:spPr/>
    </dgm:pt>
    <dgm:pt modelId="{608DAD80-4883-4135-9F8D-996D2D439A3F}" type="pres">
      <dgm:prSet presAssocID="{9318C731-F106-471B-A7B5-81C8B8448C0B}" presName="Name23" presStyleLbl="parChTrans1D4" presStyleIdx="0" presStyleCnt="2"/>
      <dgm:spPr/>
      <dgm:t>
        <a:bodyPr/>
        <a:lstStyle/>
        <a:p>
          <a:endParaRPr lang="zh-CN" altLang="en-US"/>
        </a:p>
      </dgm:t>
    </dgm:pt>
    <dgm:pt modelId="{79BB470A-0AB7-4608-B278-314C12C2D86E}" type="pres">
      <dgm:prSet presAssocID="{80CF8F4B-407E-4225-A261-97E5E275D63E}" presName="hierRoot4" presStyleCnt="0"/>
      <dgm:spPr/>
    </dgm:pt>
    <dgm:pt modelId="{83610EF5-5351-423D-A231-A0CC648F717C}" type="pres">
      <dgm:prSet presAssocID="{80CF8F4B-407E-4225-A261-97E5E275D63E}" presName="composite4" presStyleCnt="0"/>
      <dgm:spPr/>
    </dgm:pt>
    <dgm:pt modelId="{995DE8C9-32D9-4103-B419-5DFB47F096E0}" type="pres">
      <dgm:prSet presAssocID="{80CF8F4B-407E-4225-A261-97E5E275D63E}" presName="background4" presStyleLbl="node4" presStyleIdx="0" presStyleCnt="2"/>
      <dgm:spPr/>
    </dgm:pt>
    <dgm:pt modelId="{6C3D98D3-A453-4F6E-881B-3905474B0073}" type="pres">
      <dgm:prSet presAssocID="{80CF8F4B-407E-4225-A261-97E5E275D63E}" presName="text4" presStyleLbl="fgAcc4" presStyleIdx="0" presStyleCnt="2">
        <dgm:presLayoutVars>
          <dgm:chPref val="3"/>
        </dgm:presLayoutVars>
      </dgm:prSet>
      <dgm:spPr/>
      <dgm:t>
        <a:bodyPr/>
        <a:lstStyle/>
        <a:p>
          <a:endParaRPr lang="zh-CN" altLang="en-US"/>
        </a:p>
      </dgm:t>
    </dgm:pt>
    <dgm:pt modelId="{999C0C4B-73D9-4588-AA57-B98EB86ED80A}" type="pres">
      <dgm:prSet presAssocID="{80CF8F4B-407E-4225-A261-97E5E275D63E}" presName="hierChild5" presStyleCnt="0"/>
      <dgm:spPr/>
    </dgm:pt>
    <dgm:pt modelId="{6A978642-1243-405A-8CDF-7AF5925AF8DA}" type="pres">
      <dgm:prSet presAssocID="{FD1C2473-1B8A-43EF-9DF2-7F61AE936FE1}" presName="Name17" presStyleLbl="parChTrans1D3" presStyleIdx="4" presStyleCnt="7"/>
      <dgm:spPr/>
      <dgm:t>
        <a:bodyPr/>
        <a:lstStyle/>
        <a:p>
          <a:endParaRPr lang="zh-CN" altLang="en-US"/>
        </a:p>
      </dgm:t>
    </dgm:pt>
    <dgm:pt modelId="{C4E5714D-2A01-490C-B3C3-674C1CB75289}" type="pres">
      <dgm:prSet presAssocID="{3FCC5ACF-433E-4FC5-9791-5AEBDCE28269}" presName="hierRoot3" presStyleCnt="0"/>
      <dgm:spPr/>
    </dgm:pt>
    <dgm:pt modelId="{0591891D-514D-414C-B2B4-358B658F43B5}" type="pres">
      <dgm:prSet presAssocID="{3FCC5ACF-433E-4FC5-9791-5AEBDCE28269}" presName="composite3" presStyleCnt="0"/>
      <dgm:spPr/>
    </dgm:pt>
    <dgm:pt modelId="{DE7C9A66-CF9E-4053-A820-20CC8A240C0C}" type="pres">
      <dgm:prSet presAssocID="{3FCC5ACF-433E-4FC5-9791-5AEBDCE28269}" presName="background3" presStyleLbl="node3" presStyleIdx="4" presStyleCnt="7"/>
      <dgm:spPr/>
    </dgm:pt>
    <dgm:pt modelId="{04F6B247-406E-49CF-8AF4-E47EBD2C1208}" type="pres">
      <dgm:prSet presAssocID="{3FCC5ACF-433E-4FC5-9791-5AEBDCE28269}" presName="text3" presStyleLbl="fgAcc3" presStyleIdx="4" presStyleCnt="7">
        <dgm:presLayoutVars>
          <dgm:chPref val="3"/>
        </dgm:presLayoutVars>
      </dgm:prSet>
      <dgm:spPr/>
      <dgm:t>
        <a:bodyPr/>
        <a:lstStyle/>
        <a:p>
          <a:endParaRPr lang="zh-CN" altLang="en-US"/>
        </a:p>
      </dgm:t>
    </dgm:pt>
    <dgm:pt modelId="{A3D9EA1E-6469-4D2E-AA25-12194E784D01}" type="pres">
      <dgm:prSet presAssocID="{3FCC5ACF-433E-4FC5-9791-5AEBDCE28269}" presName="hierChild4" presStyleCnt="0"/>
      <dgm:spPr/>
    </dgm:pt>
    <dgm:pt modelId="{50D494D3-DB05-4C6F-A722-C67ACC6A42D8}" type="pres">
      <dgm:prSet presAssocID="{17EC4EA2-0E3B-4FF8-8B35-C4136F33994A}" presName="Name23" presStyleLbl="parChTrans1D4" presStyleIdx="1" presStyleCnt="2"/>
      <dgm:spPr/>
      <dgm:t>
        <a:bodyPr/>
        <a:lstStyle/>
        <a:p>
          <a:endParaRPr lang="zh-CN" altLang="en-US"/>
        </a:p>
      </dgm:t>
    </dgm:pt>
    <dgm:pt modelId="{B4D4E331-767E-47E3-9C64-C1AD4587D65E}" type="pres">
      <dgm:prSet presAssocID="{564EBECE-DB06-453E-8453-DE5398214A86}" presName="hierRoot4" presStyleCnt="0"/>
      <dgm:spPr/>
    </dgm:pt>
    <dgm:pt modelId="{1429D24D-5C56-4B24-B5BA-0CD78F5DE3D4}" type="pres">
      <dgm:prSet presAssocID="{564EBECE-DB06-453E-8453-DE5398214A86}" presName="composite4" presStyleCnt="0"/>
      <dgm:spPr/>
    </dgm:pt>
    <dgm:pt modelId="{0E720D47-276F-44D5-9E9D-A23F3F8B70C2}" type="pres">
      <dgm:prSet presAssocID="{564EBECE-DB06-453E-8453-DE5398214A86}" presName="background4" presStyleLbl="node4" presStyleIdx="1" presStyleCnt="2"/>
      <dgm:spPr/>
    </dgm:pt>
    <dgm:pt modelId="{AA26E056-7829-4F64-95EA-A383F12A877C}" type="pres">
      <dgm:prSet presAssocID="{564EBECE-DB06-453E-8453-DE5398214A86}" presName="text4" presStyleLbl="fgAcc4" presStyleIdx="1" presStyleCnt="2">
        <dgm:presLayoutVars>
          <dgm:chPref val="3"/>
        </dgm:presLayoutVars>
      </dgm:prSet>
      <dgm:spPr/>
      <dgm:t>
        <a:bodyPr/>
        <a:lstStyle/>
        <a:p>
          <a:endParaRPr lang="zh-CN" altLang="en-US"/>
        </a:p>
      </dgm:t>
    </dgm:pt>
    <dgm:pt modelId="{24C9F39F-9E3D-4783-8F68-5378018F6167}" type="pres">
      <dgm:prSet presAssocID="{564EBECE-DB06-453E-8453-DE5398214A86}" presName="hierChild5" presStyleCnt="0"/>
      <dgm:spPr/>
    </dgm:pt>
    <dgm:pt modelId="{2E979219-E602-49AC-BC4F-C7016DE9B7D5}" type="pres">
      <dgm:prSet presAssocID="{1F0138B2-34BD-497F-B8A2-2F8D805EA939}" presName="Name10" presStyleLbl="parChTrans1D2" presStyleIdx="3" presStyleCnt="5"/>
      <dgm:spPr/>
      <dgm:t>
        <a:bodyPr/>
        <a:lstStyle/>
        <a:p>
          <a:endParaRPr lang="zh-CN" altLang="en-US"/>
        </a:p>
      </dgm:t>
    </dgm:pt>
    <dgm:pt modelId="{FD0D8152-3642-4D1F-A91C-35DF5E200983}" type="pres">
      <dgm:prSet presAssocID="{E9B9623A-E085-4057-B4EA-498513C50716}" presName="hierRoot2" presStyleCnt="0"/>
      <dgm:spPr/>
    </dgm:pt>
    <dgm:pt modelId="{7C2391EC-5668-4F30-BB65-E139B218984C}" type="pres">
      <dgm:prSet presAssocID="{E9B9623A-E085-4057-B4EA-498513C50716}" presName="composite2" presStyleCnt="0"/>
      <dgm:spPr/>
    </dgm:pt>
    <dgm:pt modelId="{4568E8D3-0357-40D7-A162-B99B2DA9D95B}" type="pres">
      <dgm:prSet presAssocID="{E9B9623A-E085-4057-B4EA-498513C50716}" presName="background2" presStyleLbl="node2" presStyleIdx="3" presStyleCnt="5"/>
      <dgm:spPr/>
    </dgm:pt>
    <dgm:pt modelId="{25C0D2D5-8AEA-44F1-BE4A-D02DCD3F8E56}" type="pres">
      <dgm:prSet presAssocID="{E9B9623A-E085-4057-B4EA-498513C50716}" presName="text2" presStyleLbl="fgAcc2" presStyleIdx="3" presStyleCnt="5" custScaleX="119871">
        <dgm:presLayoutVars>
          <dgm:chPref val="3"/>
        </dgm:presLayoutVars>
      </dgm:prSet>
      <dgm:spPr/>
      <dgm:t>
        <a:bodyPr/>
        <a:lstStyle/>
        <a:p>
          <a:endParaRPr lang="zh-CN" altLang="en-US"/>
        </a:p>
      </dgm:t>
    </dgm:pt>
    <dgm:pt modelId="{331E3EB9-6D8A-4FEF-91D7-CAF44320897F}" type="pres">
      <dgm:prSet presAssocID="{E9B9623A-E085-4057-B4EA-498513C50716}" presName="hierChild3" presStyleCnt="0"/>
      <dgm:spPr/>
    </dgm:pt>
    <dgm:pt modelId="{FFB87D95-0236-4EA4-8ABC-5270092EE835}" type="pres">
      <dgm:prSet presAssocID="{0E0D4008-DF65-48E9-B51F-7B4DE8E0BBAB}" presName="Name17" presStyleLbl="parChTrans1D3" presStyleIdx="5" presStyleCnt="7"/>
      <dgm:spPr/>
      <dgm:t>
        <a:bodyPr/>
        <a:lstStyle/>
        <a:p>
          <a:endParaRPr lang="zh-CN" altLang="en-US"/>
        </a:p>
      </dgm:t>
    </dgm:pt>
    <dgm:pt modelId="{2FD53DF2-E46C-444B-9A8E-C3FC656B6A03}" type="pres">
      <dgm:prSet presAssocID="{C6271CE3-EC22-40B8-8D47-C59932785001}" presName="hierRoot3" presStyleCnt="0"/>
      <dgm:spPr/>
    </dgm:pt>
    <dgm:pt modelId="{EAC554EF-D8E6-417F-A557-2052D70016E4}" type="pres">
      <dgm:prSet presAssocID="{C6271CE3-EC22-40B8-8D47-C59932785001}" presName="composite3" presStyleCnt="0"/>
      <dgm:spPr/>
    </dgm:pt>
    <dgm:pt modelId="{E28644CA-5EA5-4F74-85A9-070FC13F7274}" type="pres">
      <dgm:prSet presAssocID="{C6271CE3-EC22-40B8-8D47-C59932785001}" presName="background3" presStyleLbl="node3" presStyleIdx="5" presStyleCnt="7"/>
      <dgm:spPr/>
    </dgm:pt>
    <dgm:pt modelId="{933820B7-D1E0-4B68-B007-45D1154BFBEA}" type="pres">
      <dgm:prSet presAssocID="{C6271CE3-EC22-40B8-8D47-C59932785001}" presName="text3" presStyleLbl="fgAcc3" presStyleIdx="5" presStyleCnt="7">
        <dgm:presLayoutVars>
          <dgm:chPref val="3"/>
        </dgm:presLayoutVars>
      </dgm:prSet>
      <dgm:spPr/>
      <dgm:t>
        <a:bodyPr/>
        <a:lstStyle/>
        <a:p>
          <a:endParaRPr lang="zh-CN" altLang="en-US"/>
        </a:p>
      </dgm:t>
    </dgm:pt>
    <dgm:pt modelId="{3371D6DC-C05F-4AE0-8416-8456A7A2BC36}" type="pres">
      <dgm:prSet presAssocID="{C6271CE3-EC22-40B8-8D47-C59932785001}" presName="hierChild4" presStyleCnt="0"/>
      <dgm:spPr/>
    </dgm:pt>
    <dgm:pt modelId="{AD15A0B7-397B-4229-99A2-8D256DD1737C}" type="pres">
      <dgm:prSet presAssocID="{5B00039F-A411-4018-995D-62238A702539}" presName="Name10" presStyleLbl="parChTrans1D2" presStyleIdx="4" presStyleCnt="5"/>
      <dgm:spPr/>
      <dgm:t>
        <a:bodyPr/>
        <a:lstStyle/>
        <a:p>
          <a:endParaRPr lang="zh-CN" altLang="en-US"/>
        </a:p>
      </dgm:t>
    </dgm:pt>
    <dgm:pt modelId="{8B9F9946-BE63-4931-9EB9-32F38DAA917D}" type="pres">
      <dgm:prSet presAssocID="{D590D5C4-A77C-4AD7-9847-AF0F42A8896C}" presName="hierRoot2" presStyleCnt="0"/>
      <dgm:spPr/>
    </dgm:pt>
    <dgm:pt modelId="{22104AC0-8C22-48FB-9E5C-579BB6F5AC4B}" type="pres">
      <dgm:prSet presAssocID="{D590D5C4-A77C-4AD7-9847-AF0F42A8896C}" presName="composite2" presStyleCnt="0"/>
      <dgm:spPr/>
    </dgm:pt>
    <dgm:pt modelId="{CE062880-AAD6-4F74-93BF-47475D15BC53}" type="pres">
      <dgm:prSet presAssocID="{D590D5C4-A77C-4AD7-9847-AF0F42A8896C}" presName="background2" presStyleLbl="node2" presStyleIdx="4" presStyleCnt="5"/>
      <dgm:spPr/>
    </dgm:pt>
    <dgm:pt modelId="{D9E05129-4FFC-45E1-9A47-092CC2B21526}" type="pres">
      <dgm:prSet presAssocID="{D590D5C4-A77C-4AD7-9847-AF0F42A8896C}" presName="text2" presStyleLbl="fgAcc2" presStyleIdx="4" presStyleCnt="5" custScaleX="106727">
        <dgm:presLayoutVars>
          <dgm:chPref val="3"/>
        </dgm:presLayoutVars>
      </dgm:prSet>
      <dgm:spPr/>
      <dgm:t>
        <a:bodyPr/>
        <a:lstStyle/>
        <a:p>
          <a:endParaRPr lang="zh-CN" altLang="en-US"/>
        </a:p>
      </dgm:t>
    </dgm:pt>
    <dgm:pt modelId="{939B6A78-6BC9-47A2-A5CF-1F96B75214C0}" type="pres">
      <dgm:prSet presAssocID="{D590D5C4-A77C-4AD7-9847-AF0F42A8896C}" presName="hierChild3" presStyleCnt="0"/>
      <dgm:spPr/>
    </dgm:pt>
    <dgm:pt modelId="{43D0C43B-E1DC-477A-A8EF-359636C0B6D4}" type="pres">
      <dgm:prSet presAssocID="{5494FEB4-1566-4400-A6A2-C75A574F85D1}" presName="Name17" presStyleLbl="parChTrans1D3" presStyleIdx="6" presStyleCnt="7"/>
      <dgm:spPr/>
      <dgm:t>
        <a:bodyPr/>
        <a:lstStyle/>
        <a:p>
          <a:endParaRPr lang="zh-CN" altLang="en-US"/>
        </a:p>
      </dgm:t>
    </dgm:pt>
    <dgm:pt modelId="{286330CD-0ED9-4AB1-B7F5-2A3CB0A1B189}" type="pres">
      <dgm:prSet presAssocID="{F39F0A70-63EB-4E77-B1A8-BAC3F97DFAA5}" presName="hierRoot3" presStyleCnt="0"/>
      <dgm:spPr/>
    </dgm:pt>
    <dgm:pt modelId="{995E1806-9C96-41E3-A17E-ABD199286ED2}" type="pres">
      <dgm:prSet presAssocID="{F39F0A70-63EB-4E77-B1A8-BAC3F97DFAA5}" presName="composite3" presStyleCnt="0"/>
      <dgm:spPr/>
    </dgm:pt>
    <dgm:pt modelId="{C2C9845D-2442-4812-AF61-33D5B6B2EB32}" type="pres">
      <dgm:prSet presAssocID="{F39F0A70-63EB-4E77-B1A8-BAC3F97DFAA5}" presName="background3" presStyleLbl="node3" presStyleIdx="6" presStyleCnt="7"/>
      <dgm:spPr/>
    </dgm:pt>
    <dgm:pt modelId="{7787604F-D2B2-49DF-895F-71DF4A7C607D}" type="pres">
      <dgm:prSet presAssocID="{F39F0A70-63EB-4E77-B1A8-BAC3F97DFAA5}" presName="text3" presStyleLbl="fgAcc3" presStyleIdx="6" presStyleCnt="7">
        <dgm:presLayoutVars>
          <dgm:chPref val="3"/>
        </dgm:presLayoutVars>
      </dgm:prSet>
      <dgm:spPr/>
      <dgm:t>
        <a:bodyPr/>
        <a:lstStyle/>
        <a:p>
          <a:endParaRPr lang="zh-CN" altLang="en-US"/>
        </a:p>
      </dgm:t>
    </dgm:pt>
    <dgm:pt modelId="{AE7313F6-CE26-4B09-9AFA-93649469F18E}" type="pres">
      <dgm:prSet presAssocID="{F39F0A70-63EB-4E77-B1A8-BAC3F97DFAA5}" presName="hierChild4" presStyleCnt="0"/>
      <dgm:spPr/>
    </dgm:pt>
  </dgm:ptLst>
  <dgm:cxnLst>
    <dgm:cxn modelId="{DD2DB779-9FC0-4A98-9441-2E23FF5EBFF7}" type="presOf" srcId="{599D2554-30BE-47F9-9F41-B6ACB658D515}" destId="{09B5473D-6651-4FFF-BA3F-E3C10CE0DD18}" srcOrd="0" destOrd="0" presId="urn:microsoft.com/office/officeart/2005/8/layout/hierarchy1"/>
    <dgm:cxn modelId="{06B118F6-8CD9-4CD9-830C-A1964FDFF8C9}" type="presOf" srcId="{C6271CE3-EC22-40B8-8D47-C59932785001}" destId="{933820B7-D1E0-4B68-B007-45D1154BFBEA}" srcOrd="0" destOrd="0" presId="urn:microsoft.com/office/officeart/2005/8/layout/hierarchy1"/>
    <dgm:cxn modelId="{0799A8D9-723A-4C0C-AA0A-95C9F3E15656}" type="presOf" srcId="{8D3B8F4A-CCA1-4735-8C58-EBBD3F631F4B}" destId="{9F5B51EB-D7CD-46F7-87C4-59C12773BCAF}" srcOrd="0" destOrd="0" presId="urn:microsoft.com/office/officeart/2005/8/layout/hierarchy1"/>
    <dgm:cxn modelId="{6F1A77F2-CC83-48F9-9720-DD1E4ACADC6F}" type="presOf" srcId="{C781307B-B994-48B4-B3AB-E48DD6360199}" destId="{DCE99A33-398C-4EBB-A384-2ADD600C79D4}" srcOrd="0" destOrd="0" presId="urn:microsoft.com/office/officeart/2005/8/layout/hierarchy1"/>
    <dgm:cxn modelId="{348C811D-603E-45D2-882B-6874B68A6794}" type="presOf" srcId="{80CF8F4B-407E-4225-A261-97E5E275D63E}" destId="{6C3D98D3-A453-4F6E-881B-3905474B0073}" srcOrd="0" destOrd="0" presId="urn:microsoft.com/office/officeart/2005/8/layout/hierarchy1"/>
    <dgm:cxn modelId="{2CDE25B8-2CA3-4EAB-A87D-590B943A18A0}" type="presOf" srcId="{D590D5C4-A77C-4AD7-9847-AF0F42A8896C}" destId="{D9E05129-4FFC-45E1-9A47-092CC2B21526}" srcOrd="0" destOrd="0" presId="urn:microsoft.com/office/officeart/2005/8/layout/hierarchy1"/>
    <dgm:cxn modelId="{8942BD30-5CD5-480C-BBD2-BD1A9CBD7AB9}" type="presOf" srcId="{FD1C2473-1B8A-43EF-9DF2-7F61AE936FE1}" destId="{6A978642-1243-405A-8CDF-7AF5925AF8DA}" srcOrd="0" destOrd="0" presId="urn:microsoft.com/office/officeart/2005/8/layout/hierarchy1"/>
    <dgm:cxn modelId="{D59060C9-A90A-4879-AD8A-D88E11790F3C}" type="presOf" srcId="{3E4B88BE-4247-4F38-9092-276A1D783E27}" destId="{7B0BBE5B-8EA4-40AF-8D7F-37B80BDA1833}" srcOrd="0" destOrd="0" presId="urn:microsoft.com/office/officeart/2005/8/layout/hierarchy1"/>
    <dgm:cxn modelId="{3FE5ED77-0E36-48BE-9481-CFEDCF094B26}" type="presOf" srcId="{5B00039F-A411-4018-995D-62238A702539}" destId="{AD15A0B7-397B-4229-99A2-8D256DD1737C}" srcOrd="0" destOrd="0" presId="urn:microsoft.com/office/officeart/2005/8/layout/hierarchy1"/>
    <dgm:cxn modelId="{270920F9-E468-43D7-8FED-4678B52A19AA}" srcId="{D590D5C4-A77C-4AD7-9847-AF0F42A8896C}" destId="{F39F0A70-63EB-4E77-B1A8-BAC3F97DFAA5}" srcOrd="0" destOrd="0" parTransId="{5494FEB4-1566-4400-A6A2-C75A574F85D1}" sibTransId="{33DD593B-0114-41E9-9515-A02ACCB33E8D}"/>
    <dgm:cxn modelId="{E1B38C5E-BF4D-419F-92A6-854FAA10710A}" type="presOf" srcId="{F39F0A70-63EB-4E77-B1A8-BAC3F97DFAA5}" destId="{7787604F-D2B2-49DF-895F-71DF4A7C607D}" srcOrd="0" destOrd="0" presId="urn:microsoft.com/office/officeart/2005/8/layout/hierarchy1"/>
    <dgm:cxn modelId="{21236BEB-C43C-46E2-AD45-F603A200E9D3}" srcId="{16B16035-7FF3-426B-AE5C-DBD3B73791E1}" destId="{D79677BD-7015-4A3F-9A28-E5663A019DCC}" srcOrd="0" destOrd="0" parTransId="{1B837F8D-BD79-4B79-B513-45194CD53DCF}" sibTransId="{078782DF-B7B1-4D43-AF4E-47B9E9F25239}"/>
    <dgm:cxn modelId="{C8EB95DF-9D3C-43EB-B755-E697AB8F4497}" srcId="{04151875-E98B-4169-BEE5-7FEA278B1695}" destId="{C781307B-B994-48B4-B3AB-E48DD6360199}" srcOrd="0" destOrd="0" parTransId="{38C032C8-753C-4C4C-944A-FF43C28A7807}" sibTransId="{9980100F-6FF5-458F-9D63-7E6D71BC1ED8}"/>
    <dgm:cxn modelId="{18325811-4588-4197-A8B8-429795D533DE}" srcId="{3FCC5ACF-433E-4FC5-9791-5AEBDCE28269}" destId="{564EBECE-DB06-453E-8453-DE5398214A86}" srcOrd="0" destOrd="0" parTransId="{17EC4EA2-0E3B-4FF8-8B35-C4136F33994A}" sibTransId="{5CCCF5D7-AC9F-48A4-970C-6BF9ED66CAF6}"/>
    <dgm:cxn modelId="{3616A77F-9C5B-4B0D-BF52-E2E322CEB9CB}" type="presOf" srcId="{16B16035-7FF3-426B-AE5C-DBD3B73791E1}" destId="{E726248F-C77F-43DB-AFEC-4F82F389344A}" srcOrd="0" destOrd="0" presId="urn:microsoft.com/office/officeart/2005/8/layout/hierarchy1"/>
    <dgm:cxn modelId="{29CED8DC-46DF-49E7-BAD9-97BF22BAFA89}" type="presOf" srcId="{0E0D4008-DF65-48E9-B51F-7B4DE8E0BBAB}" destId="{FFB87D95-0236-4EA4-8ABC-5270092EE835}" srcOrd="0" destOrd="0" presId="urn:microsoft.com/office/officeart/2005/8/layout/hierarchy1"/>
    <dgm:cxn modelId="{1ED82B8C-5766-4DFE-B0CB-3903A0BD0626}" type="presOf" srcId="{B4EB6098-7F7A-42AC-BB7A-33CB6BDD32A0}" destId="{D8B000B0-082E-451E-B6BF-0D7ED1E477DA}" srcOrd="0" destOrd="0" presId="urn:microsoft.com/office/officeart/2005/8/layout/hierarchy1"/>
    <dgm:cxn modelId="{B43CDD5E-4D1B-4D8E-9BDE-8F968808CD8C}" srcId="{D79677BD-7015-4A3F-9A28-E5663A019DCC}" destId="{D590D5C4-A77C-4AD7-9847-AF0F42A8896C}" srcOrd="4" destOrd="0" parTransId="{5B00039F-A411-4018-995D-62238A702539}" sibTransId="{670AA329-37D6-4707-8A36-E2841ADA7146}"/>
    <dgm:cxn modelId="{CE326051-AC75-480D-842C-DD9AEC3E43BF}" srcId="{04151875-E98B-4169-BEE5-7FEA278B1695}" destId="{E4D0E217-8688-4F10-82E2-ECA24AD2F599}" srcOrd="1" destOrd="0" parTransId="{599D2554-30BE-47F9-9F41-B6ACB658D515}" sibTransId="{E20C98E8-C2FC-4A98-80EA-9004C781DA19}"/>
    <dgm:cxn modelId="{2F975468-A34B-43D6-BB88-DB98AC656FFA}" type="presOf" srcId="{3FCC5ACF-433E-4FC5-9791-5AEBDCE28269}" destId="{04F6B247-406E-49CF-8AF4-E47EBD2C1208}" srcOrd="0" destOrd="0" presId="urn:microsoft.com/office/officeart/2005/8/layout/hierarchy1"/>
    <dgm:cxn modelId="{34087ABA-9E26-46C6-8AE6-D67D8D531463}" srcId="{D79677BD-7015-4A3F-9A28-E5663A019DCC}" destId="{A370924F-2C0A-4AC6-A0C3-3EAE8B96EC28}" srcOrd="1" destOrd="0" parTransId="{165037E6-5EC9-4275-BEEE-EE8180CAEEE9}" sibTransId="{7101DA50-7F37-467A-9E3C-ADBAE6ED2D80}"/>
    <dgm:cxn modelId="{68BB4F44-24FD-44C1-84E7-3ECF30B477D8}" type="presOf" srcId="{5694ADD0-B781-4107-B4E6-444D975CBF9D}" destId="{8431DAE9-74E0-4220-8B48-862B011FEB4D}" srcOrd="0" destOrd="0" presId="urn:microsoft.com/office/officeart/2005/8/layout/hierarchy1"/>
    <dgm:cxn modelId="{D2BFA6E1-72E6-4C0D-BAE9-B326481CB1F8}" srcId="{8D3B8F4A-CCA1-4735-8C58-EBBD3F631F4B}" destId="{80CF8F4B-407E-4225-A261-97E5E275D63E}" srcOrd="0" destOrd="0" parTransId="{9318C731-F106-471B-A7B5-81C8B8448C0B}" sibTransId="{16F0C56F-B56D-4CAD-84A5-E1D34038FE44}"/>
    <dgm:cxn modelId="{FDE917ED-8409-4CFE-84E0-C7DDE0E19239}" type="presOf" srcId="{E9B9623A-E085-4057-B4EA-498513C50716}" destId="{25C0D2D5-8AEA-44F1-BE4A-D02DCD3F8E56}" srcOrd="0" destOrd="0" presId="urn:microsoft.com/office/officeart/2005/8/layout/hierarchy1"/>
    <dgm:cxn modelId="{BF5B5ECA-B015-45B4-9167-40AE39867610}" type="presOf" srcId="{17EC4EA2-0E3B-4FF8-8B35-C4136F33994A}" destId="{50D494D3-DB05-4C6F-A722-C67ACC6A42D8}" srcOrd="0" destOrd="0" presId="urn:microsoft.com/office/officeart/2005/8/layout/hierarchy1"/>
    <dgm:cxn modelId="{927F71C2-A180-4F5A-9A5A-EFFFFD43F5F2}" type="presOf" srcId="{CA3521B4-EBC1-477A-833C-876973294B99}" destId="{41733127-6D7A-4E2E-8551-7F0681F7B683}" srcOrd="0" destOrd="0" presId="urn:microsoft.com/office/officeart/2005/8/layout/hierarchy1"/>
    <dgm:cxn modelId="{EB4E2AEB-6678-41FA-9C0F-D43BD9859795}" type="presOf" srcId="{E4D0E217-8688-4F10-82E2-ECA24AD2F599}" destId="{F5B08033-4A91-460D-AEE9-1869CCEF53BF}" srcOrd="0" destOrd="0" presId="urn:microsoft.com/office/officeart/2005/8/layout/hierarchy1"/>
    <dgm:cxn modelId="{61089922-8B2D-487D-A96B-18960D3CB1A2}" type="presOf" srcId="{04151875-E98B-4169-BEE5-7FEA278B1695}" destId="{0F6482BC-EE70-4081-B724-B03C105DDFAA}" srcOrd="0" destOrd="0" presId="urn:microsoft.com/office/officeart/2005/8/layout/hierarchy1"/>
    <dgm:cxn modelId="{A7F06B77-1E2D-4AD8-9E88-37C5D74B8CDB}" srcId="{D79677BD-7015-4A3F-9A28-E5663A019DCC}" destId="{848505E7-92D3-47AA-9C20-1B2C5DA85BE9}" srcOrd="2" destOrd="0" parTransId="{5694ADD0-B781-4107-B4E6-444D975CBF9D}" sibTransId="{5EE837F6-A686-4A7B-83F1-B2E440A08BD7}"/>
    <dgm:cxn modelId="{2632D3D5-22B1-4A48-BD3D-5815FC4927D7}" srcId="{A370924F-2C0A-4AC6-A0C3-3EAE8B96EC28}" destId="{B4EB6098-7F7A-42AC-BB7A-33CB6BDD32A0}" srcOrd="0" destOrd="0" parTransId="{CA3521B4-EBC1-477A-833C-876973294B99}" sibTransId="{BBB3CAE0-D954-40A7-9FE8-0638F9D63580}"/>
    <dgm:cxn modelId="{23211626-F823-4E71-807E-3FE6A73C9ADD}" type="presOf" srcId="{5494FEB4-1566-4400-A6A2-C75A574F85D1}" destId="{43D0C43B-E1DC-477A-A8EF-359636C0B6D4}" srcOrd="0" destOrd="0" presId="urn:microsoft.com/office/officeart/2005/8/layout/hierarchy1"/>
    <dgm:cxn modelId="{3265993D-4EC4-40E7-B40A-9D75237628D3}" srcId="{D79677BD-7015-4A3F-9A28-E5663A019DCC}" destId="{04151875-E98B-4169-BEE5-7FEA278B1695}" srcOrd="0" destOrd="0" parTransId="{EC8B98F6-38E7-4913-B89C-CFC36BFAACBC}" sibTransId="{3467CB89-A359-4961-A9AB-B031E2401DE6}"/>
    <dgm:cxn modelId="{DDC3D68E-1E71-4D53-BC24-EEC654CB9C32}" type="presOf" srcId="{165037E6-5EC9-4275-BEEE-EE8180CAEEE9}" destId="{BBDD54C8-CB26-49AF-ABEA-0F4751295E0B}" srcOrd="0" destOrd="0" presId="urn:microsoft.com/office/officeart/2005/8/layout/hierarchy1"/>
    <dgm:cxn modelId="{E8ECEED6-1BE2-45D5-90FB-D43A13A7D515}" srcId="{D79677BD-7015-4A3F-9A28-E5663A019DCC}" destId="{E9B9623A-E085-4057-B4EA-498513C50716}" srcOrd="3" destOrd="0" parTransId="{1F0138B2-34BD-497F-B8A2-2F8D805EA939}" sibTransId="{E1B13EEA-7959-45B1-9E4C-089CFD237C8A}"/>
    <dgm:cxn modelId="{FCA67F70-BA9A-4D1F-904F-79104DEDFA83}" type="presOf" srcId="{1F0138B2-34BD-497F-B8A2-2F8D805EA939}" destId="{2E979219-E602-49AC-BC4F-C7016DE9B7D5}" srcOrd="0" destOrd="0" presId="urn:microsoft.com/office/officeart/2005/8/layout/hierarchy1"/>
    <dgm:cxn modelId="{F0D67741-A2EB-4483-9F15-C0C2FA7E1901}" type="presOf" srcId="{9318C731-F106-471B-A7B5-81C8B8448C0B}" destId="{608DAD80-4883-4135-9F8D-996D2D439A3F}" srcOrd="0" destOrd="0" presId="urn:microsoft.com/office/officeart/2005/8/layout/hierarchy1"/>
    <dgm:cxn modelId="{2E81588B-0AED-422E-9BC8-B752672801A4}" type="presOf" srcId="{EC8B98F6-38E7-4913-B89C-CFC36BFAACBC}" destId="{9A73B10E-D1C6-44EC-A9BB-D793F952BDCC}" srcOrd="0" destOrd="0" presId="urn:microsoft.com/office/officeart/2005/8/layout/hierarchy1"/>
    <dgm:cxn modelId="{14E86017-7FCF-42F6-A95A-5A7FC8956965}" type="presOf" srcId="{D79677BD-7015-4A3F-9A28-E5663A019DCC}" destId="{01C18CA6-35A9-4C71-BC36-B1E6C51CF8A6}" srcOrd="0" destOrd="0" presId="urn:microsoft.com/office/officeart/2005/8/layout/hierarchy1"/>
    <dgm:cxn modelId="{45E9CBF2-884A-4A32-96E4-C0942850D1D0}" type="presOf" srcId="{564EBECE-DB06-453E-8453-DE5398214A86}" destId="{AA26E056-7829-4F64-95EA-A383F12A877C}" srcOrd="0" destOrd="0" presId="urn:microsoft.com/office/officeart/2005/8/layout/hierarchy1"/>
    <dgm:cxn modelId="{58697B4E-BAAE-4356-8B5A-AFBE7B9CD0C7}" type="presOf" srcId="{38C032C8-753C-4C4C-944A-FF43C28A7807}" destId="{7F9E64C1-DE88-4A98-829D-4D16C5A2A3BC}" srcOrd="0" destOrd="0" presId="urn:microsoft.com/office/officeart/2005/8/layout/hierarchy1"/>
    <dgm:cxn modelId="{A124FDE9-E2A2-4910-81AF-23DB04BF2F99}" srcId="{848505E7-92D3-47AA-9C20-1B2C5DA85BE9}" destId="{3FCC5ACF-433E-4FC5-9791-5AEBDCE28269}" srcOrd="1" destOrd="0" parTransId="{FD1C2473-1B8A-43EF-9DF2-7F61AE936FE1}" sibTransId="{63FB7F57-2991-48CB-A6F9-4CB88CF2E029}"/>
    <dgm:cxn modelId="{6CCBF273-1D8E-4193-A3C5-734D0340B93D}" srcId="{848505E7-92D3-47AA-9C20-1B2C5DA85BE9}" destId="{8D3B8F4A-CCA1-4735-8C58-EBBD3F631F4B}" srcOrd="0" destOrd="0" parTransId="{3E4B88BE-4247-4F38-9092-276A1D783E27}" sibTransId="{0D0419F5-6BDE-4F06-A12D-09AD118E2488}"/>
    <dgm:cxn modelId="{50A4D669-A964-43B9-8D5F-A4B68EBFB9D8}" type="presOf" srcId="{848505E7-92D3-47AA-9C20-1B2C5DA85BE9}" destId="{0973E88F-C16A-4098-AAD9-90AF272A1232}" srcOrd="0" destOrd="0" presId="urn:microsoft.com/office/officeart/2005/8/layout/hierarchy1"/>
    <dgm:cxn modelId="{4572E650-F7FA-44CF-B58A-42C27244AF20}" type="presOf" srcId="{A370924F-2C0A-4AC6-A0C3-3EAE8B96EC28}" destId="{2D65B348-A5F3-4557-827D-C7538A253F1F}" srcOrd="0" destOrd="0" presId="urn:microsoft.com/office/officeart/2005/8/layout/hierarchy1"/>
    <dgm:cxn modelId="{906B0285-7654-4A87-9249-00FDAA599F1C}" srcId="{E9B9623A-E085-4057-B4EA-498513C50716}" destId="{C6271CE3-EC22-40B8-8D47-C59932785001}" srcOrd="0" destOrd="0" parTransId="{0E0D4008-DF65-48E9-B51F-7B4DE8E0BBAB}" sibTransId="{CEA04FB4-2115-4F9A-9C9D-32E88FB27171}"/>
    <dgm:cxn modelId="{F792A62E-8CE3-48F1-A9BD-E72F10CC80FD}" type="presParOf" srcId="{E726248F-C77F-43DB-AFEC-4F82F389344A}" destId="{07C38A1D-AAD6-4D54-895F-3994963C58AE}" srcOrd="0" destOrd="0" presId="urn:microsoft.com/office/officeart/2005/8/layout/hierarchy1"/>
    <dgm:cxn modelId="{76404FBB-349B-4BF5-ABCE-3B878812D46B}" type="presParOf" srcId="{07C38A1D-AAD6-4D54-895F-3994963C58AE}" destId="{AA2B7388-E693-4A1C-B505-0A9862C87320}" srcOrd="0" destOrd="0" presId="urn:microsoft.com/office/officeart/2005/8/layout/hierarchy1"/>
    <dgm:cxn modelId="{01B3B07C-1560-44C9-807E-4170B0D0B473}" type="presParOf" srcId="{AA2B7388-E693-4A1C-B505-0A9862C87320}" destId="{53325F05-0D81-41AC-A9A8-B60936BEF95C}" srcOrd="0" destOrd="0" presId="urn:microsoft.com/office/officeart/2005/8/layout/hierarchy1"/>
    <dgm:cxn modelId="{74FB7496-C1EA-4DE4-BFED-91C88B90FFEE}" type="presParOf" srcId="{AA2B7388-E693-4A1C-B505-0A9862C87320}" destId="{01C18CA6-35A9-4C71-BC36-B1E6C51CF8A6}" srcOrd="1" destOrd="0" presId="urn:microsoft.com/office/officeart/2005/8/layout/hierarchy1"/>
    <dgm:cxn modelId="{2F1C9444-1816-482F-A1AF-B0282F56FB4A}" type="presParOf" srcId="{07C38A1D-AAD6-4D54-895F-3994963C58AE}" destId="{737575CD-AC29-45DB-A5CC-814FB0CC8D0D}" srcOrd="1" destOrd="0" presId="urn:microsoft.com/office/officeart/2005/8/layout/hierarchy1"/>
    <dgm:cxn modelId="{C854BF9B-F153-4016-BC90-B57B56465D2E}" type="presParOf" srcId="{737575CD-AC29-45DB-A5CC-814FB0CC8D0D}" destId="{9A73B10E-D1C6-44EC-A9BB-D793F952BDCC}" srcOrd="0" destOrd="0" presId="urn:microsoft.com/office/officeart/2005/8/layout/hierarchy1"/>
    <dgm:cxn modelId="{08ADEE5B-717E-44AC-83C7-1EBCCC45F0B4}" type="presParOf" srcId="{737575CD-AC29-45DB-A5CC-814FB0CC8D0D}" destId="{A5EF4674-1272-4B71-875D-AB670357751A}" srcOrd="1" destOrd="0" presId="urn:microsoft.com/office/officeart/2005/8/layout/hierarchy1"/>
    <dgm:cxn modelId="{BED76187-7880-4AE2-AECE-25F9B3C8BE96}" type="presParOf" srcId="{A5EF4674-1272-4B71-875D-AB670357751A}" destId="{8B6746A9-F427-4156-8083-46A83C55BD72}" srcOrd="0" destOrd="0" presId="urn:microsoft.com/office/officeart/2005/8/layout/hierarchy1"/>
    <dgm:cxn modelId="{CD55B31E-CF6E-4268-9F86-22ECB6D0EACF}" type="presParOf" srcId="{8B6746A9-F427-4156-8083-46A83C55BD72}" destId="{15C0047F-ACB6-42BC-9793-051B2820F456}" srcOrd="0" destOrd="0" presId="urn:microsoft.com/office/officeart/2005/8/layout/hierarchy1"/>
    <dgm:cxn modelId="{5F7B3BB2-61EE-472C-A0B9-81B7DB5C9F46}" type="presParOf" srcId="{8B6746A9-F427-4156-8083-46A83C55BD72}" destId="{0F6482BC-EE70-4081-B724-B03C105DDFAA}" srcOrd="1" destOrd="0" presId="urn:microsoft.com/office/officeart/2005/8/layout/hierarchy1"/>
    <dgm:cxn modelId="{76F8D4AC-8254-4B0C-B0EB-3362C7A46DE7}" type="presParOf" srcId="{A5EF4674-1272-4B71-875D-AB670357751A}" destId="{FFD87A14-CA5E-42E6-A790-0EC04867A277}" srcOrd="1" destOrd="0" presId="urn:microsoft.com/office/officeart/2005/8/layout/hierarchy1"/>
    <dgm:cxn modelId="{9B3D7579-8A4E-4B54-8C52-6FA64FD90760}" type="presParOf" srcId="{FFD87A14-CA5E-42E6-A790-0EC04867A277}" destId="{7F9E64C1-DE88-4A98-829D-4D16C5A2A3BC}" srcOrd="0" destOrd="0" presId="urn:microsoft.com/office/officeart/2005/8/layout/hierarchy1"/>
    <dgm:cxn modelId="{629C9963-4D6D-4EFA-A533-689873726C89}" type="presParOf" srcId="{FFD87A14-CA5E-42E6-A790-0EC04867A277}" destId="{BA64234B-3467-48B4-94DC-A2193253F5E8}" srcOrd="1" destOrd="0" presId="urn:microsoft.com/office/officeart/2005/8/layout/hierarchy1"/>
    <dgm:cxn modelId="{E54AFAEA-117B-4FE4-972E-00F398C4D7CF}" type="presParOf" srcId="{BA64234B-3467-48B4-94DC-A2193253F5E8}" destId="{9330EA72-2ADD-44FC-A7EF-F3059D5ED825}" srcOrd="0" destOrd="0" presId="urn:microsoft.com/office/officeart/2005/8/layout/hierarchy1"/>
    <dgm:cxn modelId="{D83431DA-2382-4B1F-83C8-DDC84A3AF947}" type="presParOf" srcId="{9330EA72-2ADD-44FC-A7EF-F3059D5ED825}" destId="{EFAAFD8D-D862-490F-85FC-41191176D631}" srcOrd="0" destOrd="0" presId="urn:microsoft.com/office/officeart/2005/8/layout/hierarchy1"/>
    <dgm:cxn modelId="{88377EF9-A3F3-45BE-B072-A9DD32E2AF0D}" type="presParOf" srcId="{9330EA72-2ADD-44FC-A7EF-F3059D5ED825}" destId="{DCE99A33-398C-4EBB-A384-2ADD600C79D4}" srcOrd="1" destOrd="0" presId="urn:microsoft.com/office/officeart/2005/8/layout/hierarchy1"/>
    <dgm:cxn modelId="{66D13567-773C-4409-8910-5335023387B3}" type="presParOf" srcId="{BA64234B-3467-48B4-94DC-A2193253F5E8}" destId="{E6AF250C-DD46-46FE-8330-778D525388EA}" srcOrd="1" destOrd="0" presId="urn:microsoft.com/office/officeart/2005/8/layout/hierarchy1"/>
    <dgm:cxn modelId="{AC2DD517-4482-4924-A7EE-3FE8766C51DC}" type="presParOf" srcId="{FFD87A14-CA5E-42E6-A790-0EC04867A277}" destId="{09B5473D-6651-4FFF-BA3F-E3C10CE0DD18}" srcOrd="2" destOrd="0" presId="urn:microsoft.com/office/officeart/2005/8/layout/hierarchy1"/>
    <dgm:cxn modelId="{DE38BD7B-2074-4324-8EB5-32FF4AD7A261}" type="presParOf" srcId="{FFD87A14-CA5E-42E6-A790-0EC04867A277}" destId="{0A7442C4-2F24-4436-9319-D7CA8A977891}" srcOrd="3" destOrd="0" presId="urn:microsoft.com/office/officeart/2005/8/layout/hierarchy1"/>
    <dgm:cxn modelId="{696F850D-8500-4053-AFBD-7462DDA231A1}" type="presParOf" srcId="{0A7442C4-2F24-4436-9319-D7CA8A977891}" destId="{8F53B86B-76D5-4DF3-870E-5B0EBA546066}" srcOrd="0" destOrd="0" presId="urn:microsoft.com/office/officeart/2005/8/layout/hierarchy1"/>
    <dgm:cxn modelId="{3EB25AAA-6E25-428F-AEE1-CF931AD97D8A}" type="presParOf" srcId="{8F53B86B-76D5-4DF3-870E-5B0EBA546066}" destId="{3E0484A1-5AD7-4FA4-A638-B8E377EC9583}" srcOrd="0" destOrd="0" presId="urn:microsoft.com/office/officeart/2005/8/layout/hierarchy1"/>
    <dgm:cxn modelId="{5B3DFE44-F118-40F8-813A-D59E1937CF48}" type="presParOf" srcId="{8F53B86B-76D5-4DF3-870E-5B0EBA546066}" destId="{F5B08033-4A91-460D-AEE9-1869CCEF53BF}" srcOrd="1" destOrd="0" presId="urn:microsoft.com/office/officeart/2005/8/layout/hierarchy1"/>
    <dgm:cxn modelId="{F277BBA1-0126-4CA8-AEC9-B15A52A1D2C8}" type="presParOf" srcId="{0A7442C4-2F24-4436-9319-D7CA8A977891}" destId="{23C7AB79-C4A0-4314-BE56-442FB0519B62}" srcOrd="1" destOrd="0" presId="urn:microsoft.com/office/officeart/2005/8/layout/hierarchy1"/>
    <dgm:cxn modelId="{D5A513B1-998C-42A6-B11A-8191EB8EAD10}" type="presParOf" srcId="{737575CD-AC29-45DB-A5CC-814FB0CC8D0D}" destId="{BBDD54C8-CB26-49AF-ABEA-0F4751295E0B}" srcOrd="2" destOrd="0" presId="urn:microsoft.com/office/officeart/2005/8/layout/hierarchy1"/>
    <dgm:cxn modelId="{CD74D2A4-EFFD-456D-83F6-6C595E62419A}" type="presParOf" srcId="{737575CD-AC29-45DB-A5CC-814FB0CC8D0D}" destId="{0E5B196A-F2A9-48EA-B556-9BC400536626}" srcOrd="3" destOrd="0" presId="urn:microsoft.com/office/officeart/2005/8/layout/hierarchy1"/>
    <dgm:cxn modelId="{EFA4AB84-07BC-41D2-AAC2-C27B550BA9F0}" type="presParOf" srcId="{0E5B196A-F2A9-48EA-B556-9BC400536626}" destId="{8821A229-4FD0-49DA-86AF-FFB469E3A034}" srcOrd="0" destOrd="0" presId="urn:microsoft.com/office/officeart/2005/8/layout/hierarchy1"/>
    <dgm:cxn modelId="{18126CE6-4695-434B-8EB3-A746193A8B5D}" type="presParOf" srcId="{8821A229-4FD0-49DA-86AF-FFB469E3A034}" destId="{7F1F9471-F907-4A6D-BE6D-6A82A8DD130D}" srcOrd="0" destOrd="0" presId="urn:microsoft.com/office/officeart/2005/8/layout/hierarchy1"/>
    <dgm:cxn modelId="{80F9BFA9-0C26-45FD-96D6-4E0DD60E84A0}" type="presParOf" srcId="{8821A229-4FD0-49DA-86AF-FFB469E3A034}" destId="{2D65B348-A5F3-4557-827D-C7538A253F1F}" srcOrd="1" destOrd="0" presId="urn:microsoft.com/office/officeart/2005/8/layout/hierarchy1"/>
    <dgm:cxn modelId="{EE9DC22E-6500-4F32-AA58-3998E9CB3711}" type="presParOf" srcId="{0E5B196A-F2A9-48EA-B556-9BC400536626}" destId="{E8B084B7-628F-4A1E-9FA4-9F50DC7D6356}" srcOrd="1" destOrd="0" presId="urn:microsoft.com/office/officeart/2005/8/layout/hierarchy1"/>
    <dgm:cxn modelId="{CD23EFC2-549A-480B-B958-166200F5CC9F}" type="presParOf" srcId="{E8B084B7-628F-4A1E-9FA4-9F50DC7D6356}" destId="{41733127-6D7A-4E2E-8551-7F0681F7B683}" srcOrd="0" destOrd="0" presId="urn:microsoft.com/office/officeart/2005/8/layout/hierarchy1"/>
    <dgm:cxn modelId="{F0E5DCDB-6CE5-40E3-9804-EABB236DD084}" type="presParOf" srcId="{E8B084B7-628F-4A1E-9FA4-9F50DC7D6356}" destId="{00ACC66E-124E-4E21-B656-B98AADB50C34}" srcOrd="1" destOrd="0" presId="urn:microsoft.com/office/officeart/2005/8/layout/hierarchy1"/>
    <dgm:cxn modelId="{DF0CD84E-0891-4D35-9D83-C1200B94D0A0}" type="presParOf" srcId="{00ACC66E-124E-4E21-B656-B98AADB50C34}" destId="{A49C9E48-6049-4C17-B042-C9131B1565F9}" srcOrd="0" destOrd="0" presId="urn:microsoft.com/office/officeart/2005/8/layout/hierarchy1"/>
    <dgm:cxn modelId="{31774CCD-7A89-42FC-8B18-B09668B767F1}" type="presParOf" srcId="{A49C9E48-6049-4C17-B042-C9131B1565F9}" destId="{2F43ADD5-D7BC-4B2B-8A41-F655ED852C97}" srcOrd="0" destOrd="0" presId="urn:microsoft.com/office/officeart/2005/8/layout/hierarchy1"/>
    <dgm:cxn modelId="{A3FBA208-26F5-4F38-BDDC-74FC204755A5}" type="presParOf" srcId="{A49C9E48-6049-4C17-B042-C9131B1565F9}" destId="{D8B000B0-082E-451E-B6BF-0D7ED1E477DA}" srcOrd="1" destOrd="0" presId="urn:microsoft.com/office/officeart/2005/8/layout/hierarchy1"/>
    <dgm:cxn modelId="{AD16FD41-F1FC-44CE-A613-61426A65DD8E}" type="presParOf" srcId="{00ACC66E-124E-4E21-B656-B98AADB50C34}" destId="{0361AEC7-3F21-4434-9C99-FC767E801CBD}" srcOrd="1" destOrd="0" presId="urn:microsoft.com/office/officeart/2005/8/layout/hierarchy1"/>
    <dgm:cxn modelId="{E0B5B300-68FE-46D5-B23D-CE212686DFB3}" type="presParOf" srcId="{737575CD-AC29-45DB-A5CC-814FB0CC8D0D}" destId="{8431DAE9-74E0-4220-8B48-862B011FEB4D}" srcOrd="4" destOrd="0" presId="urn:microsoft.com/office/officeart/2005/8/layout/hierarchy1"/>
    <dgm:cxn modelId="{42BE6D5E-9247-496E-8AF6-AB3F3587C719}" type="presParOf" srcId="{737575CD-AC29-45DB-A5CC-814FB0CC8D0D}" destId="{BE9E712F-0DAA-406D-9019-684C4D94657F}" srcOrd="5" destOrd="0" presId="urn:microsoft.com/office/officeart/2005/8/layout/hierarchy1"/>
    <dgm:cxn modelId="{A3BE8D52-B2A9-4118-A7AF-E57034827E1A}" type="presParOf" srcId="{BE9E712F-0DAA-406D-9019-684C4D94657F}" destId="{981F16EA-5D99-4B1C-A9EF-C055CFF55CBD}" srcOrd="0" destOrd="0" presId="urn:microsoft.com/office/officeart/2005/8/layout/hierarchy1"/>
    <dgm:cxn modelId="{8E502844-AF4E-4DCC-8836-8BAC3C415717}" type="presParOf" srcId="{981F16EA-5D99-4B1C-A9EF-C055CFF55CBD}" destId="{4AE4F273-8C47-4B6F-99E8-1A9FC65E3D90}" srcOrd="0" destOrd="0" presId="urn:microsoft.com/office/officeart/2005/8/layout/hierarchy1"/>
    <dgm:cxn modelId="{E23594D3-B9F2-4037-9B3D-F002D445F0CD}" type="presParOf" srcId="{981F16EA-5D99-4B1C-A9EF-C055CFF55CBD}" destId="{0973E88F-C16A-4098-AAD9-90AF272A1232}" srcOrd="1" destOrd="0" presId="urn:microsoft.com/office/officeart/2005/8/layout/hierarchy1"/>
    <dgm:cxn modelId="{4B86F8D3-E7E7-4493-949D-89ED8CD173B5}" type="presParOf" srcId="{BE9E712F-0DAA-406D-9019-684C4D94657F}" destId="{4D790FCE-FAC1-45D4-A36C-15A0A87DF4BC}" srcOrd="1" destOrd="0" presId="urn:microsoft.com/office/officeart/2005/8/layout/hierarchy1"/>
    <dgm:cxn modelId="{3557C009-EC83-4C4E-8212-6A685C2C1379}" type="presParOf" srcId="{4D790FCE-FAC1-45D4-A36C-15A0A87DF4BC}" destId="{7B0BBE5B-8EA4-40AF-8D7F-37B80BDA1833}" srcOrd="0" destOrd="0" presId="urn:microsoft.com/office/officeart/2005/8/layout/hierarchy1"/>
    <dgm:cxn modelId="{A75CE4F3-78AA-4623-A916-67E98A051538}" type="presParOf" srcId="{4D790FCE-FAC1-45D4-A36C-15A0A87DF4BC}" destId="{64B33D86-F1F5-48AD-BA70-815C19C268E9}" srcOrd="1" destOrd="0" presId="urn:microsoft.com/office/officeart/2005/8/layout/hierarchy1"/>
    <dgm:cxn modelId="{7B69B20C-617A-433E-B6E6-FEB34387F813}" type="presParOf" srcId="{64B33D86-F1F5-48AD-BA70-815C19C268E9}" destId="{188B7862-4C30-46FC-8F7D-D85C481980DF}" srcOrd="0" destOrd="0" presId="urn:microsoft.com/office/officeart/2005/8/layout/hierarchy1"/>
    <dgm:cxn modelId="{C2B42105-4247-4990-850C-15BA0025B2F0}" type="presParOf" srcId="{188B7862-4C30-46FC-8F7D-D85C481980DF}" destId="{115DE835-A0B3-4CB0-9732-5FFDB52DDDEF}" srcOrd="0" destOrd="0" presId="urn:microsoft.com/office/officeart/2005/8/layout/hierarchy1"/>
    <dgm:cxn modelId="{B60610BA-F109-449E-AAEF-F7C6ED37C667}" type="presParOf" srcId="{188B7862-4C30-46FC-8F7D-D85C481980DF}" destId="{9F5B51EB-D7CD-46F7-87C4-59C12773BCAF}" srcOrd="1" destOrd="0" presId="urn:microsoft.com/office/officeart/2005/8/layout/hierarchy1"/>
    <dgm:cxn modelId="{E72B6FC6-162E-4C06-AF49-C1161C7555B1}" type="presParOf" srcId="{64B33D86-F1F5-48AD-BA70-815C19C268E9}" destId="{7EAFA53F-3917-49FB-8C86-DA55C21C8267}" srcOrd="1" destOrd="0" presId="urn:microsoft.com/office/officeart/2005/8/layout/hierarchy1"/>
    <dgm:cxn modelId="{382893B0-4B68-4D23-B2CE-B871BE81D8CA}" type="presParOf" srcId="{7EAFA53F-3917-49FB-8C86-DA55C21C8267}" destId="{608DAD80-4883-4135-9F8D-996D2D439A3F}" srcOrd="0" destOrd="0" presId="urn:microsoft.com/office/officeart/2005/8/layout/hierarchy1"/>
    <dgm:cxn modelId="{FE6EECDF-3128-4C9F-A2CE-6A1CEDC5D87C}" type="presParOf" srcId="{7EAFA53F-3917-49FB-8C86-DA55C21C8267}" destId="{79BB470A-0AB7-4608-B278-314C12C2D86E}" srcOrd="1" destOrd="0" presId="urn:microsoft.com/office/officeart/2005/8/layout/hierarchy1"/>
    <dgm:cxn modelId="{BDC3E177-8C73-4EEF-A3D4-34CC7A93BA10}" type="presParOf" srcId="{79BB470A-0AB7-4608-B278-314C12C2D86E}" destId="{83610EF5-5351-423D-A231-A0CC648F717C}" srcOrd="0" destOrd="0" presId="urn:microsoft.com/office/officeart/2005/8/layout/hierarchy1"/>
    <dgm:cxn modelId="{1A927DE1-677A-4EFE-A9D6-0B08BA20FED5}" type="presParOf" srcId="{83610EF5-5351-423D-A231-A0CC648F717C}" destId="{995DE8C9-32D9-4103-B419-5DFB47F096E0}" srcOrd="0" destOrd="0" presId="urn:microsoft.com/office/officeart/2005/8/layout/hierarchy1"/>
    <dgm:cxn modelId="{16297B98-B2FB-44D8-8A6E-554E8B26314C}" type="presParOf" srcId="{83610EF5-5351-423D-A231-A0CC648F717C}" destId="{6C3D98D3-A453-4F6E-881B-3905474B0073}" srcOrd="1" destOrd="0" presId="urn:microsoft.com/office/officeart/2005/8/layout/hierarchy1"/>
    <dgm:cxn modelId="{2CF44118-AAE4-4F45-9C89-4517616ABEDA}" type="presParOf" srcId="{79BB470A-0AB7-4608-B278-314C12C2D86E}" destId="{999C0C4B-73D9-4588-AA57-B98EB86ED80A}" srcOrd="1" destOrd="0" presId="urn:microsoft.com/office/officeart/2005/8/layout/hierarchy1"/>
    <dgm:cxn modelId="{8A15529A-A9A6-4096-937D-6FD77852863F}" type="presParOf" srcId="{4D790FCE-FAC1-45D4-A36C-15A0A87DF4BC}" destId="{6A978642-1243-405A-8CDF-7AF5925AF8DA}" srcOrd="2" destOrd="0" presId="urn:microsoft.com/office/officeart/2005/8/layout/hierarchy1"/>
    <dgm:cxn modelId="{FA72B986-AB10-47F2-A8DC-2C87DFF16CBE}" type="presParOf" srcId="{4D790FCE-FAC1-45D4-A36C-15A0A87DF4BC}" destId="{C4E5714D-2A01-490C-B3C3-674C1CB75289}" srcOrd="3" destOrd="0" presId="urn:microsoft.com/office/officeart/2005/8/layout/hierarchy1"/>
    <dgm:cxn modelId="{55D1CBBA-B6FA-4178-8ED9-4F37DBDE5CDC}" type="presParOf" srcId="{C4E5714D-2A01-490C-B3C3-674C1CB75289}" destId="{0591891D-514D-414C-B2B4-358B658F43B5}" srcOrd="0" destOrd="0" presId="urn:microsoft.com/office/officeart/2005/8/layout/hierarchy1"/>
    <dgm:cxn modelId="{8D01FD1B-A5B7-4AD7-8341-67F1D5349B57}" type="presParOf" srcId="{0591891D-514D-414C-B2B4-358B658F43B5}" destId="{DE7C9A66-CF9E-4053-A820-20CC8A240C0C}" srcOrd="0" destOrd="0" presId="urn:microsoft.com/office/officeart/2005/8/layout/hierarchy1"/>
    <dgm:cxn modelId="{7A07752C-6BCA-4EFC-877E-3AB2482DD46A}" type="presParOf" srcId="{0591891D-514D-414C-B2B4-358B658F43B5}" destId="{04F6B247-406E-49CF-8AF4-E47EBD2C1208}" srcOrd="1" destOrd="0" presId="urn:microsoft.com/office/officeart/2005/8/layout/hierarchy1"/>
    <dgm:cxn modelId="{7065635E-0C08-43C7-A8E2-FA51647C10C9}" type="presParOf" srcId="{C4E5714D-2A01-490C-B3C3-674C1CB75289}" destId="{A3D9EA1E-6469-4D2E-AA25-12194E784D01}" srcOrd="1" destOrd="0" presId="urn:microsoft.com/office/officeart/2005/8/layout/hierarchy1"/>
    <dgm:cxn modelId="{1CA0CD28-D5BD-4C21-B41C-1762E459637F}" type="presParOf" srcId="{A3D9EA1E-6469-4D2E-AA25-12194E784D01}" destId="{50D494D3-DB05-4C6F-A722-C67ACC6A42D8}" srcOrd="0" destOrd="0" presId="urn:microsoft.com/office/officeart/2005/8/layout/hierarchy1"/>
    <dgm:cxn modelId="{8F4E973C-4C26-43D2-948E-3C19EF677D87}" type="presParOf" srcId="{A3D9EA1E-6469-4D2E-AA25-12194E784D01}" destId="{B4D4E331-767E-47E3-9C64-C1AD4587D65E}" srcOrd="1" destOrd="0" presId="urn:microsoft.com/office/officeart/2005/8/layout/hierarchy1"/>
    <dgm:cxn modelId="{E2AFDEC4-0673-4DED-85C5-44081FC32CEF}" type="presParOf" srcId="{B4D4E331-767E-47E3-9C64-C1AD4587D65E}" destId="{1429D24D-5C56-4B24-B5BA-0CD78F5DE3D4}" srcOrd="0" destOrd="0" presId="urn:microsoft.com/office/officeart/2005/8/layout/hierarchy1"/>
    <dgm:cxn modelId="{78B78E25-0FFA-42F2-8B87-902B8D36AF2E}" type="presParOf" srcId="{1429D24D-5C56-4B24-B5BA-0CD78F5DE3D4}" destId="{0E720D47-276F-44D5-9E9D-A23F3F8B70C2}" srcOrd="0" destOrd="0" presId="urn:microsoft.com/office/officeart/2005/8/layout/hierarchy1"/>
    <dgm:cxn modelId="{C5A33539-D203-4FE2-ADC9-32EE86773DB8}" type="presParOf" srcId="{1429D24D-5C56-4B24-B5BA-0CD78F5DE3D4}" destId="{AA26E056-7829-4F64-95EA-A383F12A877C}" srcOrd="1" destOrd="0" presId="urn:microsoft.com/office/officeart/2005/8/layout/hierarchy1"/>
    <dgm:cxn modelId="{E7EF3239-795F-4B9E-9591-168F126BDCC3}" type="presParOf" srcId="{B4D4E331-767E-47E3-9C64-C1AD4587D65E}" destId="{24C9F39F-9E3D-4783-8F68-5378018F6167}" srcOrd="1" destOrd="0" presId="urn:microsoft.com/office/officeart/2005/8/layout/hierarchy1"/>
    <dgm:cxn modelId="{700524F6-A881-4E2F-9CEF-E7D16E1CA9D7}" type="presParOf" srcId="{737575CD-AC29-45DB-A5CC-814FB0CC8D0D}" destId="{2E979219-E602-49AC-BC4F-C7016DE9B7D5}" srcOrd="6" destOrd="0" presId="urn:microsoft.com/office/officeart/2005/8/layout/hierarchy1"/>
    <dgm:cxn modelId="{4C901A6D-3120-4A00-BE12-FB4F334DE288}" type="presParOf" srcId="{737575CD-AC29-45DB-A5CC-814FB0CC8D0D}" destId="{FD0D8152-3642-4D1F-A91C-35DF5E200983}" srcOrd="7" destOrd="0" presId="urn:microsoft.com/office/officeart/2005/8/layout/hierarchy1"/>
    <dgm:cxn modelId="{5BF96F96-4AA7-4A3C-976B-E583207604D9}" type="presParOf" srcId="{FD0D8152-3642-4D1F-A91C-35DF5E200983}" destId="{7C2391EC-5668-4F30-BB65-E139B218984C}" srcOrd="0" destOrd="0" presId="urn:microsoft.com/office/officeart/2005/8/layout/hierarchy1"/>
    <dgm:cxn modelId="{C692C18C-6BF4-40DF-AA9F-64B160651EEF}" type="presParOf" srcId="{7C2391EC-5668-4F30-BB65-E139B218984C}" destId="{4568E8D3-0357-40D7-A162-B99B2DA9D95B}" srcOrd="0" destOrd="0" presId="urn:microsoft.com/office/officeart/2005/8/layout/hierarchy1"/>
    <dgm:cxn modelId="{43F4B174-4CF2-4F46-8FDE-C124CA2FA42A}" type="presParOf" srcId="{7C2391EC-5668-4F30-BB65-E139B218984C}" destId="{25C0D2D5-8AEA-44F1-BE4A-D02DCD3F8E56}" srcOrd="1" destOrd="0" presId="urn:microsoft.com/office/officeart/2005/8/layout/hierarchy1"/>
    <dgm:cxn modelId="{FE3ABE8F-B481-4282-BAEC-FA614B0999AE}" type="presParOf" srcId="{FD0D8152-3642-4D1F-A91C-35DF5E200983}" destId="{331E3EB9-6D8A-4FEF-91D7-CAF44320897F}" srcOrd="1" destOrd="0" presId="urn:microsoft.com/office/officeart/2005/8/layout/hierarchy1"/>
    <dgm:cxn modelId="{069878AA-5330-4DC9-A5C0-B6259DCD909B}" type="presParOf" srcId="{331E3EB9-6D8A-4FEF-91D7-CAF44320897F}" destId="{FFB87D95-0236-4EA4-8ABC-5270092EE835}" srcOrd="0" destOrd="0" presId="urn:microsoft.com/office/officeart/2005/8/layout/hierarchy1"/>
    <dgm:cxn modelId="{54E7DB8D-4B5E-4A45-8F20-2A53C3BB1014}" type="presParOf" srcId="{331E3EB9-6D8A-4FEF-91D7-CAF44320897F}" destId="{2FD53DF2-E46C-444B-9A8E-C3FC656B6A03}" srcOrd="1" destOrd="0" presId="urn:microsoft.com/office/officeart/2005/8/layout/hierarchy1"/>
    <dgm:cxn modelId="{4059E65B-F2F4-491D-9F82-4026A5DE1515}" type="presParOf" srcId="{2FD53DF2-E46C-444B-9A8E-C3FC656B6A03}" destId="{EAC554EF-D8E6-417F-A557-2052D70016E4}" srcOrd="0" destOrd="0" presId="urn:microsoft.com/office/officeart/2005/8/layout/hierarchy1"/>
    <dgm:cxn modelId="{6122C9D9-9CAA-477A-B333-225420077605}" type="presParOf" srcId="{EAC554EF-D8E6-417F-A557-2052D70016E4}" destId="{E28644CA-5EA5-4F74-85A9-070FC13F7274}" srcOrd="0" destOrd="0" presId="urn:microsoft.com/office/officeart/2005/8/layout/hierarchy1"/>
    <dgm:cxn modelId="{009C722E-6019-4DA8-9A3B-84D6F39E3D74}" type="presParOf" srcId="{EAC554EF-D8E6-417F-A557-2052D70016E4}" destId="{933820B7-D1E0-4B68-B007-45D1154BFBEA}" srcOrd="1" destOrd="0" presId="urn:microsoft.com/office/officeart/2005/8/layout/hierarchy1"/>
    <dgm:cxn modelId="{ECE0AC15-FB03-46E2-B373-10B876CAA514}" type="presParOf" srcId="{2FD53DF2-E46C-444B-9A8E-C3FC656B6A03}" destId="{3371D6DC-C05F-4AE0-8416-8456A7A2BC36}" srcOrd="1" destOrd="0" presId="urn:microsoft.com/office/officeart/2005/8/layout/hierarchy1"/>
    <dgm:cxn modelId="{DA0341C6-4243-4219-ACA9-48682AAA85EA}" type="presParOf" srcId="{737575CD-AC29-45DB-A5CC-814FB0CC8D0D}" destId="{AD15A0B7-397B-4229-99A2-8D256DD1737C}" srcOrd="8" destOrd="0" presId="urn:microsoft.com/office/officeart/2005/8/layout/hierarchy1"/>
    <dgm:cxn modelId="{3140DC06-8E9C-4AB2-BEB5-CB4D840426A2}" type="presParOf" srcId="{737575CD-AC29-45DB-A5CC-814FB0CC8D0D}" destId="{8B9F9946-BE63-4931-9EB9-32F38DAA917D}" srcOrd="9" destOrd="0" presId="urn:microsoft.com/office/officeart/2005/8/layout/hierarchy1"/>
    <dgm:cxn modelId="{76281536-923C-44E6-8D78-3555FEBB4B21}" type="presParOf" srcId="{8B9F9946-BE63-4931-9EB9-32F38DAA917D}" destId="{22104AC0-8C22-48FB-9E5C-579BB6F5AC4B}" srcOrd="0" destOrd="0" presId="urn:microsoft.com/office/officeart/2005/8/layout/hierarchy1"/>
    <dgm:cxn modelId="{C4446911-580E-46A0-B8EE-740A2E91DB90}" type="presParOf" srcId="{22104AC0-8C22-48FB-9E5C-579BB6F5AC4B}" destId="{CE062880-AAD6-4F74-93BF-47475D15BC53}" srcOrd="0" destOrd="0" presId="urn:microsoft.com/office/officeart/2005/8/layout/hierarchy1"/>
    <dgm:cxn modelId="{79870CF8-33C2-4FE9-BC04-3C1886A4DE06}" type="presParOf" srcId="{22104AC0-8C22-48FB-9E5C-579BB6F5AC4B}" destId="{D9E05129-4FFC-45E1-9A47-092CC2B21526}" srcOrd="1" destOrd="0" presId="urn:microsoft.com/office/officeart/2005/8/layout/hierarchy1"/>
    <dgm:cxn modelId="{A04D9EEC-BE04-44CF-99A3-0728723CF36C}" type="presParOf" srcId="{8B9F9946-BE63-4931-9EB9-32F38DAA917D}" destId="{939B6A78-6BC9-47A2-A5CF-1F96B75214C0}" srcOrd="1" destOrd="0" presId="urn:microsoft.com/office/officeart/2005/8/layout/hierarchy1"/>
    <dgm:cxn modelId="{F4496C05-350C-49F0-8662-241BF78ABBD9}" type="presParOf" srcId="{939B6A78-6BC9-47A2-A5CF-1F96B75214C0}" destId="{43D0C43B-E1DC-477A-A8EF-359636C0B6D4}" srcOrd="0" destOrd="0" presId="urn:microsoft.com/office/officeart/2005/8/layout/hierarchy1"/>
    <dgm:cxn modelId="{DAE29062-805A-424F-94F7-827FC5FB4D16}" type="presParOf" srcId="{939B6A78-6BC9-47A2-A5CF-1F96B75214C0}" destId="{286330CD-0ED9-4AB1-B7F5-2A3CB0A1B189}" srcOrd="1" destOrd="0" presId="urn:microsoft.com/office/officeart/2005/8/layout/hierarchy1"/>
    <dgm:cxn modelId="{52FA3EA0-C83E-41BF-806C-C6CE72E58D36}" type="presParOf" srcId="{286330CD-0ED9-4AB1-B7F5-2A3CB0A1B189}" destId="{995E1806-9C96-41E3-A17E-ABD199286ED2}" srcOrd="0" destOrd="0" presId="urn:microsoft.com/office/officeart/2005/8/layout/hierarchy1"/>
    <dgm:cxn modelId="{3BD88E03-09E2-42DA-90AB-54340356A0B7}" type="presParOf" srcId="{995E1806-9C96-41E3-A17E-ABD199286ED2}" destId="{C2C9845D-2442-4812-AF61-33D5B6B2EB32}" srcOrd="0" destOrd="0" presId="urn:microsoft.com/office/officeart/2005/8/layout/hierarchy1"/>
    <dgm:cxn modelId="{A342EC25-38DA-4C52-9D3C-E4FE8BC39465}" type="presParOf" srcId="{995E1806-9C96-41E3-A17E-ABD199286ED2}" destId="{7787604F-D2B2-49DF-895F-71DF4A7C607D}" srcOrd="1" destOrd="0" presId="urn:microsoft.com/office/officeart/2005/8/layout/hierarchy1"/>
    <dgm:cxn modelId="{2F68D7E9-A394-4089-9A8A-C91BF73A5BDD}" type="presParOf" srcId="{286330CD-0ED9-4AB1-B7F5-2A3CB0A1B189}" destId="{AE7313F6-CE26-4B09-9AFA-93649469F18E}"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352928" cy="4771181"/>
        <a:chOff x="0" y="0"/>
        <a:chExt cx="8352928" cy="4771181"/>
      </a:xfrm>
    </dsp:grpSpPr>
    <dsp:sp modelId="{7A08C9AA-2342-4CE4-B182-0C9893855C67}">
      <dsp:nvSpPr>
        <dsp:cNvPr id="3" name="圆角矩形 2"/>
        <dsp:cNvSpPr/>
      </dsp:nvSpPr>
      <dsp:spPr bwMode="white">
        <a:xfrm>
          <a:off x="0" y="2233787"/>
          <a:ext cx="1713084"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邮件沟通流程</a:t>
          </a:r>
          <a:endParaRPr lang="en-US" altLang="zh-CN" dirty="0" smtClean="0"/>
        </a:p>
        <a:p>
          <a:pPr lvl="0">
            <a:lnSpc>
              <a:spcPct val="100000"/>
            </a:lnSpc>
            <a:spcBef>
              <a:spcPct val="0"/>
            </a:spcBef>
            <a:spcAft>
              <a:spcPct val="35000"/>
            </a:spcAft>
          </a:pPr>
          <a:r>
            <a:rPr lang="zh-CN" altLang="en-US" dirty="0" smtClean="0"/>
            <a:t>及处理效率</a:t>
          </a:r>
          <a:endParaRPr lang="zh-CN" altLang="en-US" dirty="0"/>
        </a:p>
      </dsp:txBody>
      <dsp:txXfrm>
        <a:off x="0" y="2233787"/>
        <a:ext cx="1713084" cy="763692"/>
      </dsp:txXfrm>
    </dsp:sp>
    <dsp:sp modelId="{189C0F31-CB53-4BB5-82DC-A890744514DF}">
      <dsp:nvSpPr>
        <dsp:cNvPr id="4" name="任意多边形 3"/>
        <dsp:cNvSpPr/>
      </dsp:nvSpPr>
      <dsp:spPr bwMode="white">
        <a:xfrm>
          <a:off x="1385795" y="2047083"/>
          <a:ext cx="1265530" cy="28811"/>
        </a:xfrm>
        <a:custGeom>
          <a:avLst/>
          <a:gdLst/>
          <a:ahLst/>
          <a:cxnLst/>
          <a:pathLst>
            <a:path w="1993" h="45">
              <a:moveTo>
                <a:pt x="515" y="895"/>
              </a:moveTo>
              <a:lnTo>
                <a:pt x="1478" y="-850"/>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385795" y="2047083"/>
        <a:ext cx="1265530" cy="28811"/>
      </dsp:txXfrm>
    </dsp:sp>
    <dsp:sp modelId="{9AFD1676-B24D-4E02-B4D2-293EF4712D9B}">
      <dsp:nvSpPr>
        <dsp:cNvPr id="5" name="圆角矩形 4"/>
        <dsp:cNvSpPr/>
      </dsp:nvSpPr>
      <dsp:spPr bwMode="white">
        <a:xfrm>
          <a:off x="2324037" y="1125499"/>
          <a:ext cx="1527384"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邮件沟通流程</a:t>
          </a:r>
          <a:endParaRPr lang="zh-CN" altLang="en-US" dirty="0"/>
        </a:p>
      </dsp:txBody>
      <dsp:txXfrm>
        <a:off x="2324037" y="1125499"/>
        <a:ext cx="1527384" cy="763692"/>
      </dsp:txXfrm>
    </dsp:sp>
    <dsp:sp modelId="{4E272D63-4196-4382-9B0A-5D6BD988C67D}">
      <dsp:nvSpPr>
        <dsp:cNvPr id="6" name="任意多边形 5"/>
        <dsp:cNvSpPr/>
      </dsp:nvSpPr>
      <dsp:spPr bwMode="white">
        <a:xfrm>
          <a:off x="3613336" y="1043335"/>
          <a:ext cx="1087124" cy="28811"/>
        </a:xfrm>
        <a:custGeom>
          <a:avLst/>
          <a:gdLst/>
          <a:ahLst/>
          <a:cxnLst/>
          <a:pathLst>
            <a:path w="1712" h="45">
              <a:moveTo>
                <a:pt x="375" y="731"/>
              </a:moveTo>
              <a:lnTo>
                <a:pt x="1337" y="-685"/>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613336" y="1043335"/>
        <a:ext cx="1087124" cy="28811"/>
      </dsp:txXfrm>
    </dsp:sp>
    <dsp:sp modelId="{06AF1C7B-CA6B-429A-8E0E-C0410CDDD1F7}">
      <dsp:nvSpPr>
        <dsp:cNvPr id="7" name="圆角矩形 6"/>
        <dsp:cNvSpPr/>
      </dsp:nvSpPr>
      <dsp:spPr bwMode="white">
        <a:xfrm>
          <a:off x="4462375" y="226291"/>
          <a:ext cx="2225368"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正确判定客诉内容</a:t>
          </a:r>
          <a:endParaRPr lang="zh-CN" altLang="en-US" dirty="0"/>
        </a:p>
      </dsp:txBody>
      <dsp:txXfrm>
        <a:off x="4462375" y="226291"/>
        <a:ext cx="2225368" cy="763692"/>
      </dsp:txXfrm>
    </dsp:sp>
    <dsp:sp modelId="{65408D65-18BE-4078-8C33-3A80623DCADA}">
      <dsp:nvSpPr>
        <dsp:cNvPr id="8" name="任意多边形 7"/>
        <dsp:cNvSpPr/>
      </dsp:nvSpPr>
      <dsp:spPr bwMode="white">
        <a:xfrm>
          <a:off x="3851242" y="1482458"/>
          <a:ext cx="611313" cy="28811"/>
        </a:xfrm>
        <a:custGeom>
          <a:avLst/>
          <a:gdLst/>
          <a:ahLst/>
          <a:cxnLst/>
          <a:pathLst>
            <a:path w="963" h="45">
              <a:moveTo>
                <a:pt x="0" y="39"/>
              </a:moveTo>
              <a:lnTo>
                <a:pt x="962" y="6"/>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851242" y="1482458"/>
        <a:ext cx="611313" cy="28811"/>
      </dsp:txXfrm>
    </dsp:sp>
    <dsp:sp modelId="{EF4BDB46-B422-440B-AE8D-977C6AF99CA5}">
      <dsp:nvSpPr>
        <dsp:cNvPr id="9" name="圆角矩形 8"/>
        <dsp:cNvSpPr/>
      </dsp:nvSpPr>
      <dsp:spPr bwMode="white">
        <a:xfrm>
          <a:off x="4462375" y="1104537"/>
          <a:ext cx="2369523"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提出故障排除方法，</a:t>
          </a:r>
          <a:endParaRPr lang="en-US" altLang="zh-CN" dirty="0" smtClean="0"/>
        </a:p>
        <a:p>
          <a:pPr lvl="0">
            <a:lnSpc>
              <a:spcPct val="100000"/>
            </a:lnSpc>
            <a:spcBef>
              <a:spcPct val="0"/>
            </a:spcBef>
            <a:spcAft>
              <a:spcPct val="35000"/>
            </a:spcAft>
          </a:pPr>
          <a:r>
            <a:rPr lang="zh-CN" altLang="en-US" dirty="0" smtClean="0"/>
            <a:t>制定合适的解决方案</a:t>
          </a:r>
          <a:endParaRPr lang="en-US" altLang="zh-CN" dirty="0" smtClean="0"/>
        </a:p>
      </dsp:txBody>
      <dsp:txXfrm>
        <a:off x="4462375" y="1104537"/>
        <a:ext cx="2369523" cy="763692"/>
      </dsp:txXfrm>
    </dsp:sp>
    <dsp:sp modelId="{A6D8AF04-0A76-4DE3-8817-7E6B32C31386}">
      <dsp:nvSpPr>
        <dsp:cNvPr id="10" name="任意多边形 9"/>
        <dsp:cNvSpPr/>
      </dsp:nvSpPr>
      <dsp:spPr bwMode="white">
        <a:xfrm>
          <a:off x="3613336" y="1942543"/>
          <a:ext cx="1087124" cy="28811"/>
        </a:xfrm>
        <a:custGeom>
          <a:avLst/>
          <a:gdLst/>
          <a:ahLst/>
          <a:cxnLst/>
          <a:pathLst>
            <a:path w="1712" h="45">
              <a:moveTo>
                <a:pt x="375" y="-685"/>
              </a:moveTo>
              <a:lnTo>
                <a:pt x="1337" y="73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613336" y="1942543"/>
        <a:ext cx="1087124" cy="28811"/>
      </dsp:txXfrm>
    </dsp:sp>
    <dsp:sp modelId="{72F1A326-6754-462C-8DF0-416AF49DBEF2}">
      <dsp:nvSpPr>
        <dsp:cNvPr id="11" name="圆角矩形 10"/>
        <dsp:cNvSpPr/>
      </dsp:nvSpPr>
      <dsp:spPr bwMode="white">
        <a:xfrm>
          <a:off x="4462375" y="2024706"/>
          <a:ext cx="1527384"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提出相应改进措施</a:t>
          </a:r>
          <a:endParaRPr lang="zh-CN" altLang="en-US" dirty="0"/>
        </a:p>
      </dsp:txBody>
      <dsp:txXfrm>
        <a:off x="4462375" y="2024706"/>
        <a:ext cx="1527384" cy="763692"/>
      </dsp:txXfrm>
    </dsp:sp>
    <dsp:sp modelId="{14E9DCD6-19C8-4741-ACB7-658AA28A5337}">
      <dsp:nvSpPr>
        <dsp:cNvPr id="12" name="任意多边形 11"/>
        <dsp:cNvSpPr/>
      </dsp:nvSpPr>
      <dsp:spPr bwMode="white">
        <a:xfrm>
          <a:off x="5989759" y="2392146"/>
          <a:ext cx="610954" cy="28811"/>
        </a:xfrm>
        <a:custGeom>
          <a:avLst/>
          <a:gdLst/>
          <a:ahLst/>
          <a:cxnLst/>
          <a:pathLst>
            <a:path w="962" h="45">
              <a:moveTo>
                <a:pt x="0" y="23"/>
              </a:moveTo>
              <a:lnTo>
                <a:pt x="962" y="23"/>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989759" y="2392146"/>
        <a:ext cx="610954" cy="28811"/>
      </dsp:txXfrm>
    </dsp:sp>
    <dsp:sp modelId="{BD4F45B2-B9B8-4179-AE97-F089B47B4C36}">
      <dsp:nvSpPr>
        <dsp:cNvPr id="13" name="圆角矩形 12"/>
        <dsp:cNvSpPr/>
      </dsp:nvSpPr>
      <dsp:spPr bwMode="white">
        <a:xfrm>
          <a:off x="6600713" y="1982783"/>
          <a:ext cx="1752215" cy="8475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统计总结问题，反馈至相关部门改进，改善用户使用体验</a:t>
          </a:r>
          <a:endParaRPr lang="zh-CN" altLang="en-US" dirty="0"/>
        </a:p>
      </dsp:txBody>
      <dsp:txXfrm>
        <a:off x="6600713" y="1982783"/>
        <a:ext cx="1752215" cy="847538"/>
      </dsp:txXfrm>
    </dsp:sp>
    <dsp:sp modelId="{06465AC8-62BB-41CB-8E67-BB732F4D72AA}">
      <dsp:nvSpPr>
        <dsp:cNvPr id="14" name="任意多边形 13"/>
        <dsp:cNvSpPr/>
      </dsp:nvSpPr>
      <dsp:spPr bwMode="white">
        <a:xfrm>
          <a:off x="1385795" y="3155371"/>
          <a:ext cx="1265530" cy="28811"/>
        </a:xfrm>
        <a:custGeom>
          <a:avLst/>
          <a:gdLst/>
          <a:ahLst/>
          <a:cxnLst/>
          <a:pathLst>
            <a:path w="1993" h="45">
              <a:moveTo>
                <a:pt x="515" y="-850"/>
              </a:moveTo>
              <a:lnTo>
                <a:pt x="1478" y="895"/>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385795" y="3155371"/>
        <a:ext cx="1265530" cy="28811"/>
      </dsp:txXfrm>
    </dsp:sp>
    <dsp:sp modelId="{A2137D51-42E0-402E-84BB-78AC8060179A}">
      <dsp:nvSpPr>
        <dsp:cNvPr id="15" name="圆角矩形 14"/>
        <dsp:cNvSpPr/>
      </dsp:nvSpPr>
      <dsp:spPr bwMode="white">
        <a:xfrm>
          <a:off x="2324037" y="3342075"/>
          <a:ext cx="1527384"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邮件处理效率</a:t>
          </a:r>
          <a:endParaRPr lang="zh-CN" altLang="en-US" dirty="0"/>
        </a:p>
      </dsp:txBody>
      <dsp:txXfrm>
        <a:off x="2324037" y="3342075"/>
        <a:ext cx="1527384" cy="763692"/>
      </dsp:txXfrm>
    </dsp:sp>
    <dsp:sp modelId="{A899F7ED-50CE-4E3B-80D3-77706BCF3D52}">
      <dsp:nvSpPr>
        <dsp:cNvPr id="16" name="任意多边形 15"/>
        <dsp:cNvSpPr/>
      </dsp:nvSpPr>
      <dsp:spPr bwMode="white">
        <a:xfrm>
          <a:off x="3780702" y="3489954"/>
          <a:ext cx="752392" cy="28811"/>
        </a:xfrm>
        <a:custGeom>
          <a:avLst/>
          <a:gdLst/>
          <a:ahLst/>
          <a:cxnLst/>
          <a:pathLst>
            <a:path w="1185" h="45">
              <a:moveTo>
                <a:pt x="111" y="368"/>
              </a:moveTo>
              <a:lnTo>
                <a:pt x="1074" y="-323"/>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780702" y="3489954"/>
        <a:ext cx="752392" cy="28811"/>
      </dsp:txXfrm>
    </dsp:sp>
    <dsp:sp modelId="{0D06DE2A-F595-4534-8B26-2BB88F8D5B41}">
      <dsp:nvSpPr>
        <dsp:cNvPr id="17" name="圆角矩形 16"/>
        <dsp:cNvSpPr/>
      </dsp:nvSpPr>
      <dsp:spPr bwMode="white">
        <a:xfrm>
          <a:off x="4462375" y="2902952"/>
          <a:ext cx="1527384"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回复效率</a:t>
          </a:r>
          <a:endParaRPr lang="zh-CN" altLang="en-US" dirty="0"/>
        </a:p>
      </dsp:txBody>
      <dsp:txXfrm>
        <a:off x="4462375" y="2902952"/>
        <a:ext cx="1527384" cy="763692"/>
      </dsp:txXfrm>
    </dsp:sp>
    <dsp:sp modelId="{A6DE41EB-5085-4EBA-8C29-112FB562DBC2}">
      <dsp:nvSpPr>
        <dsp:cNvPr id="18" name="任意多边形 17"/>
        <dsp:cNvSpPr/>
      </dsp:nvSpPr>
      <dsp:spPr bwMode="white">
        <a:xfrm>
          <a:off x="3780702" y="3929077"/>
          <a:ext cx="752392" cy="28811"/>
        </a:xfrm>
        <a:custGeom>
          <a:avLst/>
          <a:gdLst/>
          <a:ahLst/>
          <a:cxnLst/>
          <a:pathLst>
            <a:path w="1185" h="45">
              <a:moveTo>
                <a:pt x="111" y="-323"/>
              </a:moveTo>
              <a:lnTo>
                <a:pt x="1074" y="368"/>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780702" y="3929077"/>
        <a:ext cx="752392" cy="28811"/>
      </dsp:txXfrm>
    </dsp:sp>
    <dsp:sp modelId="{57F9429D-4C68-4BDF-8285-77CA44CA79DB}">
      <dsp:nvSpPr>
        <dsp:cNvPr id="19" name="圆角矩形 18"/>
        <dsp:cNvSpPr/>
      </dsp:nvSpPr>
      <dsp:spPr bwMode="white">
        <a:xfrm>
          <a:off x="4462375" y="3781198"/>
          <a:ext cx="1527384" cy="76369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zh-CN" altLang="en-US" dirty="0" smtClean="0"/>
            <a:t>解决问题的效率</a:t>
          </a:r>
          <a:endParaRPr lang="zh-CN" altLang="en-US" dirty="0"/>
        </a:p>
      </dsp:txBody>
      <dsp:txXfrm>
        <a:off x="4462375" y="3781198"/>
        <a:ext cx="1527384" cy="763692"/>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892480" cy="5242396"/>
        <a:chOff x="0" y="0"/>
        <a:chExt cx="8892480" cy="5242396"/>
      </a:xfrm>
    </dsp:grpSpPr>
    <dsp:sp modelId="{9A73B10E-D1C6-44EC-A9BB-D793F952BDCC}">
      <dsp:nvSpPr>
        <dsp:cNvPr id="5" name="任意多边形 4"/>
        <dsp:cNvSpPr/>
      </dsp:nvSpPr>
      <dsp:spPr bwMode="white">
        <a:xfrm>
          <a:off x="1147422" y="1459863"/>
          <a:ext cx="3556988" cy="300625"/>
        </a:xfrm>
        <a:custGeom>
          <a:avLst/>
          <a:gdLst/>
          <a:ahLst/>
          <a:cxnLst/>
          <a:pathLst>
            <a:path w="5602" h="473">
              <a:moveTo>
                <a:pt x="5602" y="0"/>
              </a:moveTo>
              <a:lnTo>
                <a:pt x="5602" y="359"/>
              </a:lnTo>
              <a:lnTo>
                <a:pt x="0" y="359"/>
              </a:lnTo>
              <a:lnTo>
                <a:pt x="0" y="473"/>
              </a:lnTo>
            </a:path>
          </a:pathLst>
        </a:custGeom>
      </dsp:spPr>
      <dsp:style>
        <a:lnRef idx="2">
          <a:schemeClr val="accent1">
            <a:shade val="60000"/>
          </a:schemeClr>
        </a:lnRef>
        <a:fillRef idx="0">
          <a:schemeClr val="accent1"/>
        </a:fillRef>
        <a:effectRef idx="0">
          <a:scrgbClr r="0" g="0" b="0"/>
        </a:effectRef>
        <a:fontRef idx="minor"/>
      </dsp:style>
      <dsp:txXfrm>
        <a:off x="1147422" y="1459863"/>
        <a:ext cx="3556988" cy="300625"/>
      </dsp:txXfrm>
    </dsp:sp>
    <dsp:sp modelId="{7F9E64C1-DE88-4A98-829D-4D16C5A2A3BC}">
      <dsp:nvSpPr>
        <dsp:cNvPr id="8" name="任意多边形 7"/>
        <dsp:cNvSpPr/>
      </dsp:nvSpPr>
      <dsp:spPr bwMode="white">
        <a:xfrm>
          <a:off x="516340" y="2416240"/>
          <a:ext cx="631082" cy="300912"/>
        </a:xfrm>
        <a:custGeom>
          <a:avLst/>
          <a:gdLst/>
          <a:ahLst/>
          <a:cxnLst/>
          <a:pathLst>
            <a:path w="994" h="474">
              <a:moveTo>
                <a:pt x="994" y="0"/>
              </a:moveTo>
              <a:lnTo>
                <a:pt x="994" y="359"/>
              </a:lnTo>
              <a:lnTo>
                <a:pt x="0" y="359"/>
              </a:lnTo>
              <a:lnTo>
                <a:pt x="0" y="474"/>
              </a:lnTo>
            </a:path>
          </a:pathLst>
        </a:custGeom>
      </dsp:spPr>
      <dsp:style>
        <a:lnRef idx="2">
          <a:schemeClr val="accent1">
            <a:shade val="80000"/>
          </a:schemeClr>
        </a:lnRef>
        <a:fillRef idx="0">
          <a:schemeClr val="accent1"/>
        </a:fillRef>
        <a:effectRef idx="0">
          <a:scrgbClr r="0" g="0" b="0"/>
        </a:effectRef>
        <a:fontRef idx="minor"/>
      </dsp:style>
      <dsp:txXfrm>
        <a:off x="516340" y="2416240"/>
        <a:ext cx="631082" cy="300912"/>
      </dsp:txXfrm>
    </dsp:sp>
    <dsp:sp modelId="{09B5473D-6651-4FFF-BA3F-E3C10CE0DD18}">
      <dsp:nvSpPr>
        <dsp:cNvPr id="11" name="任意多边形 10"/>
        <dsp:cNvSpPr/>
      </dsp:nvSpPr>
      <dsp:spPr bwMode="white">
        <a:xfrm>
          <a:off x="1147422" y="2416240"/>
          <a:ext cx="631082" cy="300912"/>
        </a:xfrm>
        <a:custGeom>
          <a:avLst/>
          <a:gdLst/>
          <a:ahLst/>
          <a:cxnLst/>
          <a:pathLst>
            <a:path w="994" h="474">
              <a:moveTo>
                <a:pt x="0" y="0"/>
              </a:moveTo>
              <a:lnTo>
                <a:pt x="0" y="359"/>
              </a:lnTo>
              <a:lnTo>
                <a:pt x="994" y="359"/>
              </a:lnTo>
              <a:lnTo>
                <a:pt x="994" y="474"/>
              </a:lnTo>
            </a:path>
          </a:pathLst>
        </a:custGeom>
      </dsp:spPr>
      <dsp:style>
        <a:lnRef idx="2">
          <a:schemeClr val="accent1">
            <a:shade val="80000"/>
          </a:schemeClr>
        </a:lnRef>
        <a:fillRef idx="0">
          <a:schemeClr val="accent1"/>
        </a:fillRef>
        <a:effectRef idx="0">
          <a:scrgbClr r="0" g="0" b="0"/>
        </a:effectRef>
        <a:fontRef idx="minor"/>
      </dsp:style>
      <dsp:txXfrm>
        <a:off x="1147422" y="2416240"/>
        <a:ext cx="631082" cy="300912"/>
      </dsp:txXfrm>
    </dsp:sp>
    <dsp:sp modelId="{BBDD54C8-CB26-49AF-ABEA-0F4751295E0B}">
      <dsp:nvSpPr>
        <dsp:cNvPr id="14" name="任意多边形 13"/>
        <dsp:cNvSpPr/>
      </dsp:nvSpPr>
      <dsp:spPr bwMode="white">
        <a:xfrm>
          <a:off x="3040669" y="1459863"/>
          <a:ext cx="1663741" cy="300625"/>
        </a:xfrm>
        <a:custGeom>
          <a:avLst/>
          <a:gdLst/>
          <a:ahLst/>
          <a:cxnLst/>
          <a:pathLst>
            <a:path w="2620" h="473">
              <a:moveTo>
                <a:pt x="2620" y="0"/>
              </a:moveTo>
              <a:lnTo>
                <a:pt x="2620" y="359"/>
              </a:lnTo>
              <a:lnTo>
                <a:pt x="0" y="359"/>
              </a:lnTo>
              <a:lnTo>
                <a:pt x="0" y="473"/>
              </a:lnTo>
            </a:path>
          </a:pathLst>
        </a:custGeom>
      </dsp:spPr>
      <dsp:style>
        <a:lnRef idx="2">
          <a:schemeClr val="accent1">
            <a:shade val="60000"/>
          </a:schemeClr>
        </a:lnRef>
        <a:fillRef idx="0">
          <a:schemeClr val="accent1"/>
        </a:fillRef>
        <a:effectRef idx="0">
          <a:scrgbClr r="0" g="0" b="0"/>
        </a:effectRef>
        <a:fontRef idx="minor"/>
      </dsp:style>
      <dsp:txXfrm>
        <a:off x="3040669" y="1459863"/>
        <a:ext cx="1663741" cy="300625"/>
      </dsp:txXfrm>
    </dsp:sp>
    <dsp:sp modelId="{41733127-6D7A-4E2E-8551-7F0681F7B683}">
      <dsp:nvSpPr>
        <dsp:cNvPr id="17" name="任意多边形 16"/>
        <dsp:cNvSpPr/>
      </dsp:nvSpPr>
      <dsp:spPr bwMode="white">
        <a:xfrm>
          <a:off x="3040669" y="2416240"/>
          <a:ext cx="0" cy="300912"/>
        </a:xfrm>
        <a:custGeom>
          <a:avLst/>
          <a:gdLst/>
          <a:ahLst/>
          <a:cxnLst/>
          <a:pathLst>
            <a:path h="474">
              <a:moveTo>
                <a:pt x="0" y="0"/>
              </a:moveTo>
              <a:lnTo>
                <a:pt x="0" y="474"/>
              </a:lnTo>
            </a:path>
          </a:pathLst>
        </a:custGeom>
      </dsp:spPr>
      <dsp:style>
        <a:lnRef idx="2">
          <a:schemeClr val="accent1">
            <a:shade val="80000"/>
          </a:schemeClr>
        </a:lnRef>
        <a:fillRef idx="0">
          <a:schemeClr val="accent1"/>
        </a:fillRef>
        <a:effectRef idx="0">
          <a:scrgbClr r="0" g="0" b="0"/>
        </a:effectRef>
        <a:fontRef idx="minor"/>
      </dsp:style>
      <dsp:txXfrm>
        <a:off x="3040669" y="2416240"/>
        <a:ext cx="0" cy="300912"/>
      </dsp:txXfrm>
    </dsp:sp>
    <dsp:sp modelId="{8431DAE9-74E0-4220-8B48-862B011FEB4D}">
      <dsp:nvSpPr>
        <dsp:cNvPr id="20" name="任意多边形 19"/>
        <dsp:cNvSpPr/>
      </dsp:nvSpPr>
      <dsp:spPr bwMode="white">
        <a:xfrm>
          <a:off x="4704410" y="1459863"/>
          <a:ext cx="229506" cy="300338"/>
        </a:xfrm>
        <a:custGeom>
          <a:avLst/>
          <a:gdLst/>
          <a:ahLst/>
          <a:cxnLst/>
          <a:pathLst>
            <a:path w="361" h="473">
              <a:moveTo>
                <a:pt x="0" y="0"/>
              </a:moveTo>
              <a:lnTo>
                <a:pt x="0" y="358"/>
              </a:lnTo>
              <a:lnTo>
                <a:pt x="361" y="358"/>
              </a:lnTo>
              <a:lnTo>
                <a:pt x="361" y="473"/>
              </a:lnTo>
            </a:path>
          </a:pathLst>
        </a:custGeom>
      </dsp:spPr>
      <dsp:style>
        <a:lnRef idx="2">
          <a:schemeClr val="accent1">
            <a:shade val="60000"/>
          </a:schemeClr>
        </a:lnRef>
        <a:fillRef idx="0">
          <a:schemeClr val="accent1"/>
        </a:fillRef>
        <a:effectRef idx="0">
          <a:scrgbClr r="0" g="0" b="0"/>
        </a:effectRef>
        <a:fontRef idx="minor"/>
      </dsp:style>
      <dsp:txXfrm>
        <a:off x="4704410" y="1459863"/>
        <a:ext cx="229506" cy="300338"/>
      </dsp:txXfrm>
    </dsp:sp>
    <dsp:sp modelId="{7B0BBE5B-8EA4-40AF-8D7F-37B80BDA1833}">
      <dsp:nvSpPr>
        <dsp:cNvPr id="23" name="任意多边形 22"/>
        <dsp:cNvSpPr/>
      </dsp:nvSpPr>
      <dsp:spPr bwMode="white">
        <a:xfrm>
          <a:off x="4302834" y="2415953"/>
          <a:ext cx="631082" cy="300625"/>
        </a:xfrm>
        <a:custGeom>
          <a:avLst/>
          <a:gdLst/>
          <a:ahLst/>
          <a:cxnLst/>
          <a:pathLst>
            <a:path w="994" h="473">
              <a:moveTo>
                <a:pt x="994" y="0"/>
              </a:moveTo>
              <a:lnTo>
                <a:pt x="994" y="359"/>
              </a:lnTo>
              <a:lnTo>
                <a:pt x="0" y="359"/>
              </a:lnTo>
              <a:lnTo>
                <a:pt x="0" y="473"/>
              </a:lnTo>
            </a:path>
          </a:pathLst>
        </a:custGeom>
      </dsp:spPr>
      <dsp:style>
        <a:lnRef idx="2">
          <a:schemeClr val="accent1">
            <a:shade val="80000"/>
          </a:schemeClr>
        </a:lnRef>
        <a:fillRef idx="0">
          <a:schemeClr val="accent1"/>
        </a:fillRef>
        <a:effectRef idx="0">
          <a:scrgbClr r="0" g="0" b="0"/>
        </a:effectRef>
        <a:fontRef idx="minor"/>
      </dsp:style>
      <dsp:txXfrm>
        <a:off x="4302834" y="2415953"/>
        <a:ext cx="631082" cy="300625"/>
      </dsp:txXfrm>
    </dsp:sp>
    <dsp:sp modelId="{608DAD80-4883-4135-9F8D-996D2D439A3F}">
      <dsp:nvSpPr>
        <dsp:cNvPr id="26" name="任意多边形 25"/>
        <dsp:cNvSpPr/>
      </dsp:nvSpPr>
      <dsp:spPr bwMode="white">
        <a:xfrm>
          <a:off x="4302834" y="3372329"/>
          <a:ext cx="0" cy="300912"/>
        </a:xfrm>
        <a:custGeom>
          <a:avLst/>
          <a:gdLst/>
          <a:ahLst/>
          <a:cxnLst/>
          <a:pathLst>
            <a:path h="474">
              <a:moveTo>
                <a:pt x="0" y="0"/>
              </a:moveTo>
              <a:lnTo>
                <a:pt x="0" y="474"/>
              </a:lnTo>
            </a:path>
          </a:pathLst>
        </a:custGeom>
      </dsp:spPr>
      <dsp:style>
        <a:lnRef idx="2">
          <a:schemeClr val="accent1">
            <a:shade val="80000"/>
          </a:schemeClr>
        </a:lnRef>
        <a:fillRef idx="0">
          <a:schemeClr val="accent1"/>
        </a:fillRef>
        <a:effectRef idx="0">
          <a:scrgbClr r="0" g="0" b="0"/>
        </a:effectRef>
        <a:fontRef idx="minor"/>
      </dsp:style>
      <dsp:txXfrm>
        <a:off x="4302834" y="3372329"/>
        <a:ext cx="0" cy="300912"/>
      </dsp:txXfrm>
    </dsp:sp>
    <dsp:sp modelId="{6A978642-1243-405A-8CDF-7AF5925AF8DA}">
      <dsp:nvSpPr>
        <dsp:cNvPr id="29" name="任意多边形 28"/>
        <dsp:cNvSpPr/>
      </dsp:nvSpPr>
      <dsp:spPr bwMode="white">
        <a:xfrm>
          <a:off x="4933916" y="2415953"/>
          <a:ext cx="631082" cy="300625"/>
        </a:xfrm>
        <a:custGeom>
          <a:avLst/>
          <a:gdLst/>
          <a:ahLst/>
          <a:cxnLst/>
          <a:pathLst>
            <a:path w="994" h="473">
              <a:moveTo>
                <a:pt x="0" y="0"/>
              </a:moveTo>
              <a:lnTo>
                <a:pt x="0" y="359"/>
              </a:lnTo>
              <a:lnTo>
                <a:pt x="994" y="359"/>
              </a:lnTo>
              <a:lnTo>
                <a:pt x="994" y="473"/>
              </a:lnTo>
            </a:path>
          </a:pathLst>
        </a:custGeom>
      </dsp:spPr>
      <dsp:style>
        <a:lnRef idx="2">
          <a:schemeClr val="accent1">
            <a:shade val="80000"/>
          </a:schemeClr>
        </a:lnRef>
        <a:fillRef idx="0">
          <a:schemeClr val="accent1"/>
        </a:fillRef>
        <a:effectRef idx="0">
          <a:scrgbClr r="0" g="0" b="0"/>
        </a:effectRef>
        <a:fontRef idx="minor"/>
      </dsp:style>
      <dsp:txXfrm>
        <a:off x="4933916" y="2415953"/>
        <a:ext cx="631082" cy="300625"/>
      </dsp:txXfrm>
    </dsp:sp>
    <dsp:sp modelId="{50D494D3-DB05-4C6F-A722-C67ACC6A42D8}">
      <dsp:nvSpPr>
        <dsp:cNvPr id="32" name="任意多边形 31"/>
        <dsp:cNvSpPr/>
      </dsp:nvSpPr>
      <dsp:spPr bwMode="white">
        <a:xfrm>
          <a:off x="5564998" y="3372329"/>
          <a:ext cx="0" cy="300912"/>
        </a:xfrm>
        <a:custGeom>
          <a:avLst/>
          <a:gdLst/>
          <a:ahLst/>
          <a:cxnLst/>
          <a:pathLst>
            <a:path h="474">
              <a:moveTo>
                <a:pt x="0" y="0"/>
              </a:moveTo>
              <a:lnTo>
                <a:pt x="0" y="474"/>
              </a:lnTo>
            </a:path>
          </a:pathLst>
        </a:custGeom>
      </dsp:spPr>
      <dsp:style>
        <a:lnRef idx="2">
          <a:schemeClr val="accent1">
            <a:shade val="80000"/>
          </a:schemeClr>
        </a:lnRef>
        <a:fillRef idx="0">
          <a:schemeClr val="accent1"/>
        </a:fillRef>
        <a:effectRef idx="0">
          <a:scrgbClr r="0" g="0" b="0"/>
        </a:effectRef>
        <a:fontRef idx="minor"/>
      </dsp:style>
      <dsp:txXfrm>
        <a:off x="5564998" y="3372329"/>
        <a:ext cx="0" cy="300912"/>
      </dsp:txXfrm>
    </dsp:sp>
    <dsp:sp modelId="{2E979219-E602-49AC-BC4F-C7016DE9B7D5}">
      <dsp:nvSpPr>
        <dsp:cNvPr id="35" name="任意多边形 34"/>
        <dsp:cNvSpPr/>
      </dsp:nvSpPr>
      <dsp:spPr bwMode="white">
        <a:xfrm>
          <a:off x="4704410" y="1459863"/>
          <a:ext cx="2122753" cy="300338"/>
        </a:xfrm>
        <a:custGeom>
          <a:avLst/>
          <a:gdLst/>
          <a:ahLst/>
          <a:cxnLst/>
          <a:pathLst>
            <a:path w="3343" h="473">
              <a:moveTo>
                <a:pt x="0" y="0"/>
              </a:moveTo>
              <a:lnTo>
                <a:pt x="0" y="358"/>
              </a:lnTo>
              <a:lnTo>
                <a:pt x="3343" y="358"/>
              </a:lnTo>
              <a:lnTo>
                <a:pt x="3343" y="473"/>
              </a:lnTo>
            </a:path>
          </a:pathLst>
        </a:custGeom>
      </dsp:spPr>
      <dsp:style>
        <a:lnRef idx="2">
          <a:schemeClr val="accent1">
            <a:shade val="60000"/>
          </a:schemeClr>
        </a:lnRef>
        <a:fillRef idx="0">
          <a:schemeClr val="accent1"/>
        </a:fillRef>
        <a:effectRef idx="0">
          <a:scrgbClr r="0" g="0" b="0"/>
        </a:effectRef>
        <a:fontRef idx="minor"/>
      </dsp:style>
      <dsp:txXfrm>
        <a:off x="4704410" y="1459863"/>
        <a:ext cx="2122753" cy="300338"/>
      </dsp:txXfrm>
    </dsp:sp>
    <dsp:sp modelId="{FFB87D95-0236-4EA4-8ABC-5270092EE835}">
      <dsp:nvSpPr>
        <dsp:cNvPr id="38" name="任意多边形 37"/>
        <dsp:cNvSpPr/>
      </dsp:nvSpPr>
      <dsp:spPr bwMode="white">
        <a:xfrm>
          <a:off x="6827163" y="2415953"/>
          <a:ext cx="0" cy="300625"/>
        </a:xfrm>
        <a:custGeom>
          <a:avLst/>
          <a:gdLst/>
          <a:ahLst/>
          <a:cxnLst/>
          <a:pathLst>
            <a:path h="473">
              <a:moveTo>
                <a:pt x="0" y="0"/>
              </a:moveTo>
              <a:lnTo>
                <a:pt x="0" y="359"/>
              </a:lnTo>
              <a:lnTo>
                <a:pt x="0" y="359"/>
              </a:lnTo>
              <a:lnTo>
                <a:pt x="0" y="473"/>
              </a:lnTo>
            </a:path>
          </a:pathLst>
        </a:custGeom>
      </dsp:spPr>
      <dsp:style>
        <a:lnRef idx="2">
          <a:schemeClr val="accent1">
            <a:shade val="80000"/>
          </a:schemeClr>
        </a:lnRef>
        <a:fillRef idx="0">
          <a:schemeClr val="accent1"/>
        </a:fillRef>
        <a:effectRef idx="0">
          <a:scrgbClr r="0" g="0" b="0"/>
        </a:effectRef>
        <a:fontRef idx="minor"/>
      </dsp:style>
      <dsp:txXfrm>
        <a:off x="6827163" y="2415953"/>
        <a:ext cx="0" cy="300625"/>
      </dsp:txXfrm>
    </dsp:sp>
    <dsp:sp modelId="{AD15A0B7-397B-4229-99A2-8D256DD1737C}">
      <dsp:nvSpPr>
        <dsp:cNvPr id="41" name="任意多边形 40"/>
        <dsp:cNvSpPr/>
      </dsp:nvSpPr>
      <dsp:spPr bwMode="white">
        <a:xfrm>
          <a:off x="4704410" y="1459863"/>
          <a:ext cx="3522254" cy="300338"/>
        </a:xfrm>
        <a:custGeom>
          <a:avLst/>
          <a:gdLst/>
          <a:ahLst/>
          <a:cxnLst/>
          <a:pathLst>
            <a:path w="5547" h="473">
              <a:moveTo>
                <a:pt x="0" y="0"/>
              </a:moveTo>
              <a:lnTo>
                <a:pt x="0" y="358"/>
              </a:lnTo>
              <a:lnTo>
                <a:pt x="5547" y="358"/>
              </a:lnTo>
              <a:lnTo>
                <a:pt x="5547" y="473"/>
              </a:lnTo>
            </a:path>
          </a:pathLst>
        </a:custGeom>
      </dsp:spPr>
      <dsp:style>
        <a:lnRef idx="2">
          <a:schemeClr val="accent1">
            <a:shade val="60000"/>
          </a:schemeClr>
        </a:lnRef>
        <a:fillRef idx="0">
          <a:schemeClr val="accent1"/>
        </a:fillRef>
        <a:effectRef idx="0">
          <a:scrgbClr r="0" g="0" b="0"/>
        </a:effectRef>
        <a:fontRef idx="minor"/>
      </dsp:style>
      <dsp:txXfrm>
        <a:off x="4704410" y="1459863"/>
        <a:ext cx="3522254" cy="300338"/>
      </dsp:txXfrm>
    </dsp:sp>
    <dsp:sp modelId="{43D0C43B-E1DC-477A-A8EF-359636C0B6D4}">
      <dsp:nvSpPr>
        <dsp:cNvPr id="44" name="任意多边形 43"/>
        <dsp:cNvSpPr/>
      </dsp:nvSpPr>
      <dsp:spPr bwMode="white">
        <a:xfrm>
          <a:off x="8226664" y="2415953"/>
          <a:ext cx="0" cy="300625"/>
        </a:xfrm>
        <a:custGeom>
          <a:avLst/>
          <a:gdLst/>
          <a:ahLst/>
          <a:cxnLst/>
          <a:pathLst>
            <a:path h="473">
              <a:moveTo>
                <a:pt x="0" y="0"/>
              </a:moveTo>
              <a:lnTo>
                <a:pt x="0" y="473"/>
              </a:lnTo>
            </a:path>
          </a:pathLst>
        </a:custGeom>
      </dsp:spPr>
      <dsp:style>
        <a:lnRef idx="2">
          <a:schemeClr val="accent1">
            <a:shade val="80000"/>
          </a:schemeClr>
        </a:lnRef>
        <a:fillRef idx="0">
          <a:schemeClr val="accent1"/>
        </a:fillRef>
        <a:effectRef idx="0">
          <a:scrgbClr r="0" g="0" b="0"/>
        </a:effectRef>
        <a:fontRef idx="minor"/>
      </dsp:style>
      <dsp:txXfrm>
        <a:off x="8226664" y="2415953"/>
        <a:ext cx="0" cy="300625"/>
      </dsp:txXfrm>
    </dsp:sp>
    <dsp:sp modelId="{53325F05-0D81-41AC-A9A8-B60936BEF95C}">
      <dsp:nvSpPr>
        <dsp:cNvPr id="3" name="圆角矩形 2"/>
        <dsp:cNvSpPr/>
      </dsp:nvSpPr>
      <dsp:spPr bwMode="white">
        <a:xfrm>
          <a:off x="4034170" y="804111"/>
          <a:ext cx="1340481"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4034170" y="804111"/>
        <a:ext cx="1340481" cy="655752"/>
      </dsp:txXfrm>
    </dsp:sp>
    <dsp:sp modelId="{01C18CA6-35A9-4C71-BC36-B1E6C51CF8A6}">
      <dsp:nvSpPr>
        <dsp:cNvPr id="4" name="圆角矩形 3"/>
        <dsp:cNvSpPr/>
      </dsp:nvSpPr>
      <dsp:spPr bwMode="white">
        <a:xfrm>
          <a:off x="4148912" y="913116"/>
          <a:ext cx="1340481"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判定客诉问题</a:t>
          </a:r>
          <a:endParaRPr lang="en-US" altLang="zh-CN" dirty="0" smtClean="0">
            <a:solidFill>
              <a:schemeClr val="dk1"/>
            </a:solidFill>
          </a:endParaRPr>
        </a:p>
        <a:p>
          <a:pPr lvl="0">
            <a:lnSpc>
              <a:spcPct val="100000"/>
            </a:lnSpc>
            <a:spcBef>
              <a:spcPct val="0"/>
            </a:spcBef>
            <a:spcAft>
              <a:spcPct val="35000"/>
            </a:spcAft>
          </a:pPr>
          <a:r>
            <a:rPr lang="zh-CN" altLang="en-US" dirty="0" smtClean="0">
              <a:solidFill>
                <a:schemeClr val="dk1"/>
              </a:solidFill>
            </a:rPr>
            <a:t>及制定解决方案</a:t>
          </a:r>
          <a:endParaRPr lang="zh-CN" altLang="en-US" dirty="0">
            <a:solidFill>
              <a:schemeClr val="dk1"/>
            </a:solidFill>
          </a:endParaRPr>
        </a:p>
      </dsp:txBody>
      <dsp:txXfrm>
        <a:off x="4148912" y="913116"/>
        <a:ext cx="1340481" cy="655752"/>
      </dsp:txXfrm>
    </dsp:sp>
    <dsp:sp modelId="{15C0047F-ACB6-42BC-9793-051B2820F456}">
      <dsp:nvSpPr>
        <dsp:cNvPr id="6" name="圆角矩形 5"/>
        <dsp:cNvSpPr/>
      </dsp:nvSpPr>
      <dsp:spPr bwMode="white">
        <a:xfrm>
          <a:off x="631082" y="1760488"/>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631082" y="1760488"/>
        <a:ext cx="1032680" cy="655752"/>
      </dsp:txXfrm>
    </dsp:sp>
    <dsp:sp modelId="{0F6482BC-EE70-4081-B724-B03C105DDFAA}">
      <dsp:nvSpPr>
        <dsp:cNvPr id="7" name="圆角矩形 6"/>
        <dsp:cNvSpPr/>
      </dsp:nvSpPr>
      <dsp:spPr bwMode="white">
        <a:xfrm>
          <a:off x="745825" y="1869493"/>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产品质量问题</a:t>
          </a:r>
          <a:endParaRPr lang="zh-CN" altLang="en-US" dirty="0">
            <a:solidFill>
              <a:schemeClr val="dk1"/>
            </a:solidFill>
          </a:endParaRPr>
        </a:p>
      </dsp:txBody>
      <dsp:txXfrm>
        <a:off x="745825" y="1869493"/>
        <a:ext cx="1032680" cy="655752"/>
      </dsp:txXfrm>
    </dsp:sp>
    <dsp:sp modelId="{EFAAFD8D-D862-490F-85FC-41191176D631}">
      <dsp:nvSpPr>
        <dsp:cNvPr id="9" name="圆角矩形 8"/>
        <dsp:cNvSpPr/>
      </dsp:nvSpPr>
      <dsp:spPr bwMode="white">
        <a:xfrm>
          <a:off x="0" y="2717151"/>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0" y="2717151"/>
        <a:ext cx="1032680" cy="655752"/>
      </dsp:txXfrm>
    </dsp:sp>
    <dsp:sp modelId="{DCE99A33-398C-4EBB-A384-2ADD600C79D4}">
      <dsp:nvSpPr>
        <dsp:cNvPr id="10" name="圆角矩形 9"/>
        <dsp:cNvSpPr/>
      </dsp:nvSpPr>
      <dsp:spPr bwMode="white">
        <a:xfrm>
          <a:off x="114742" y="2826156"/>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重发</a:t>
          </a:r>
          <a:endParaRPr lang="zh-CN" altLang="en-US" dirty="0">
            <a:solidFill>
              <a:schemeClr val="dk1"/>
            </a:solidFill>
          </a:endParaRPr>
        </a:p>
      </dsp:txBody>
      <dsp:txXfrm>
        <a:off x="114742" y="2826156"/>
        <a:ext cx="1032680" cy="655752"/>
      </dsp:txXfrm>
    </dsp:sp>
    <dsp:sp modelId="{3E0484A1-5AD7-4FA4-A638-B8E377EC9583}">
      <dsp:nvSpPr>
        <dsp:cNvPr id="12" name="圆角矩形 11"/>
        <dsp:cNvSpPr/>
      </dsp:nvSpPr>
      <dsp:spPr bwMode="white">
        <a:xfrm>
          <a:off x="1262165" y="2717151"/>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1262165" y="2717151"/>
        <a:ext cx="1032680" cy="655752"/>
      </dsp:txXfrm>
    </dsp:sp>
    <dsp:sp modelId="{F5B08033-4A91-460D-AEE9-1869CCEF53BF}">
      <dsp:nvSpPr>
        <dsp:cNvPr id="13" name="圆角矩形 12"/>
        <dsp:cNvSpPr/>
      </dsp:nvSpPr>
      <dsp:spPr bwMode="white">
        <a:xfrm>
          <a:off x="1376907" y="2826156"/>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退款</a:t>
          </a:r>
          <a:endParaRPr lang="zh-CN" altLang="en-US" dirty="0">
            <a:solidFill>
              <a:schemeClr val="dk1"/>
            </a:solidFill>
          </a:endParaRPr>
        </a:p>
      </dsp:txBody>
      <dsp:txXfrm>
        <a:off x="1376907" y="2826156"/>
        <a:ext cx="1032680" cy="655752"/>
      </dsp:txXfrm>
    </dsp:sp>
    <dsp:sp modelId="{7F1F9471-F907-4A6D-BE6D-6A82A8DD130D}">
      <dsp:nvSpPr>
        <dsp:cNvPr id="15" name="圆角矩形 14"/>
        <dsp:cNvSpPr/>
      </dsp:nvSpPr>
      <dsp:spPr bwMode="white">
        <a:xfrm>
          <a:off x="2524329" y="1760488"/>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2524329" y="1760488"/>
        <a:ext cx="1032680" cy="655752"/>
      </dsp:txXfrm>
    </dsp:sp>
    <dsp:sp modelId="{2D65B348-A5F3-4557-827D-C7538A253F1F}">
      <dsp:nvSpPr>
        <dsp:cNvPr id="16" name="圆角矩形 15"/>
        <dsp:cNvSpPr/>
      </dsp:nvSpPr>
      <dsp:spPr bwMode="white">
        <a:xfrm>
          <a:off x="2639071" y="1869493"/>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售后服务技术支持问题</a:t>
          </a:r>
          <a:endParaRPr lang="zh-CN" altLang="en-US" dirty="0">
            <a:solidFill>
              <a:schemeClr val="dk1"/>
            </a:solidFill>
          </a:endParaRPr>
        </a:p>
      </dsp:txBody>
      <dsp:txXfrm>
        <a:off x="2639071" y="1869493"/>
        <a:ext cx="1032680" cy="655752"/>
      </dsp:txXfrm>
    </dsp:sp>
    <dsp:sp modelId="{2F43ADD5-D7BC-4B2B-8A41-F655ED852C97}">
      <dsp:nvSpPr>
        <dsp:cNvPr id="18" name="圆角矩形 17"/>
        <dsp:cNvSpPr/>
      </dsp:nvSpPr>
      <dsp:spPr bwMode="white">
        <a:xfrm>
          <a:off x="2524329" y="2717151"/>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2524329" y="2717151"/>
        <a:ext cx="1032680" cy="655752"/>
      </dsp:txXfrm>
    </dsp:sp>
    <dsp:sp modelId="{D8B000B0-082E-451E-B6BF-0D7ED1E477DA}">
      <dsp:nvSpPr>
        <dsp:cNvPr id="19" name="圆角矩形 18"/>
        <dsp:cNvSpPr/>
      </dsp:nvSpPr>
      <dsp:spPr bwMode="white">
        <a:xfrm>
          <a:off x="2639071" y="2826156"/>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提供相对应的技术引导</a:t>
          </a:r>
          <a:endParaRPr lang="zh-CN" altLang="en-US" dirty="0">
            <a:solidFill>
              <a:schemeClr val="dk1"/>
            </a:solidFill>
          </a:endParaRPr>
        </a:p>
      </dsp:txBody>
      <dsp:txXfrm>
        <a:off x="2639071" y="2826156"/>
        <a:ext cx="1032680" cy="655752"/>
      </dsp:txXfrm>
    </dsp:sp>
    <dsp:sp modelId="{4AE4F273-8C47-4B6F-99E8-1A9FC65E3D90}">
      <dsp:nvSpPr>
        <dsp:cNvPr id="21" name="圆角矩形 20"/>
        <dsp:cNvSpPr/>
      </dsp:nvSpPr>
      <dsp:spPr bwMode="white">
        <a:xfrm>
          <a:off x="4369009" y="1760201"/>
          <a:ext cx="1129814"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4369009" y="1760201"/>
        <a:ext cx="1129814" cy="655752"/>
      </dsp:txXfrm>
    </dsp:sp>
    <dsp:sp modelId="{0973E88F-C16A-4098-AAD9-90AF272A1232}">
      <dsp:nvSpPr>
        <dsp:cNvPr id="22" name="圆角矩形 21"/>
        <dsp:cNvSpPr/>
      </dsp:nvSpPr>
      <dsp:spPr bwMode="white">
        <a:xfrm>
          <a:off x="4483751" y="1869206"/>
          <a:ext cx="1129814"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客服及其他工作人员工作的失误</a:t>
          </a:r>
          <a:endParaRPr lang="zh-CN" altLang="en-US" dirty="0">
            <a:solidFill>
              <a:schemeClr val="dk1"/>
            </a:solidFill>
          </a:endParaRPr>
        </a:p>
      </dsp:txBody>
      <dsp:txXfrm>
        <a:off x="4483751" y="1869206"/>
        <a:ext cx="1129814" cy="655752"/>
      </dsp:txXfrm>
    </dsp:sp>
    <dsp:sp modelId="{115DE835-A0B3-4CB0-9732-5FFDB52DDDEF}">
      <dsp:nvSpPr>
        <dsp:cNvPr id="24" name="圆角矩形 23"/>
        <dsp:cNvSpPr/>
      </dsp:nvSpPr>
      <dsp:spPr bwMode="white">
        <a:xfrm>
          <a:off x="3786494" y="2716577"/>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3786494" y="2716577"/>
        <a:ext cx="1032680" cy="655752"/>
      </dsp:txXfrm>
    </dsp:sp>
    <dsp:sp modelId="{9F5B51EB-D7CD-46F7-87C4-59C12773BCAF}">
      <dsp:nvSpPr>
        <dsp:cNvPr id="25" name="圆角矩形 24"/>
        <dsp:cNvSpPr/>
      </dsp:nvSpPr>
      <dsp:spPr bwMode="white">
        <a:xfrm>
          <a:off x="3901236" y="2825583"/>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实质性失误</a:t>
          </a:r>
          <a:endParaRPr lang="zh-CN" altLang="en-US" dirty="0">
            <a:solidFill>
              <a:schemeClr val="dk1"/>
            </a:solidFill>
          </a:endParaRPr>
        </a:p>
      </dsp:txBody>
      <dsp:txXfrm>
        <a:off x="3901236" y="2825583"/>
        <a:ext cx="1032680" cy="655752"/>
      </dsp:txXfrm>
    </dsp:sp>
    <dsp:sp modelId="{995DE8C9-32D9-4103-B419-5DFB47F096E0}">
      <dsp:nvSpPr>
        <dsp:cNvPr id="27" name="圆角矩形 26"/>
        <dsp:cNvSpPr/>
      </dsp:nvSpPr>
      <dsp:spPr bwMode="white">
        <a:xfrm>
          <a:off x="3786494" y="3673241"/>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3786494" y="3673241"/>
        <a:ext cx="1032680" cy="655752"/>
      </dsp:txXfrm>
    </dsp:sp>
    <dsp:sp modelId="{6C3D98D3-A453-4F6E-881B-3905474B0073}">
      <dsp:nvSpPr>
        <dsp:cNvPr id="28" name="圆角矩形 27"/>
        <dsp:cNvSpPr/>
      </dsp:nvSpPr>
      <dsp:spPr bwMode="white">
        <a:xfrm>
          <a:off x="3901236" y="3782246"/>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smtClean="0">
              <a:solidFill>
                <a:schemeClr val="dk1"/>
              </a:solidFill>
            </a:rPr>
            <a:t>认错，纠错</a:t>
          </a:r>
          <a:endParaRPr lang="zh-CN" altLang="en-US">
            <a:solidFill>
              <a:schemeClr val="dk1"/>
            </a:solidFill>
          </a:endParaRPr>
        </a:p>
      </dsp:txBody>
      <dsp:txXfrm>
        <a:off x="3901236" y="3782246"/>
        <a:ext cx="1032680" cy="655752"/>
      </dsp:txXfrm>
    </dsp:sp>
    <dsp:sp modelId="{DE7C9A66-CF9E-4053-A820-20CC8A240C0C}">
      <dsp:nvSpPr>
        <dsp:cNvPr id="30" name="圆角矩形 29"/>
        <dsp:cNvSpPr/>
      </dsp:nvSpPr>
      <dsp:spPr bwMode="white">
        <a:xfrm>
          <a:off x="5048658" y="2716577"/>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5048658" y="2716577"/>
        <a:ext cx="1032680" cy="655752"/>
      </dsp:txXfrm>
    </dsp:sp>
    <dsp:sp modelId="{04F6B247-406E-49CF-8AF4-E47EBD2C1208}">
      <dsp:nvSpPr>
        <dsp:cNvPr id="31" name="圆角矩形 30"/>
        <dsp:cNvSpPr/>
      </dsp:nvSpPr>
      <dsp:spPr bwMode="white">
        <a:xfrm>
          <a:off x="5163400" y="2825583"/>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smtClean="0">
              <a:solidFill>
                <a:schemeClr val="dk1"/>
              </a:solidFill>
            </a:rPr>
            <a:t>其他因素失误</a:t>
          </a:r>
          <a:endParaRPr lang="zh-CN" altLang="en-US">
            <a:solidFill>
              <a:schemeClr val="dk1"/>
            </a:solidFill>
          </a:endParaRPr>
        </a:p>
      </dsp:txBody>
      <dsp:txXfrm>
        <a:off x="5163400" y="2825583"/>
        <a:ext cx="1032680" cy="655752"/>
      </dsp:txXfrm>
    </dsp:sp>
    <dsp:sp modelId="{0E720D47-276F-44D5-9E9D-A23F3F8B70C2}">
      <dsp:nvSpPr>
        <dsp:cNvPr id="33" name="圆角矩形 32"/>
        <dsp:cNvSpPr/>
      </dsp:nvSpPr>
      <dsp:spPr bwMode="white">
        <a:xfrm>
          <a:off x="5048658" y="3673241"/>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5048658" y="3673241"/>
        <a:ext cx="1032680" cy="655752"/>
      </dsp:txXfrm>
    </dsp:sp>
    <dsp:sp modelId="{AA26E056-7829-4F64-95EA-A383F12A877C}">
      <dsp:nvSpPr>
        <dsp:cNvPr id="34" name="圆角矩形 33"/>
        <dsp:cNvSpPr/>
      </dsp:nvSpPr>
      <dsp:spPr bwMode="white">
        <a:xfrm>
          <a:off x="5163400" y="3782246"/>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合理解释，</a:t>
          </a:r>
          <a:endParaRPr lang="en-US" altLang="zh-CN" dirty="0" smtClean="0">
            <a:solidFill>
              <a:schemeClr val="dk1"/>
            </a:solidFill>
          </a:endParaRPr>
        </a:p>
        <a:p>
          <a:pPr lvl="0">
            <a:lnSpc>
              <a:spcPct val="100000"/>
            </a:lnSpc>
            <a:spcBef>
              <a:spcPct val="0"/>
            </a:spcBef>
            <a:spcAft>
              <a:spcPct val="35000"/>
            </a:spcAft>
          </a:pPr>
          <a:r>
            <a:rPr lang="zh-CN" altLang="en-US" dirty="0" smtClean="0">
              <a:solidFill>
                <a:schemeClr val="dk1"/>
              </a:solidFill>
            </a:rPr>
            <a:t>平息抱怨</a:t>
          </a:r>
          <a:endParaRPr lang="zh-CN" altLang="en-US" dirty="0">
            <a:solidFill>
              <a:schemeClr val="dk1"/>
            </a:solidFill>
          </a:endParaRPr>
        </a:p>
      </dsp:txBody>
      <dsp:txXfrm>
        <a:off x="5163400" y="3782246"/>
        <a:ext cx="1032680" cy="655752"/>
      </dsp:txXfrm>
    </dsp:sp>
    <dsp:sp modelId="{4568E8D3-0357-40D7-A162-B99B2DA9D95B}">
      <dsp:nvSpPr>
        <dsp:cNvPr id="36" name="圆角矩形 35"/>
        <dsp:cNvSpPr/>
      </dsp:nvSpPr>
      <dsp:spPr bwMode="white">
        <a:xfrm>
          <a:off x="6208221" y="1760201"/>
          <a:ext cx="1237884"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6208221" y="1760201"/>
        <a:ext cx="1237884" cy="655752"/>
      </dsp:txXfrm>
    </dsp:sp>
    <dsp:sp modelId="{25C0D2D5-8AEA-44F1-BE4A-D02DCD3F8E56}">
      <dsp:nvSpPr>
        <dsp:cNvPr id="37" name="圆角矩形 36"/>
        <dsp:cNvSpPr/>
      </dsp:nvSpPr>
      <dsp:spPr bwMode="white">
        <a:xfrm>
          <a:off x="6322963" y="1869206"/>
          <a:ext cx="1237884"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对服务的衡量尺度与企业自身不同</a:t>
          </a:r>
          <a:endParaRPr lang="zh-CN" altLang="en-US" dirty="0">
            <a:solidFill>
              <a:schemeClr val="dk1"/>
            </a:solidFill>
          </a:endParaRPr>
        </a:p>
      </dsp:txBody>
      <dsp:txXfrm>
        <a:off x="6322963" y="1869206"/>
        <a:ext cx="1237884" cy="655752"/>
      </dsp:txXfrm>
    </dsp:sp>
    <dsp:sp modelId="{E28644CA-5EA5-4F74-85A9-070FC13F7274}">
      <dsp:nvSpPr>
        <dsp:cNvPr id="39" name="圆角矩形 38"/>
        <dsp:cNvSpPr/>
      </dsp:nvSpPr>
      <dsp:spPr bwMode="white">
        <a:xfrm>
          <a:off x="6310823" y="2716577"/>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6310823" y="2716577"/>
        <a:ext cx="1032680" cy="655752"/>
      </dsp:txXfrm>
    </dsp:sp>
    <dsp:sp modelId="{933820B7-D1E0-4B68-B007-45D1154BFBEA}">
      <dsp:nvSpPr>
        <dsp:cNvPr id="40" name="圆角矩形 39"/>
        <dsp:cNvSpPr/>
      </dsp:nvSpPr>
      <dsp:spPr bwMode="white">
        <a:xfrm>
          <a:off x="6425565" y="2825583"/>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具体情况具体分析，合理处理</a:t>
          </a:r>
          <a:endParaRPr lang="zh-CN" altLang="en-US" dirty="0">
            <a:solidFill>
              <a:schemeClr val="dk1"/>
            </a:solidFill>
          </a:endParaRPr>
        </a:p>
      </dsp:txBody>
      <dsp:txXfrm>
        <a:off x="6425565" y="2825583"/>
        <a:ext cx="1032680" cy="655752"/>
      </dsp:txXfrm>
    </dsp:sp>
    <dsp:sp modelId="{CE062880-AAD6-4F74-93BF-47475D15BC53}">
      <dsp:nvSpPr>
        <dsp:cNvPr id="42" name="圆角矩形 41"/>
        <dsp:cNvSpPr/>
      </dsp:nvSpPr>
      <dsp:spPr bwMode="white">
        <a:xfrm>
          <a:off x="7675589" y="1760201"/>
          <a:ext cx="1102148"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7675589" y="1760201"/>
        <a:ext cx="1102148" cy="655752"/>
      </dsp:txXfrm>
    </dsp:sp>
    <dsp:sp modelId="{D9E05129-4FFC-45E1-9A47-092CC2B21526}">
      <dsp:nvSpPr>
        <dsp:cNvPr id="43" name="圆角矩形 42"/>
        <dsp:cNvSpPr/>
      </dsp:nvSpPr>
      <dsp:spPr bwMode="white">
        <a:xfrm>
          <a:off x="7790332" y="1869206"/>
          <a:ext cx="1102148"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客户的期望值过高而无法满足</a:t>
          </a:r>
          <a:endParaRPr lang="zh-CN" altLang="en-US" dirty="0">
            <a:solidFill>
              <a:schemeClr val="dk1"/>
            </a:solidFill>
          </a:endParaRPr>
        </a:p>
      </dsp:txBody>
      <dsp:txXfrm>
        <a:off x="7790332" y="1869206"/>
        <a:ext cx="1102148" cy="655752"/>
      </dsp:txXfrm>
    </dsp:sp>
    <dsp:sp modelId="{C2C9845D-2442-4812-AF61-33D5B6B2EB32}">
      <dsp:nvSpPr>
        <dsp:cNvPr id="45" name="圆角矩形 44"/>
        <dsp:cNvSpPr/>
      </dsp:nvSpPr>
      <dsp:spPr bwMode="white">
        <a:xfrm>
          <a:off x="7710323" y="2716577"/>
          <a:ext cx="1032680" cy="655752"/>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7710323" y="2716577"/>
        <a:ext cx="1032680" cy="655752"/>
      </dsp:txXfrm>
    </dsp:sp>
    <dsp:sp modelId="{7787604F-D2B2-49DF-895F-71DF4A7C607D}">
      <dsp:nvSpPr>
        <dsp:cNvPr id="46" name="圆角矩形 45"/>
        <dsp:cNvSpPr/>
      </dsp:nvSpPr>
      <dsp:spPr bwMode="white">
        <a:xfrm>
          <a:off x="7825066" y="2825583"/>
          <a:ext cx="1032680" cy="65575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41910" tIns="41910" rIns="41910" bIns="4191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zh-CN" altLang="en-US" dirty="0" smtClean="0">
              <a:solidFill>
                <a:schemeClr val="dk1"/>
              </a:solidFill>
            </a:rPr>
            <a:t>给折扣建议保留</a:t>
          </a:r>
          <a:endParaRPr lang="zh-CN" altLang="en-US" dirty="0">
            <a:solidFill>
              <a:schemeClr val="dk1"/>
            </a:solidFill>
          </a:endParaRPr>
        </a:p>
      </dsp:txBody>
      <dsp:txXfrm>
        <a:off x="7825066" y="2825583"/>
        <a:ext cx="1032680" cy="65575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fld id="{530820CF-B880-4189-942D-D702A7CBA730}" type="datetimeFigureOut">
              <a:rPr lang="zh-CN" altLang="en-US" smtClean="0"/>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p:nvPr/>
        </p:nvSpPr>
        <p:spPr bwMode="auto">
          <a:xfrm>
            <a:off x="-6042" y="5791253"/>
            <a:ext cx="3402314" cy="1080868"/>
          </a:xfrm>
          <a:prstGeom prst="rtTriangle">
            <a:avLst/>
          </a:prstGeom>
          <a:blipFill>
            <a:blip r:embed="rId1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530820CF-B880-4189-942D-D702A7CBA730}" type="datetimeFigureOut">
              <a:rPr lang="zh-CN" altLang="en-US" smtClean="0"/>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43608" y="2204864"/>
            <a:ext cx="7175351" cy="1793167"/>
          </a:xfrm>
        </p:spPr>
        <p:txBody>
          <a:bodyPr/>
          <a:lstStyle/>
          <a:p>
            <a:pPr algn="ctr"/>
            <a:r>
              <a:rPr lang="zh-CN" altLang="en-US" dirty="0"/>
              <a:t>亚马</a:t>
            </a:r>
            <a:r>
              <a:rPr lang="zh-CN" altLang="en-US" dirty="0" smtClean="0"/>
              <a:t>逊客服邮件沟通</a:t>
            </a:r>
            <a:br>
              <a:rPr lang="en-US" altLang="zh-CN" dirty="0" smtClean="0"/>
            </a:br>
            <a:r>
              <a:rPr lang="zh-CN" altLang="en-US" dirty="0" smtClean="0"/>
              <a:t>及差</a:t>
            </a:r>
            <a:r>
              <a:rPr lang="zh-CN" altLang="en-US" dirty="0"/>
              <a:t>评的处理</a:t>
            </a:r>
            <a:r>
              <a:rPr lang="en-US" altLang="zh-CN" dirty="0"/>
              <a:t>SOP</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77500" lnSpcReduction="20000"/>
          </a:bodyPr>
          <a:lstStyle/>
          <a:p>
            <a:endParaRPr lang="en-US" altLang="zh-CN" dirty="0" smtClean="0"/>
          </a:p>
          <a:p>
            <a:r>
              <a:rPr lang="en-US" altLang="zh-CN" dirty="0" smtClean="0"/>
              <a:t>1.</a:t>
            </a:r>
            <a:r>
              <a:rPr lang="zh-CN" altLang="en-US" dirty="0" smtClean="0"/>
              <a:t>邮件分类</a:t>
            </a:r>
            <a:endParaRPr lang="en-US" altLang="zh-CN" dirty="0" smtClean="0"/>
          </a:p>
          <a:p>
            <a:pPr marL="109855" indent="0">
              <a:buNone/>
            </a:pPr>
            <a:r>
              <a:rPr lang="en-US" altLang="zh-CN" dirty="0" smtClean="0"/>
              <a:t>      1-1. </a:t>
            </a:r>
            <a:r>
              <a:rPr lang="zh-CN" altLang="en-US" dirty="0" smtClean="0"/>
              <a:t>售前</a:t>
            </a:r>
            <a:endParaRPr lang="en-US" altLang="zh-CN" dirty="0" smtClean="0"/>
          </a:p>
          <a:p>
            <a:pPr marL="109855" indent="0">
              <a:buNone/>
            </a:pPr>
            <a:r>
              <a:rPr lang="en-US" altLang="zh-CN" dirty="0" smtClean="0"/>
              <a:t>      1-2. </a:t>
            </a:r>
            <a:r>
              <a:rPr lang="zh-CN" altLang="en-US" dirty="0" smtClean="0"/>
              <a:t>售中</a:t>
            </a:r>
            <a:endParaRPr lang="en-US" altLang="zh-CN" dirty="0" smtClean="0"/>
          </a:p>
          <a:p>
            <a:pPr marL="109855" indent="0">
              <a:buNone/>
            </a:pPr>
            <a:r>
              <a:rPr lang="en-US" altLang="zh-CN" dirty="0" smtClean="0"/>
              <a:t>      1-3. </a:t>
            </a:r>
            <a:r>
              <a:rPr lang="zh-CN" altLang="en-US" dirty="0" smtClean="0"/>
              <a:t>售后</a:t>
            </a:r>
            <a:endParaRPr lang="en-US" altLang="zh-CN" dirty="0"/>
          </a:p>
          <a:p>
            <a:r>
              <a:rPr lang="en-US" altLang="zh-CN" dirty="0" smtClean="0"/>
              <a:t>2.</a:t>
            </a:r>
            <a:r>
              <a:rPr lang="zh-CN" altLang="en-US" dirty="0" smtClean="0"/>
              <a:t>邮件</a:t>
            </a:r>
            <a:r>
              <a:rPr lang="zh-CN" altLang="en-US" dirty="0"/>
              <a:t>沟通</a:t>
            </a:r>
            <a:r>
              <a:rPr lang="zh-CN" altLang="en-US" dirty="0" smtClean="0"/>
              <a:t>流程及处理效率；</a:t>
            </a:r>
            <a:endParaRPr lang="en-US" altLang="zh-CN" dirty="0" smtClean="0"/>
          </a:p>
          <a:p>
            <a:pPr marL="109855" indent="0">
              <a:buNone/>
            </a:pPr>
            <a:r>
              <a:rPr lang="en-US" altLang="zh-CN" dirty="0" smtClean="0"/>
              <a:t>     2-1. </a:t>
            </a:r>
            <a:r>
              <a:rPr lang="zh-CN" altLang="en-US" dirty="0" smtClean="0"/>
              <a:t>邮件沟通流程</a:t>
            </a:r>
            <a:endParaRPr lang="en-US" altLang="zh-CN" dirty="0" smtClean="0"/>
          </a:p>
          <a:p>
            <a:pPr marL="45720" indent="0">
              <a:buNone/>
            </a:pPr>
            <a:r>
              <a:rPr lang="zh-CN" altLang="en-US" dirty="0" smtClean="0"/>
              <a:t>      </a:t>
            </a:r>
            <a:r>
              <a:rPr lang="en-US" altLang="zh-CN" dirty="0"/>
              <a:t>2</a:t>
            </a:r>
            <a:r>
              <a:rPr lang="en-US" altLang="zh-CN" dirty="0" smtClean="0"/>
              <a:t>-2. </a:t>
            </a:r>
            <a:r>
              <a:rPr lang="zh-CN" altLang="en-US" dirty="0" smtClean="0"/>
              <a:t>邮件处理效率</a:t>
            </a:r>
            <a:endParaRPr lang="en-US" altLang="zh-CN" dirty="0" smtClean="0"/>
          </a:p>
          <a:p>
            <a:r>
              <a:rPr lang="en-US" altLang="zh-CN" dirty="0"/>
              <a:t>3</a:t>
            </a:r>
            <a:r>
              <a:rPr lang="en-US" altLang="zh-CN" dirty="0" smtClean="0"/>
              <a:t>. </a:t>
            </a:r>
            <a:r>
              <a:rPr lang="zh-CN" altLang="en-US" dirty="0" smtClean="0"/>
              <a:t>客</a:t>
            </a:r>
            <a:r>
              <a:rPr lang="zh-CN" altLang="en-US" dirty="0"/>
              <a:t>服邮件模板</a:t>
            </a:r>
            <a:r>
              <a:rPr lang="zh-CN" altLang="en-US" dirty="0" smtClean="0"/>
              <a:t>；</a:t>
            </a:r>
            <a:endParaRPr lang="en-US" altLang="zh-CN" dirty="0" smtClean="0"/>
          </a:p>
          <a:p>
            <a:r>
              <a:rPr lang="en-US" altLang="zh-CN" dirty="0"/>
              <a:t>4</a:t>
            </a:r>
            <a:r>
              <a:rPr lang="en-US" altLang="zh-CN" dirty="0" smtClean="0"/>
              <a:t>. </a:t>
            </a:r>
            <a:r>
              <a:rPr lang="zh-CN" altLang="en-US" dirty="0" smtClean="0"/>
              <a:t>差</a:t>
            </a:r>
            <a:r>
              <a:rPr lang="zh-CN" altLang="en-US" dirty="0"/>
              <a:t>评</a:t>
            </a:r>
            <a:r>
              <a:rPr lang="zh-CN" altLang="en-US" dirty="0" smtClean="0"/>
              <a:t>处理</a:t>
            </a:r>
            <a:endParaRPr lang="en-US" altLang="zh-CN" dirty="0" smtClean="0"/>
          </a:p>
          <a:p>
            <a:pPr marL="45720" indent="0">
              <a:buNone/>
            </a:pPr>
            <a:r>
              <a:rPr lang="en-US" altLang="zh-CN" dirty="0" smtClean="0"/>
              <a:t>      4-1. Feedback</a:t>
            </a:r>
            <a:endParaRPr lang="en-US" altLang="zh-CN" dirty="0" smtClean="0"/>
          </a:p>
          <a:p>
            <a:pPr marL="45720" indent="0">
              <a:buNone/>
            </a:pPr>
            <a:r>
              <a:rPr lang="en-US" altLang="zh-CN" dirty="0" smtClean="0"/>
              <a:t>      4-2. Review</a:t>
            </a:r>
            <a:endParaRPr lang="en-US" altLang="zh-CN" dirty="0" smtClean="0"/>
          </a:p>
          <a:p>
            <a:pPr marL="45720" indent="0">
              <a:buNone/>
            </a:pPr>
            <a:r>
              <a:rPr lang="en-US" altLang="zh-CN" dirty="0" smtClean="0"/>
              <a:t>      4-3. A-Z</a:t>
            </a:r>
            <a:endParaRPr lang="en-US" altLang="zh-CN" dirty="0" smtClean="0"/>
          </a:p>
          <a:p>
            <a:pPr marL="45720" indent="0">
              <a:buNone/>
            </a:pPr>
            <a:r>
              <a:rPr lang="en-US" altLang="zh-CN" dirty="0"/>
              <a:t> </a:t>
            </a:r>
            <a:r>
              <a:rPr lang="en-US" altLang="zh-CN" dirty="0" smtClean="0"/>
              <a:t>     4-4. Chargeback</a:t>
            </a:r>
            <a:endParaRPr lang="en-US" altLang="zh-CN" dirty="0" smtClean="0"/>
          </a:p>
          <a:p>
            <a:endParaRPr lang="zh-CN" altLang="en-US" dirty="0"/>
          </a:p>
        </p:txBody>
      </p:sp>
      <p:sp>
        <p:nvSpPr>
          <p:cNvPr id="2" name="标题 1"/>
          <p:cNvSpPr>
            <a:spLocks noGrp="1"/>
          </p:cNvSpPr>
          <p:nvPr>
            <p:ph type="title"/>
          </p:nvPr>
        </p:nvSpPr>
        <p:spPr/>
        <p:txBody>
          <a:bodyPr>
            <a:normAutofit/>
          </a:bodyPr>
          <a:lstStyle/>
          <a:p>
            <a:r>
              <a:rPr lang="zh-CN" altLang="en-US" dirty="0" smtClean="0"/>
              <a:t>目录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tgtEl>
                                          <p:spTgt spid="3">
                                            <p:txEl>
                                              <p:pRg st="3" end="3"/>
                                            </p:txEl>
                                          </p:spTgt>
                                        </p:tgtEl>
                                      </p:cBhvr>
                                    </p:animEffect>
                                    <p:anim calcmode="lin" valueType="num">
                                      <p:cBhvr>
                                        <p:cTn id="2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1000"/>
                                        <p:tgtEl>
                                          <p:spTgt spid="3">
                                            <p:txEl>
                                              <p:pRg st="8" end="8"/>
                                            </p:txEl>
                                          </p:spTgt>
                                        </p:tgtEl>
                                      </p:cBhvr>
                                    </p:animEffect>
                                    <p:anim calcmode="lin" valueType="num">
                                      <p:cBhvr>
                                        <p:cTn id="4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Effect transition="in" filter="fade">
                                      <p:cBhvr>
                                        <p:cTn id="53" dur="1000"/>
                                        <p:tgtEl>
                                          <p:spTgt spid="3">
                                            <p:txEl>
                                              <p:pRg st="9" end="9"/>
                                            </p:txEl>
                                          </p:spTgt>
                                        </p:tgtEl>
                                      </p:cBhvr>
                                    </p:animEffect>
                                    <p:anim calcmode="lin" valueType="num">
                                      <p:cBhvr>
                                        <p:cTn id="5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
                                            <p:txEl>
                                              <p:pRg st="10" end="10"/>
                                            </p:txEl>
                                          </p:spTgt>
                                        </p:tgtEl>
                                        <p:attrNameLst>
                                          <p:attrName>style.visibility</p:attrName>
                                        </p:attrNameLst>
                                      </p:cBhvr>
                                      <p:to>
                                        <p:strVal val="visible"/>
                                      </p:to>
                                    </p:set>
                                    <p:animEffect transition="in" filter="fade">
                                      <p:cBhvr>
                                        <p:cTn id="58" dur="1000"/>
                                        <p:tgtEl>
                                          <p:spTgt spid="3">
                                            <p:txEl>
                                              <p:pRg st="10" end="10"/>
                                            </p:txEl>
                                          </p:spTgt>
                                        </p:tgtEl>
                                      </p:cBhvr>
                                    </p:animEffect>
                                    <p:anim calcmode="lin" valueType="num">
                                      <p:cBhvr>
                                        <p:cTn id="5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animEffect transition="in" filter="fade">
                                      <p:cBhvr>
                                        <p:cTn id="63" dur="1000"/>
                                        <p:tgtEl>
                                          <p:spTgt spid="3">
                                            <p:txEl>
                                              <p:pRg st="11" end="11"/>
                                            </p:txEl>
                                          </p:spTgt>
                                        </p:tgtEl>
                                      </p:cBhvr>
                                    </p:animEffect>
                                    <p:anim calcmode="lin" valueType="num">
                                      <p:cBhvr>
                                        <p:cTn id="64"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
                                            <p:txEl>
                                              <p:pRg st="12" end="12"/>
                                            </p:txEl>
                                          </p:spTgt>
                                        </p:tgtEl>
                                        <p:attrNameLst>
                                          <p:attrName>style.visibility</p:attrName>
                                        </p:attrNameLst>
                                      </p:cBhvr>
                                      <p:to>
                                        <p:strVal val="visible"/>
                                      </p:to>
                                    </p:set>
                                    <p:animEffect transition="in" filter="fade">
                                      <p:cBhvr>
                                        <p:cTn id="68" dur="1000"/>
                                        <p:tgtEl>
                                          <p:spTgt spid="3">
                                            <p:txEl>
                                              <p:pRg st="12" end="12"/>
                                            </p:txEl>
                                          </p:spTgt>
                                        </p:tgtEl>
                                      </p:cBhvr>
                                    </p:animEffect>
                                    <p:anim calcmode="lin" valueType="num">
                                      <p:cBhvr>
                                        <p:cTn id="69"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
                                            <p:txEl>
                                              <p:pRg st="13" end="13"/>
                                            </p:txEl>
                                          </p:spTgt>
                                        </p:tgtEl>
                                        <p:attrNameLst>
                                          <p:attrName>style.visibility</p:attrName>
                                        </p:attrNameLst>
                                      </p:cBhvr>
                                      <p:to>
                                        <p:strVal val="visible"/>
                                      </p:to>
                                    </p:set>
                                    <p:animEffect transition="in" filter="fade">
                                      <p:cBhvr>
                                        <p:cTn id="73" dur="1000"/>
                                        <p:tgtEl>
                                          <p:spTgt spid="3">
                                            <p:txEl>
                                              <p:pRg st="13" end="13"/>
                                            </p:txEl>
                                          </p:spTgt>
                                        </p:tgtEl>
                                      </p:cBhvr>
                                    </p:animEffect>
                                    <p:anim calcmode="lin" valueType="num">
                                      <p:cBhvr>
                                        <p:cTn id="74"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75"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268760"/>
            <a:ext cx="8291264" cy="4738531"/>
          </a:xfrm>
        </p:spPr>
        <p:txBody>
          <a:bodyPr>
            <a:normAutofit fontScale="77500" lnSpcReduction="20000"/>
          </a:bodyPr>
          <a:lstStyle/>
          <a:p>
            <a:r>
              <a:rPr lang="zh-CN" altLang="en-US" sz="3100" b="1" dirty="0">
                <a:solidFill>
                  <a:srgbClr val="0070C0"/>
                </a:solidFill>
              </a:rPr>
              <a:t>售前</a:t>
            </a:r>
            <a:r>
              <a:rPr lang="en-US" altLang="zh-CN" sz="3100" b="1" dirty="0">
                <a:solidFill>
                  <a:srgbClr val="0070C0"/>
                </a:solidFill>
              </a:rPr>
              <a:t>--</a:t>
            </a:r>
            <a:r>
              <a:rPr lang="zh-CN" altLang="en-US" sz="3100" b="1" dirty="0">
                <a:solidFill>
                  <a:srgbClr val="0070C0"/>
                </a:solidFill>
              </a:rPr>
              <a:t>客户咨询</a:t>
            </a:r>
            <a:endParaRPr lang="zh-CN" altLang="en-US" sz="3100" b="1" dirty="0">
              <a:solidFill>
                <a:srgbClr val="0070C0"/>
              </a:solidFill>
            </a:endParaRPr>
          </a:p>
          <a:p>
            <a:pPr marL="109855" indent="0">
              <a:buNone/>
            </a:pPr>
            <a:r>
              <a:rPr lang="en-US" altLang="zh-CN" dirty="0" smtClean="0"/>
              <a:t>  </a:t>
            </a:r>
            <a:r>
              <a:rPr lang="en-US" altLang="zh-CN" sz="2600" dirty="0" smtClean="0">
                <a:solidFill>
                  <a:srgbClr val="FF0000"/>
                </a:solidFill>
              </a:rPr>
              <a:t>1</a:t>
            </a:r>
            <a:r>
              <a:rPr lang="en-US" altLang="zh-CN" sz="2600" dirty="0">
                <a:solidFill>
                  <a:srgbClr val="FF0000"/>
                </a:solidFill>
              </a:rPr>
              <a:t>. </a:t>
            </a:r>
            <a:r>
              <a:rPr lang="zh-CN" altLang="en-US" sz="2600" dirty="0">
                <a:solidFill>
                  <a:srgbClr val="FF0000"/>
                </a:solidFill>
              </a:rPr>
              <a:t>询问包裹投递时间</a:t>
            </a:r>
            <a:r>
              <a:rPr lang="zh-CN" altLang="en-US" sz="2600" dirty="0" smtClean="0"/>
              <a:t>：</a:t>
            </a:r>
            <a:endParaRPr lang="en-US" altLang="zh-CN" sz="2600" dirty="0"/>
          </a:p>
          <a:p>
            <a:pPr marL="109855" indent="0">
              <a:buNone/>
            </a:pPr>
            <a:r>
              <a:rPr lang="en-US" altLang="zh-CN" sz="2600" dirty="0" smtClean="0"/>
              <a:t>      FBA —</a:t>
            </a:r>
            <a:r>
              <a:rPr lang="zh-CN" altLang="en-US" sz="2600" dirty="0" smtClean="0"/>
              <a:t>根据客人选择</a:t>
            </a:r>
            <a:r>
              <a:rPr lang="zh-CN" altLang="en-US" sz="2600" dirty="0"/>
              <a:t>的发货方式投递   </a:t>
            </a:r>
            <a:endParaRPr lang="en-US" altLang="zh-CN" sz="2600" dirty="0"/>
          </a:p>
          <a:p>
            <a:pPr marL="109855" indent="0">
              <a:buNone/>
            </a:pPr>
            <a:r>
              <a:rPr lang="en-US" altLang="zh-CN" sz="2600" dirty="0" smtClean="0"/>
              <a:t>      </a:t>
            </a:r>
            <a:r>
              <a:rPr lang="zh-CN" altLang="en-US" sz="2600" dirty="0" smtClean="0"/>
              <a:t>卖家</a:t>
            </a:r>
            <a:r>
              <a:rPr lang="zh-CN" altLang="en-US" sz="2600" dirty="0"/>
              <a:t>发货</a:t>
            </a:r>
            <a:r>
              <a:rPr lang="en-US" altLang="zh-CN" sz="2600" dirty="0"/>
              <a:t>—3-5</a:t>
            </a:r>
            <a:r>
              <a:rPr lang="zh-CN" altLang="en-US" sz="2600" dirty="0"/>
              <a:t>天</a:t>
            </a:r>
            <a:endParaRPr lang="en-US" altLang="zh-CN" sz="2600" dirty="0"/>
          </a:p>
          <a:p>
            <a:pPr marL="109855" indent="0">
              <a:buNone/>
            </a:pPr>
            <a:r>
              <a:rPr lang="en-US" altLang="zh-CN" sz="2600" dirty="0" smtClean="0"/>
              <a:t>  </a:t>
            </a:r>
            <a:r>
              <a:rPr lang="en-US" altLang="zh-CN" sz="2600" dirty="0" smtClean="0">
                <a:solidFill>
                  <a:srgbClr val="FF0000"/>
                </a:solidFill>
              </a:rPr>
              <a:t>2</a:t>
            </a:r>
            <a:r>
              <a:rPr lang="en-US" altLang="zh-CN" sz="2600" dirty="0">
                <a:solidFill>
                  <a:srgbClr val="FF0000"/>
                </a:solidFill>
              </a:rPr>
              <a:t>. </a:t>
            </a:r>
            <a:r>
              <a:rPr lang="zh-CN" altLang="en-US" sz="2600" dirty="0">
                <a:solidFill>
                  <a:srgbClr val="FF0000"/>
                </a:solidFill>
              </a:rPr>
              <a:t>询问发货方式：</a:t>
            </a:r>
            <a:r>
              <a:rPr lang="en-US" altLang="zh-CN" sz="2600" dirty="0">
                <a:solidFill>
                  <a:srgbClr val="FF0000"/>
                </a:solidFill>
              </a:rPr>
              <a:t> </a:t>
            </a:r>
            <a:endParaRPr lang="en-US" altLang="zh-CN" sz="2600" dirty="0" smtClean="0">
              <a:solidFill>
                <a:srgbClr val="FF0000"/>
              </a:solidFill>
            </a:endParaRPr>
          </a:p>
          <a:p>
            <a:pPr marL="109855" indent="0">
              <a:buNone/>
            </a:pPr>
            <a:r>
              <a:rPr lang="en-US" altLang="zh-CN" sz="2600" dirty="0" smtClean="0"/>
              <a:t>      FBA-</a:t>
            </a:r>
            <a:r>
              <a:rPr lang="zh-CN" altLang="en-US" sz="2600" dirty="0"/>
              <a:t>根据客人选择的发货</a:t>
            </a:r>
            <a:r>
              <a:rPr lang="zh-CN" altLang="en-US" sz="2600" dirty="0" smtClean="0"/>
              <a:t>方式对应相应的物流</a:t>
            </a:r>
            <a:endParaRPr lang="en-US" altLang="zh-CN" sz="2600" dirty="0" smtClean="0"/>
          </a:p>
          <a:p>
            <a:pPr marL="109855" indent="0">
              <a:buNone/>
            </a:pPr>
            <a:r>
              <a:rPr lang="en-US" altLang="zh-CN" sz="2600" dirty="0"/>
              <a:t> </a:t>
            </a:r>
            <a:r>
              <a:rPr lang="en-US" altLang="zh-CN" sz="2600" dirty="0" smtClean="0"/>
              <a:t>     </a:t>
            </a:r>
            <a:r>
              <a:rPr lang="zh-CN" altLang="en-US" sz="2600" dirty="0" smtClean="0"/>
              <a:t>卖</a:t>
            </a:r>
            <a:r>
              <a:rPr lang="zh-CN" altLang="en-US" sz="2600" dirty="0"/>
              <a:t>家</a:t>
            </a:r>
            <a:r>
              <a:rPr lang="zh-CN" altLang="en-US" sz="2600" dirty="0" smtClean="0"/>
              <a:t>发货</a:t>
            </a:r>
            <a:r>
              <a:rPr lang="en-US" altLang="zh-CN" sz="2600" dirty="0"/>
              <a:t>—</a:t>
            </a:r>
            <a:r>
              <a:rPr lang="en-US" altLang="zh-CN" sz="2600" dirty="0" smtClean="0"/>
              <a:t>USPS</a:t>
            </a:r>
            <a:r>
              <a:rPr lang="zh-CN" altLang="en-US" sz="2600" dirty="0" smtClean="0"/>
              <a:t>（美国）</a:t>
            </a:r>
            <a:endParaRPr lang="en-US" altLang="zh-CN" sz="2600" dirty="0"/>
          </a:p>
          <a:p>
            <a:pPr marL="109855" indent="0">
              <a:buNone/>
            </a:pPr>
            <a:r>
              <a:rPr lang="en-US" altLang="zh-CN" sz="2600" dirty="0" smtClean="0"/>
              <a:t>   </a:t>
            </a:r>
            <a:r>
              <a:rPr lang="en-US" altLang="zh-CN" sz="2600" dirty="0" smtClean="0">
                <a:solidFill>
                  <a:srgbClr val="FF0000"/>
                </a:solidFill>
              </a:rPr>
              <a:t>3. </a:t>
            </a:r>
            <a:r>
              <a:rPr lang="zh-CN" altLang="en-US" sz="2600" dirty="0">
                <a:solidFill>
                  <a:srgbClr val="FF0000"/>
                </a:solidFill>
              </a:rPr>
              <a:t>询问</a:t>
            </a:r>
            <a:r>
              <a:rPr lang="zh-CN" altLang="en-US" sz="2600" dirty="0" smtClean="0">
                <a:solidFill>
                  <a:srgbClr val="FF0000"/>
                </a:solidFill>
              </a:rPr>
              <a:t>退换货</a:t>
            </a:r>
            <a:r>
              <a:rPr lang="zh-CN" altLang="en-US" sz="2600" dirty="0">
                <a:solidFill>
                  <a:srgbClr val="FF0000"/>
                </a:solidFill>
              </a:rPr>
              <a:t>政策</a:t>
            </a:r>
            <a:r>
              <a:rPr lang="zh-CN" altLang="en-US" sz="2600" dirty="0" smtClean="0">
                <a:solidFill>
                  <a:srgbClr val="FF0000"/>
                </a:solidFill>
              </a:rPr>
              <a:t>：</a:t>
            </a:r>
            <a:r>
              <a:rPr lang="en-US" altLang="zh-CN" sz="2600" dirty="0" smtClean="0">
                <a:solidFill>
                  <a:srgbClr val="FF0000"/>
                </a:solidFill>
              </a:rPr>
              <a:t> </a:t>
            </a:r>
            <a:endParaRPr lang="en-US" altLang="zh-CN" sz="2600" dirty="0" smtClean="0">
              <a:solidFill>
                <a:srgbClr val="FF0000"/>
              </a:solidFill>
            </a:endParaRPr>
          </a:p>
          <a:p>
            <a:pPr marL="109855" indent="0">
              <a:buNone/>
            </a:pPr>
            <a:r>
              <a:rPr lang="en-US" altLang="zh-CN" sz="2600" dirty="0"/>
              <a:t> </a:t>
            </a:r>
            <a:r>
              <a:rPr lang="en-US" altLang="zh-CN" sz="2600" dirty="0" smtClean="0"/>
              <a:t>     45-day </a:t>
            </a:r>
            <a:r>
              <a:rPr lang="en-US" altLang="zh-CN" sz="2600" dirty="0"/>
              <a:t>money back satisfaction guarantee and </a:t>
            </a:r>
            <a:r>
              <a:rPr lang="en-US" altLang="zh-CN" sz="2600" dirty="0" smtClean="0"/>
              <a:t> an </a:t>
            </a:r>
            <a:r>
              <a:rPr lang="en-US" altLang="zh-CN" sz="2600" dirty="0"/>
              <a:t>18-month manufacturers' warranty</a:t>
            </a:r>
            <a:endParaRPr lang="en-US" altLang="zh-CN" sz="2600" dirty="0"/>
          </a:p>
          <a:p>
            <a:pPr marL="109855" indent="0">
              <a:buNone/>
            </a:pPr>
            <a:r>
              <a:rPr lang="en-US" altLang="zh-CN" sz="2600" dirty="0" smtClean="0"/>
              <a:t>   </a:t>
            </a:r>
            <a:r>
              <a:rPr lang="en-US" altLang="zh-CN" sz="2600" dirty="0" smtClean="0">
                <a:solidFill>
                  <a:srgbClr val="FF0000"/>
                </a:solidFill>
              </a:rPr>
              <a:t>4. </a:t>
            </a:r>
            <a:r>
              <a:rPr lang="zh-CN" altLang="en-US" sz="2600" dirty="0">
                <a:solidFill>
                  <a:srgbClr val="FF0000"/>
                </a:solidFill>
              </a:rPr>
              <a:t>要求加急处理</a:t>
            </a:r>
            <a:r>
              <a:rPr lang="zh-CN" altLang="en-US" sz="2600" dirty="0" smtClean="0">
                <a:solidFill>
                  <a:srgbClr val="FF0000"/>
                </a:solidFill>
              </a:rPr>
              <a:t>：</a:t>
            </a:r>
            <a:endParaRPr lang="en-US" altLang="zh-CN" sz="2600" dirty="0" smtClean="0">
              <a:solidFill>
                <a:srgbClr val="FF0000"/>
              </a:solidFill>
            </a:endParaRPr>
          </a:p>
          <a:p>
            <a:pPr marL="109855" indent="0">
              <a:buNone/>
            </a:pPr>
            <a:r>
              <a:rPr lang="en-US" altLang="zh-CN" sz="2600" dirty="0">
                <a:solidFill>
                  <a:srgbClr val="FF0000"/>
                </a:solidFill>
              </a:rPr>
              <a:t> </a:t>
            </a:r>
            <a:r>
              <a:rPr lang="en-US" altLang="zh-CN" sz="2600" dirty="0" smtClean="0">
                <a:solidFill>
                  <a:srgbClr val="FF0000"/>
                </a:solidFill>
              </a:rPr>
              <a:t>     </a:t>
            </a:r>
            <a:r>
              <a:rPr lang="zh-CN" altLang="en-US" sz="2600" dirty="0" smtClean="0"/>
              <a:t>加快</a:t>
            </a:r>
            <a:r>
              <a:rPr lang="zh-CN" altLang="en-US" sz="2600" dirty="0"/>
              <a:t>发货</a:t>
            </a:r>
            <a:endParaRPr lang="en-US" altLang="zh-CN" sz="2600" dirty="0"/>
          </a:p>
          <a:p>
            <a:pPr marL="109855" indent="0">
              <a:buNone/>
            </a:pPr>
            <a:r>
              <a:rPr lang="en-US" altLang="zh-CN" sz="2600" dirty="0" smtClean="0"/>
              <a:t>   </a:t>
            </a:r>
            <a:r>
              <a:rPr lang="en-US" altLang="zh-CN" sz="2600" dirty="0" smtClean="0">
                <a:solidFill>
                  <a:srgbClr val="FF0000"/>
                </a:solidFill>
              </a:rPr>
              <a:t>5. </a:t>
            </a:r>
            <a:r>
              <a:rPr lang="zh-CN" altLang="en-US" sz="2600" dirty="0" smtClean="0">
                <a:solidFill>
                  <a:srgbClr val="FF0000"/>
                </a:solidFill>
              </a:rPr>
              <a:t>询问产品功能：</a:t>
            </a:r>
            <a:endParaRPr lang="en-US" altLang="zh-CN" sz="2600" dirty="0" smtClean="0">
              <a:solidFill>
                <a:srgbClr val="FF0000"/>
              </a:solidFill>
            </a:endParaRPr>
          </a:p>
          <a:p>
            <a:pPr marL="109855" indent="0">
              <a:buNone/>
            </a:pPr>
            <a:r>
              <a:rPr lang="en-US" altLang="zh-CN" sz="2600" dirty="0">
                <a:solidFill>
                  <a:srgbClr val="FF0000"/>
                </a:solidFill>
              </a:rPr>
              <a:t> </a:t>
            </a:r>
            <a:r>
              <a:rPr lang="en-US" altLang="zh-CN" sz="2600" dirty="0" smtClean="0">
                <a:solidFill>
                  <a:srgbClr val="FF0000"/>
                </a:solidFill>
              </a:rPr>
              <a:t>      </a:t>
            </a:r>
            <a:r>
              <a:rPr lang="zh-CN" altLang="en-US" sz="2600" dirty="0" smtClean="0"/>
              <a:t>要求客服人员对产品功能熟悉</a:t>
            </a:r>
            <a:endParaRPr lang="en-US" altLang="zh-CN" sz="2600" dirty="0" smtClean="0"/>
          </a:p>
          <a:p>
            <a:pPr marL="109855" indent="0">
              <a:buNone/>
            </a:pPr>
            <a:r>
              <a:rPr lang="en-US" altLang="zh-CN" sz="2600" dirty="0" smtClean="0"/>
              <a:t>   </a:t>
            </a:r>
            <a:r>
              <a:rPr lang="en-US" altLang="zh-CN" sz="2600" dirty="0" smtClean="0">
                <a:solidFill>
                  <a:srgbClr val="FF0000"/>
                </a:solidFill>
              </a:rPr>
              <a:t>6. Amazon answer </a:t>
            </a:r>
            <a:r>
              <a:rPr lang="zh-CN" altLang="en-US" sz="2600" dirty="0" smtClean="0">
                <a:solidFill>
                  <a:srgbClr val="FF0000"/>
                </a:solidFill>
              </a:rPr>
              <a:t>咨询邮件</a:t>
            </a:r>
            <a:endParaRPr lang="zh-CN" altLang="en-US" sz="2600" dirty="0">
              <a:solidFill>
                <a:srgbClr val="FF0000"/>
              </a:solidFill>
            </a:endParaRPr>
          </a:p>
        </p:txBody>
      </p:sp>
      <p:sp>
        <p:nvSpPr>
          <p:cNvPr id="3" name="标题 2"/>
          <p:cNvSpPr>
            <a:spLocks noGrp="1"/>
          </p:cNvSpPr>
          <p:nvPr>
            <p:ph type="title"/>
          </p:nvPr>
        </p:nvSpPr>
        <p:spPr>
          <a:xfrm>
            <a:off x="457200" y="274638"/>
            <a:ext cx="6779096" cy="634082"/>
          </a:xfrm>
        </p:spPr>
        <p:txBody>
          <a:bodyPr>
            <a:normAutofit fontScale="90000"/>
          </a:bodyPr>
          <a:lstStyle/>
          <a:p>
            <a:r>
              <a:rPr lang="en-US" altLang="zh-CN" dirty="0" smtClean="0"/>
              <a:t>1. </a:t>
            </a:r>
            <a:r>
              <a:rPr lang="zh-CN" altLang="en-US" dirty="0" smtClean="0"/>
              <a:t>客</a:t>
            </a:r>
            <a:r>
              <a:rPr lang="zh-CN" altLang="en-US" dirty="0"/>
              <a:t>服邮件</a:t>
            </a:r>
            <a:r>
              <a:rPr lang="zh-CN" altLang="en-US" dirty="0" smtClean="0"/>
              <a:t>问题分类（售前）</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1000"/>
                                        <p:tgtEl>
                                          <p:spTgt spid="2">
                                            <p:txEl>
                                              <p:pRg st="1" end="1"/>
                                            </p:txEl>
                                          </p:spTgt>
                                        </p:tgtEl>
                                      </p:cBhvr>
                                    </p:animEffect>
                                    <p:anim calcmode="lin" valueType="num">
                                      <p:cBhvr>
                                        <p:cTn id="1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1000"/>
                                        <p:tgtEl>
                                          <p:spTgt spid="2">
                                            <p:txEl>
                                              <p:pRg st="2" end="2"/>
                                            </p:txEl>
                                          </p:spTgt>
                                        </p:tgtEl>
                                      </p:cBhvr>
                                    </p:animEffect>
                                    <p:anim calcmode="lin" valueType="num">
                                      <p:cBhvr>
                                        <p:cTn id="2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fade">
                                      <p:cBhvr>
                                        <p:cTn id="33" dur="1000"/>
                                        <p:tgtEl>
                                          <p:spTgt spid="2">
                                            <p:txEl>
                                              <p:pRg st="4" end="4"/>
                                            </p:txEl>
                                          </p:spTgt>
                                        </p:tgtEl>
                                      </p:cBhvr>
                                    </p:animEffect>
                                    <p:anim calcmode="lin" valueType="num">
                                      <p:cBhvr>
                                        <p:cTn id="34"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fade">
                                      <p:cBhvr>
                                        <p:cTn id="38" dur="1000"/>
                                        <p:tgtEl>
                                          <p:spTgt spid="2">
                                            <p:txEl>
                                              <p:pRg st="5" end="5"/>
                                            </p:txEl>
                                          </p:spTgt>
                                        </p:tgtEl>
                                      </p:cBhvr>
                                    </p:animEffect>
                                    <p:anim calcmode="lin" valueType="num">
                                      <p:cBhvr>
                                        <p:cTn id="3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Effect transition="in" filter="fade">
                                      <p:cBhvr>
                                        <p:cTn id="43" dur="1000"/>
                                        <p:tgtEl>
                                          <p:spTgt spid="2">
                                            <p:txEl>
                                              <p:pRg st="6" end="6"/>
                                            </p:txEl>
                                          </p:spTgt>
                                        </p:tgtEl>
                                      </p:cBhvr>
                                    </p:animEffect>
                                    <p:anim calcmode="lin" valueType="num">
                                      <p:cBhvr>
                                        <p:cTn id="4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Effect transition="in" filter="fade">
                                      <p:cBhvr>
                                        <p:cTn id="48" dur="1000"/>
                                        <p:tgtEl>
                                          <p:spTgt spid="2">
                                            <p:txEl>
                                              <p:pRg st="7" end="7"/>
                                            </p:txEl>
                                          </p:spTgt>
                                        </p:tgtEl>
                                      </p:cBhvr>
                                    </p:animEffect>
                                    <p:anim calcmode="lin" valueType="num">
                                      <p:cBhvr>
                                        <p:cTn id="49"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2">
                                            <p:txEl>
                                              <p:pRg st="8" end="8"/>
                                            </p:txEl>
                                          </p:spTgt>
                                        </p:tgtEl>
                                        <p:attrNameLst>
                                          <p:attrName>style.visibility</p:attrName>
                                        </p:attrNameLst>
                                      </p:cBhvr>
                                      <p:to>
                                        <p:strVal val="visible"/>
                                      </p:to>
                                    </p:set>
                                    <p:animEffect transition="in" filter="fade">
                                      <p:cBhvr>
                                        <p:cTn id="53" dur="1000"/>
                                        <p:tgtEl>
                                          <p:spTgt spid="2">
                                            <p:txEl>
                                              <p:pRg st="8" end="8"/>
                                            </p:txEl>
                                          </p:spTgt>
                                        </p:tgtEl>
                                      </p:cBhvr>
                                    </p:animEffect>
                                    <p:anim calcmode="lin" valueType="num">
                                      <p:cBhvr>
                                        <p:cTn id="5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2">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2">
                                            <p:txEl>
                                              <p:pRg st="9" end="9"/>
                                            </p:txEl>
                                          </p:spTgt>
                                        </p:tgtEl>
                                        <p:attrNameLst>
                                          <p:attrName>style.visibility</p:attrName>
                                        </p:attrNameLst>
                                      </p:cBhvr>
                                      <p:to>
                                        <p:strVal val="visible"/>
                                      </p:to>
                                    </p:set>
                                    <p:animEffect transition="in" filter="fade">
                                      <p:cBhvr>
                                        <p:cTn id="58" dur="1000"/>
                                        <p:tgtEl>
                                          <p:spTgt spid="2">
                                            <p:txEl>
                                              <p:pRg st="9" end="9"/>
                                            </p:txEl>
                                          </p:spTgt>
                                        </p:tgtEl>
                                      </p:cBhvr>
                                    </p:animEffect>
                                    <p:anim calcmode="lin" valueType="num">
                                      <p:cBhvr>
                                        <p:cTn id="59"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2">
                                            <p:txEl>
                                              <p:pRg st="10" end="10"/>
                                            </p:txEl>
                                          </p:spTgt>
                                        </p:tgtEl>
                                        <p:attrNameLst>
                                          <p:attrName>style.visibility</p:attrName>
                                        </p:attrNameLst>
                                      </p:cBhvr>
                                      <p:to>
                                        <p:strVal val="visible"/>
                                      </p:to>
                                    </p:set>
                                    <p:animEffect transition="in" filter="fade">
                                      <p:cBhvr>
                                        <p:cTn id="63" dur="1000"/>
                                        <p:tgtEl>
                                          <p:spTgt spid="2">
                                            <p:txEl>
                                              <p:pRg st="10" end="10"/>
                                            </p:txEl>
                                          </p:spTgt>
                                        </p:tgtEl>
                                      </p:cBhvr>
                                    </p:animEffect>
                                    <p:anim calcmode="lin" valueType="num">
                                      <p:cBhvr>
                                        <p:cTn id="64"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
                                            <p:txEl>
                                              <p:pRg st="11" end="11"/>
                                            </p:txEl>
                                          </p:spTgt>
                                        </p:tgtEl>
                                        <p:attrNameLst>
                                          <p:attrName>style.visibility</p:attrName>
                                        </p:attrNameLst>
                                      </p:cBhvr>
                                      <p:to>
                                        <p:strVal val="visible"/>
                                      </p:to>
                                    </p:set>
                                    <p:animEffect transition="in" filter="fade">
                                      <p:cBhvr>
                                        <p:cTn id="68" dur="1000"/>
                                        <p:tgtEl>
                                          <p:spTgt spid="2">
                                            <p:txEl>
                                              <p:pRg st="11" end="11"/>
                                            </p:txEl>
                                          </p:spTgt>
                                        </p:tgtEl>
                                      </p:cBhvr>
                                    </p:animEffect>
                                    <p:anim calcmode="lin" valueType="num">
                                      <p:cBhvr>
                                        <p:cTn id="69"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2">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2">
                                            <p:txEl>
                                              <p:pRg st="12" end="12"/>
                                            </p:txEl>
                                          </p:spTgt>
                                        </p:tgtEl>
                                        <p:attrNameLst>
                                          <p:attrName>style.visibility</p:attrName>
                                        </p:attrNameLst>
                                      </p:cBhvr>
                                      <p:to>
                                        <p:strVal val="visible"/>
                                      </p:to>
                                    </p:set>
                                    <p:animEffect transition="in" filter="fade">
                                      <p:cBhvr>
                                        <p:cTn id="73" dur="1000"/>
                                        <p:tgtEl>
                                          <p:spTgt spid="2">
                                            <p:txEl>
                                              <p:pRg st="12" end="12"/>
                                            </p:txEl>
                                          </p:spTgt>
                                        </p:tgtEl>
                                      </p:cBhvr>
                                    </p:animEffect>
                                    <p:anim calcmode="lin" valueType="num">
                                      <p:cBhvr>
                                        <p:cTn id="74"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2">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2">
                                            <p:txEl>
                                              <p:pRg st="13" end="13"/>
                                            </p:txEl>
                                          </p:spTgt>
                                        </p:tgtEl>
                                        <p:attrNameLst>
                                          <p:attrName>style.visibility</p:attrName>
                                        </p:attrNameLst>
                                      </p:cBhvr>
                                      <p:to>
                                        <p:strVal val="visible"/>
                                      </p:to>
                                    </p:set>
                                    <p:animEffect transition="in" filter="fade">
                                      <p:cBhvr>
                                        <p:cTn id="78" dur="1000"/>
                                        <p:tgtEl>
                                          <p:spTgt spid="2">
                                            <p:txEl>
                                              <p:pRg st="13" end="13"/>
                                            </p:txEl>
                                          </p:spTgt>
                                        </p:tgtEl>
                                      </p:cBhvr>
                                    </p:animEffect>
                                    <p:anim calcmode="lin" valueType="num">
                                      <p:cBhvr>
                                        <p:cTn id="79"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1196752"/>
            <a:ext cx="8229600" cy="4827992"/>
          </a:xfrm>
        </p:spPr>
        <p:txBody>
          <a:bodyPr>
            <a:normAutofit lnSpcReduction="10000"/>
          </a:bodyPr>
          <a:lstStyle/>
          <a:p>
            <a:r>
              <a:rPr lang="zh-CN" altLang="en-US" sz="2600" b="1" dirty="0">
                <a:solidFill>
                  <a:srgbClr val="0070C0"/>
                </a:solidFill>
              </a:rPr>
              <a:t>售中</a:t>
            </a:r>
            <a:r>
              <a:rPr lang="en-US" altLang="zh-CN" sz="2600" b="1" dirty="0" smtClean="0">
                <a:solidFill>
                  <a:srgbClr val="0070C0"/>
                </a:solidFill>
              </a:rPr>
              <a:t>——</a:t>
            </a:r>
            <a:r>
              <a:rPr lang="zh-CN" altLang="en-US" sz="2600" b="1" dirty="0" smtClean="0">
                <a:solidFill>
                  <a:srgbClr val="0070C0"/>
                </a:solidFill>
              </a:rPr>
              <a:t>下单后发货前的各类</a:t>
            </a:r>
            <a:r>
              <a:rPr lang="zh-CN" altLang="en-US" sz="2600" b="1" dirty="0">
                <a:solidFill>
                  <a:srgbClr val="0070C0"/>
                </a:solidFill>
              </a:rPr>
              <a:t>事项</a:t>
            </a:r>
            <a:endParaRPr lang="en-US" altLang="zh-CN" sz="2600" b="1" dirty="0">
              <a:solidFill>
                <a:srgbClr val="0070C0"/>
              </a:solidFill>
            </a:endParaRPr>
          </a:p>
          <a:p>
            <a:pPr marL="109855" indent="0">
              <a:buNone/>
            </a:pPr>
            <a:r>
              <a:rPr lang="en-US" altLang="zh-CN" sz="2200" dirty="0" smtClean="0"/>
              <a:t>  </a:t>
            </a:r>
            <a:r>
              <a:rPr lang="en-US" altLang="zh-CN" sz="2200" dirty="0" smtClean="0">
                <a:solidFill>
                  <a:srgbClr val="FF0000"/>
                </a:solidFill>
              </a:rPr>
              <a:t>1</a:t>
            </a:r>
            <a:r>
              <a:rPr lang="en-US" altLang="zh-CN" sz="2200" dirty="0">
                <a:solidFill>
                  <a:srgbClr val="FF0000"/>
                </a:solidFill>
              </a:rPr>
              <a:t>. </a:t>
            </a:r>
            <a:r>
              <a:rPr lang="zh-CN" altLang="en-US" sz="2200" dirty="0">
                <a:solidFill>
                  <a:srgbClr val="FF0000"/>
                </a:solidFill>
              </a:rPr>
              <a:t>取消订单</a:t>
            </a:r>
            <a:r>
              <a:rPr lang="zh-CN" altLang="en-US" sz="2200" dirty="0" smtClean="0">
                <a:solidFill>
                  <a:srgbClr val="FF0000"/>
                </a:solidFill>
              </a:rPr>
              <a:t>：</a:t>
            </a:r>
            <a:endParaRPr lang="en-US" altLang="zh-CN" sz="2200" dirty="0" smtClean="0">
              <a:solidFill>
                <a:srgbClr val="FF0000"/>
              </a:solidFill>
            </a:endParaRPr>
          </a:p>
          <a:p>
            <a:pPr marL="109855" indent="0">
              <a:buNone/>
            </a:pPr>
            <a:r>
              <a:rPr lang="en-US" altLang="zh-CN" sz="2200" dirty="0" smtClean="0"/>
              <a:t>    FBA</a:t>
            </a:r>
            <a:r>
              <a:rPr lang="en-US" altLang="zh-CN" sz="2200" dirty="0"/>
              <a:t>—</a:t>
            </a:r>
            <a:r>
              <a:rPr lang="zh-CN" altLang="en-US" sz="2200" dirty="0"/>
              <a:t>客户可自己在亚马逊账户上</a:t>
            </a:r>
            <a:r>
              <a:rPr lang="zh-CN" altLang="en-US" sz="2200" dirty="0" smtClean="0"/>
              <a:t>取消   </a:t>
            </a:r>
            <a:endParaRPr lang="en-US" altLang="zh-CN" sz="2200" dirty="0" smtClean="0"/>
          </a:p>
          <a:p>
            <a:pPr marL="109855" indent="0">
              <a:buNone/>
            </a:pPr>
            <a:r>
              <a:rPr lang="zh-CN" altLang="en-US" sz="2200" dirty="0" smtClean="0"/>
              <a:t>    卖家发货</a:t>
            </a:r>
            <a:r>
              <a:rPr lang="en-US" altLang="zh-CN" sz="2200" dirty="0"/>
              <a:t>—</a:t>
            </a:r>
            <a:r>
              <a:rPr lang="zh-CN" altLang="en-US" sz="2200" dirty="0"/>
              <a:t>取消步骤</a:t>
            </a:r>
            <a:endParaRPr lang="en-US" altLang="zh-CN" sz="2200" dirty="0"/>
          </a:p>
          <a:p>
            <a:pPr marL="109855" indent="0">
              <a:buNone/>
            </a:pPr>
            <a:r>
              <a:rPr lang="en-US" altLang="zh-CN" sz="2200" dirty="0" smtClean="0"/>
              <a:t>   </a:t>
            </a:r>
            <a:r>
              <a:rPr lang="en-US" altLang="zh-CN" sz="2200" dirty="0">
                <a:solidFill>
                  <a:srgbClr val="FF0000"/>
                </a:solidFill>
              </a:rPr>
              <a:t>2. backorder</a:t>
            </a:r>
            <a:r>
              <a:rPr lang="zh-CN" altLang="en-US" sz="2200" dirty="0">
                <a:solidFill>
                  <a:srgbClr val="FF0000"/>
                </a:solidFill>
              </a:rPr>
              <a:t>：</a:t>
            </a:r>
            <a:endParaRPr lang="en-US" altLang="zh-CN" sz="2200" dirty="0">
              <a:solidFill>
                <a:srgbClr val="FF0000"/>
              </a:solidFill>
            </a:endParaRPr>
          </a:p>
          <a:p>
            <a:pPr marL="109855" indent="0">
              <a:buNone/>
            </a:pPr>
            <a:r>
              <a:rPr lang="en-US" altLang="zh-CN" sz="2200" dirty="0"/>
              <a:t> </a:t>
            </a:r>
            <a:r>
              <a:rPr lang="en-US" altLang="zh-CN" sz="2200" dirty="0" smtClean="0"/>
              <a:t>   a. </a:t>
            </a:r>
            <a:r>
              <a:rPr lang="zh-CN" altLang="en-US" sz="2200" dirty="0" smtClean="0"/>
              <a:t>取消</a:t>
            </a:r>
            <a:r>
              <a:rPr lang="zh-CN" altLang="en-US" sz="2200" dirty="0"/>
              <a:t>订单 </a:t>
            </a:r>
            <a:endParaRPr lang="en-US" altLang="zh-CN" sz="2200" dirty="0" smtClean="0"/>
          </a:p>
          <a:p>
            <a:pPr marL="109855" indent="0">
              <a:buNone/>
            </a:pPr>
            <a:r>
              <a:rPr lang="en-US" altLang="zh-CN" sz="2200" dirty="0"/>
              <a:t> </a:t>
            </a:r>
            <a:r>
              <a:rPr lang="en-US" altLang="zh-CN" sz="2200" dirty="0" smtClean="0"/>
              <a:t>   b. </a:t>
            </a:r>
            <a:r>
              <a:rPr lang="zh-CN" altLang="en-US" sz="2200" dirty="0" smtClean="0"/>
              <a:t>换货</a:t>
            </a:r>
            <a:endParaRPr lang="en-US" altLang="zh-CN" sz="2200" dirty="0"/>
          </a:p>
          <a:p>
            <a:pPr marL="109855" indent="0">
              <a:buNone/>
            </a:pPr>
            <a:r>
              <a:rPr lang="en-US" altLang="zh-CN" sz="2200" dirty="0" smtClean="0"/>
              <a:t>   </a:t>
            </a:r>
            <a:r>
              <a:rPr lang="en-US" altLang="zh-CN" sz="2200" dirty="0">
                <a:solidFill>
                  <a:srgbClr val="FF0000"/>
                </a:solidFill>
              </a:rPr>
              <a:t>3. </a:t>
            </a:r>
            <a:r>
              <a:rPr lang="zh-CN" altLang="en-US" sz="2200" dirty="0">
                <a:solidFill>
                  <a:srgbClr val="FF0000"/>
                </a:solidFill>
              </a:rPr>
              <a:t>换货；</a:t>
            </a:r>
            <a:endParaRPr lang="en-US" altLang="zh-CN" sz="2200" dirty="0">
              <a:solidFill>
                <a:srgbClr val="FF0000"/>
              </a:solidFill>
            </a:endParaRPr>
          </a:p>
          <a:p>
            <a:pPr marL="109855" indent="0">
              <a:buNone/>
            </a:pPr>
            <a:r>
              <a:rPr lang="en-US" altLang="zh-CN" sz="2200" dirty="0" smtClean="0"/>
              <a:t>   </a:t>
            </a:r>
            <a:r>
              <a:rPr lang="en-US" altLang="zh-CN" sz="2200" dirty="0">
                <a:solidFill>
                  <a:srgbClr val="FF0000"/>
                </a:solidFill>
              </a:rPr>
              <a:t>4. </a:t>
            </a:r>
            <a:r>
              <a:rPr lang="zh-CN" altLang="en-US" sz="2200" dirty="0">
                <a:solidFill>
                  <a:srgbClr val="FF0000"/>
                </a:solidFill>
              </a:rPr>
              <a:t>额外要求：</a:t>
            </a:r>
            <a:r>
              <a:rPr lang="zh-CN" altLang="en-US" sz="2200" dirty="0" smtClean="0"/>
              <a:t>例如</a:t>
            </a:r>
            <a:r>
              <a:rPr lang="zh-CN" altLang="en-US" sz="2200" dirty="0"/>
              <a:t>放置</a:t>
            </a:r>
            <a:r>
              <a:rPr lang="zh-CN" altLang="en-US" sz="2200" dirty="0" smtClean="0"/>
              <a:t>发票；</a:t>
            </a:r>
            <a:endParaRPr lang="en-US" altLang="zh-CN" sz="2200" dirty="0"/>
          </a:p>
          <a:p>
            <a:pPr marL="109855" indent="0">
              <a:buNone/>
            </a:pPr>
            <a:r>
              <a:rPr lang="en-US" altLang="zh-CN" sz="2200" dirty="0" smtClean="0"/>
              <a:t>   </a:t>
            </a:r>
            <a:r>
              <a:rPr lang="en-US" altLang="zh-CN" sz="2200" dirty="0">
                <a:solidFill>
                  <a:srgbClr val="FF0000"/>
                </a:solidFill>
              </a:rPr>
              <a:t>5. </a:t>
            </a:r>
            <a:r>
              <a:rPr lang="zh-CN" altLang="en-US" sz="2200" dirty="0">
                <a:solidFill>
                  <a:srgbClr val="FF0000"/>
                </a:solidFill>
              </a:rPr>
              <a:t>询问发货状态</a:t>
            </a:r>
            <a:r>
              <a:rPr lang="zh-CN" altLang="en-US" sz="2200" dirty="0" smtClean="0"/>
              <a:t>：</a:t>
            </a:r>
            <a:r>
              <a:rPr lang="en-US" altLang="zh-CN" sz="2200" dirty="0" smtClean="0"/>
              <a:t>Where </a:t>
            </a:r>
            <a:r>
              <a:rPr lang="en-US" altLang="zh-CN" sz="2200" dirty="0"/>
              <a:t>is my package or, what is the tracking number. </a:t>
            </a:r>
            <a:r>
              <a:rPr lang="zh-CN" altLang="en-US" sz="2200" dirty="0"/>
              <a:t>（不同情况）</a:t>
            </a:r>
            <a:endParaRPr lang="zh-CN" altLang="en-US" sz="2200" dirty="0"/>
          </a:p>
          <a:p>
            <a:pPr marL="109855" indent="0">
              <a:buNone/>
            </a:pPr>
            <a:r>
              <a:rPr lang="en-US" altLang="zh-CN" sz="2200" dirty="0">
                <a:solidFill>
                  <a:srgbClr val="FF0000"/>
                </a:solidFill>
              </a:rPr>
              <a:t>   6. </a:t>
            </a:r>
            <a:r>
              <a:rPr lang="zh-CN" altLang="en-US" sz="2200" dirty="0">
                <a:solidFill>
                  <a:srgbClr val="FF0000"/>
                </a:solidFill>
              </a:rPr>
              <a:t>要求改地址：</a:t>
            </a:r>
            <a:endParaRPr lang="en-US" altLang="zh-CN" sz="2200" dirty="0">
              <a:solidFill>
                <a:srgbClr val="FF0000"/>
              </a:solidFill>
            </a:endParaRPr>
          </a:p>
          <a:p>
            <a:pPr marL="109855" indent="0">
              <a:buNone/>
            </a:pPr>
            <a:r>
              <a:rPr lang="en-US" altLang="zh-CN" sz="2600" dirty="0" smtClean="0"/>
              <a:t>   </a:t>
            </a:r>
            <a:endParaRPr lang="zh-CN" altLang="en-US" dirty="0"/>
          </a:p>
        </p:txBody>
      </p:sp>
      <p:sp>
        <p:nvSpPr>
          <p:cNvPr id="3" name="标题 2"/>
          <p:cNvSpPr>
            <a:spLocks noGrp="1"/>
          </p:cNvSpPr>
          <p:nvPr>
            <p:ph type="title"/>
          </p:nvPr>
        </p:nvSpPr>
        <p:spPr>
          <a:xfrm>
            <a:off x="467544" y="260648"/>
            <a:ext cx="6984776" cy="720080"/>
          </a:xfrm>
        </p:spPr>
        <p:txBody>
          <a:bodyPr>
            <a:normAutofit/>
          </a:bodyPr>
          <a:lstStyle/>
          <a:p>
            <a:r>
              <a:rPr lang="en-US" altLang="zh-CN" sz="3700" dirty="0"/>
              <a:t>1. </a:t>
            </a:r>
            <a:r>
              <a:rPr lang="zh-CN" altLang="en-US" sz="3700" dirty="0"/>
              <a:t>客服邮件问题分类（售中）</a:t>
            </a:r>
            <a:endParaRPr lang="zh-CN" altLang="en-US" sz="3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1000"/>
                                        <p:tgtEl>
                                          <p:spTgt spid="2">
                                            <p:txEl>
                                              <p:pRg st="1" end="1"/>
                                            </p:txEl>
                                          </p:spTgt>
                                        </p:tgtEl>
                                      </p:cBhvr>
                                    </p:animEffect>
                                    <p:anim calcmode="lin" valueType="num">
                                      <p:cBhvr>
                                        <p:cTn id="1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1000"/>
                                        <p:tgtEl>
                                          <p:spTgt spid="2">
                                            <p:txEl>
                                              <p:pRg st="2" end="2"/>
                                            </p:txEl>
                                          </p:spTgt>
                                        </p:tgtEl>
                                      </p:cBhvr>
                                    </p:animEffect>
                                    <p:anim calcmode="lin" valueType="num">
                                      <p:cBhvr>
                                        <p:cTn id="2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fade">
                                      <p:cBhvr>
                                        <p:cTn id="33" dur="1000"/>
                                        <p:tgtEl>
                                          <p:spTgt spid="2">
                                            <p:txEl>
                                              <p:pRg st="4" end="4"/>
                                            </p:txEl>
                                          </p:spTgt>
                                        </p:tgtEl>
                                      </p:cBhvr>
                                    </p:animEffect>
                                    <p:anim calcmode="lin" valueType="num">
                                      <p:cBhvr>
                                        <p:cTn id="34"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fade">
                                      <p:cBhvr>
                                        <p:cTn id="38" dur="1000"/>
                                        <p:tgtEl>
                                          <p:spTgt spid="2">
                                            <p:txEl>
                                              <p:pRg st="5" end="5"/>
                                            </p:txEl>
                                          </p:spTgt>
                                        </p:tgtEl>
                                      </p:cBhvr>
                                    </p:animEffect>
                                    <p:anim calcmode="lin" valueType="num">
                                      <p:cBhvr>
                                        <p:cTn id="3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Effect transition="in" filter="fade">
                                      <p:cBhvr>
                                        <p:cTn id="43" dur="1000"/>
                                        <p:tgtEl>
                                          <p:spTgt spid="2">
                                            <p:txEl>
                                              <p:pRg st="6" end="6"/>
                                            </p:txEl>
                                          </p:spTgt>
                                        </p:tgtEl>
                                      </p:cBhvr>
                                    </p:animEffect>
                                    <p:anim calcmode="lin" valueType="num">
                                      <p:cBhvr>
                                        <p:cTn id="4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Effect transition="in" filter="fade">
                                      <p:cBhvr>
                                        <p:cTn id="48" dur="1000"/>
                                        <p:tgtEl>
                                          <p:spTgt spid="2">
                                            <p:txEl>
                                              <p:pRg st="7" end="7"/>
                                            </p:txEl>
                                          </p:spTgt>
                                        </p:tgtEl>
                                      </p:cBhvr>
                                    </p:animEffect>
                                    <p:anim calcmode="lin" valueType="num">
                                      <p:cBhvr>
                                        <p:cTn id="49"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
                                            <p:txEl>
                                              <p:pRg st="8" end="8"/>
                                            </p:txEl>
                                          </p:spTgt>
                                        </p:tgtEl>
                                        <p:attrNameLst>
                                          <p:attrName>style.visibility</p:attrName>
                                        </p:attrNameLst>
                                      </p:cBhvr>
                                      <p:to>
                                        <p:strVal val="visible"/>
                                      </p:to>
                                    </p:set>
                                    <p:animEffect transition="in" filter="fade">
                                      <p:cBhvr>
                                        <p:cTn id="53" dur="1000"/>
                                        <p:tgtEl>
                                          <p:spTgt spid="2">
                                            <p:txEl>
                                              <p:pRg st="8" end="8"/>
                                            </p:txEl>
                                          </p:spTgt>
                                        </p:tgtEl>
                                      </p:cBhvr>
                                    </p:animEffect>
                                    <p:anim calcmode="lin" valueType="num">
                                      <p:cBhvr>
                                        <p:cTn id="5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2">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
                                            <p:txEl>
                                              <p:pRg st="9" end="9"/>
                                            </p:txEl>
                                          </p:spTgt>
                                        </p:tgtEl>
                                        <p:attrNameLst>
                                          <p:attrName>style.visibility</p:attrName>
                                        </p:attrNameLst>
                                      </p:cBhvr>
                                      <p:to>
                                        <p:strVal val="visible"/>
                                      </p:to>
                                    </p:set>
                                    <p:animEffect transition="in" filter="fade">
                                      <p:cBhvr>
                                        <p:cTn id="58" dur="1000"/>
                                        <p:tgtEl>
                                          <p:spTgt spid="2">
                                            <p:txEl>
                                              <p:pRg st="9" end="9"/>
                                            </p:txEl>
                                          </p:spTgt>
                                        </p:tgtEl>
                                      </p:cBhvr>
                                    </p:animEffect>
                                    <p:anim calcmode="lin" valueType="num">
                                      <p:cBhvr>
                                        <p:cTn id="59"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
                                            <p:txEl>
                                              <p:pRg st="10" end="10"/>
                                            </p:txEl>
                                          </p:spTgt>
                                        </p:tgtEl>
                                        <p:attrNameLst>
                                          <p:attrName>style.visibility</p:attrName>
                                        </p:attrNameLst>
                                      </p:cBhvr>
                                      <p:to>
                                        <p:strVal val="visible"/>
                                      </p:to>
                                    </p:set>
                                    <p:animEffect transition="in" filter="fade">
                                      <p:cBhvr>
                                        <p:cTn id="63" dur="1000"/>
                                        <p:tgtEl>
                                          <p:spTgt spid="2">
                                            <p:txEl>
                                              <p:pRg st="10" end="10"/>
                                            </p:txEl>
                                          </p:spTgt>
                                        </p:tgtEl>
                                      </p:cBhvr>
                                    </p:animEffect>
                                    <p:anim calcmode="lin" valueType="num">
                                      <p:cBhvr>
                                        <p:cTn id="64"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2">
                                            <p:txEl>
                                              <p:pRg st="11" end="11"/>
                                            </p:txEl>
                                          </p:spTgt>
                                        </p:tgtEl>
                                        <p:attrNameLst>
                                          <p:attrName>style.visibility</p:attrName>
                                        </p:attrNameLst>
                                      </p:cBhvr>
                                      <p:to>
                                        <p:strVal val="visible"/>
                                      </p:to>
                                    </p:set>
                                    <p:anim calcmode="lin" valueType="num">
                                      <p:cBhvr additive="base">
                                        <p:cTn id="70"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196752"/>
            <a:ext cx="8280920" cy="4896544"/>
          </a:xfrm>
        </p:spPr>
        <p:txBody>
          <a:bodyPr>
            <a:normAutofit fontScale="85000" lnSpcReduction="20000"/>
          </a:bodyPr>
          <a:lstStyle/>
          <a:p>
            <a:r>
              <a:rPr lang="zh-CN" altLang="en-US" sz="2400" b="1" dirty="0" smtClean="0">
                <a:solidFill>
                  <a:srgbClr val="0070C0"/>
                </a:solidFill>
              </a:rPr>
              <a:t>售后</a:t>
            </a:r>
            <a:r>
              <a:rPr lang="en-US" altLang="zh-CN" sz="2400" b="1" dirty="0">
                <a:solidFill>
                  <a:srgbClr val="0070C0"/>
                </a:solidFill>
              </a:rPr>
              <a:t>——</a:t>
            </a:r>
            <a:r>
              <a:rPr lang="zh-CN" altLang="en-US" sz="2400" b="1" dirty="0">
                <a:solidFill>
                  <a:srgbClr val="0070C0"/>
                </a:solidFill>
              </a:rPr>
              <a:t>发货后的各类事项</a:t>
            </a:r>
            <a:endParaRPr lang="en-US" altLang="zh-CN" sz="2400" b="1" dirty="0">
              <a:solidFill>
                <a:srgbClr val="0070C0"/>
              </a:solidFill>
            </a:endParaRPr>
          </a:p>
          <a:p>
            <a:pPr marL="109855" indent="0">
              <a:buNone/>
            </a:pPr>
            <a:r>
              <a:rPr lang="en-US" altLang="zh-CN" sz="2000" dirty="0" smtClean="0">
                <a:solidFill>
                  <a:srgbClr val="FF0000"/>
                </a:solidFill>
              </a:rPr>
              <a:t>1. </a:t>
            </a:r>
            <a:r>
              <a:rPr lang="zh-CN" altLang="en-US" sz="2000" dirty="0" smtClean="0">
                <a:solidFill>
                  <a:srgbClr val="FF0000"/>
                </a:solidFill>
              </a:rPr>
              <a:t>产品</a:t>
            </a:r>
            <a:r>
              <a:rPr lang="zh-CN" altLang="en-US" sz="2000" dirty="0">
                <a:solidFill>
                  <a:srgbClr val="FF0000"/>
                </a:solidFill>
              </a:rPr>
              <a:t>质量问题</a:t>
            </a:r>
            <a:r>
              <a:rPr lang="zh-CN" altLang="en-US" sz="2000" dirty="0" smtClean="0">
                <a:solidFill>
                  <a:srgbClr val="FF0000"/>
                </a:solidFill>
              </a:rPr>
              <a:t>：</a:t>
            </a:r>
            <a:endParaRPr lang="en-US" altLang="zh-CN" sz="2000" dirty="0" smtClean="0">
              <a:solidFill>
                <a:srgbClr val="FF0000"/>
              </a:solidFill>
            </a:endParaRPr>
          </a:p>
          <a:p>
            <a:pPr marL="109855" indent="0">
              <a:buNone/>
            </a:pPr>
            <a:r>
              <a:rPr lang="en-US" altLang="zh-CN" sz="2000" dirty="0" smtClean="0"/>
              <a:t>A. </a:t>
            </a:r>
            <a:r>
              <a:rPr lang="zh-CN" altLang="en-US" sz="2000" dirty="0"/>
              <a:t>使用一段</a:t>
            </a:r>
            <a:r>
              <a:rPr lang="zh-CN" altLang="en-US" sz="2000" dirty="0" smtClean="0"/>
              <a:t>时间后损坏</a:t>
            </a:r>
            <a:endParaRPr lang="en-US" altLang="zh-CN" sz="2000" dirty="0" smtClean="0"/>
          </a:p>
          <a:p>
            <a:pPr marL="109855" indent="0">
              <a:buNone/>
            </a:pPr>
            <a:r>
              <a:rPr lang="en-US" altLang="zh-CN" sz="2000" dirty="0" smtClean="0"/>
              <a:t>B. </a:t>
            </a:r>
            <a:r>
              <a:rPr lang="zh-CN" altLang="en-US" sz="2000" dirty="0" smtClean="0"/>
              <a:t>收到时有质量问题</a:t>
            </a:r>
            <a:endParaRPr lang="en-US" altLang="zh-CN" sz="2000" dirty="0" smtClean="0"/>
          </a:p>
          <a:p>
            <a:pPr marL="109855" indent="0">
              <a:buNone/>
            </a:pPr>
            <a:r>
              <a:rPr lang="en-US" altLang="zh-CN" sz="2000" dirty="0">
                <a:solidFill>
                  <a:srgbClr val="FF0000"/>
                </a:solidFill>
              </a:rPr>
              <a:t>2.</a:t>
            </a:r>
            <a:r>
              <a:rPr lang="zh-CN" altLang="en-US" sz="2000" dirty="0">
                <a:solidFill>
                  <a:srgbClr val="FF0000"/>
                </a:solidFill>
              </a:rPr>
              <a:t>技术性问题：</a:t>
            </a:r>
            <a:endParaRPr lang="en-US" altLang="zh-CN" sz="2000" dirty="0">
              <a:solidFill>
                <a:srgbClr val="FF0000"/>
              </a:solidFill>
            </a:endParaRPr>
          </a:p>
          <a:p>
            <a:pPr marL="109855" indent="0">
              <a:buNone/>
            </a:pPr>
            <a:r>
              <a:rPr lang="zh-CN" altLang="en-US" sz="2000" dirty="0"/>
              <a:t>询问使用方法</a:t>
            </a:r>
            <a:br>
              <a:rPr lang="zh-CN" altLang="en-US" sz="2000" dirty="0"/>
            </a:br>
            <a:r>
              <a:rPr lang="en-US" altLang="zh-CN" sz="2000" dirty="0">
                <a:solidFill>
                  <a:srgbClr val="FF0000"/>
                </a:solidFill>
              </a:rPr>
              <a:t>3.</a:t>
            </a:r>
            <a:r>
              <a:rPr lang="zh-CN" altLang="en-US" sz="2000" dirty="0">
                <a:solidFill>
                  <a:srgbClr val="FF0000"/>
                </a:solidFill>
              </a:rPr>
              <a:t>错件：</a:t>
            </a:r>
            <a:endParaRPr lang="en-US" altLang="zh-CN" sz="2000" dirty="0">
              <a:solidFill>
                <a:srgbClr val="FF0000"/>
              </a:solidFill>
            </a:endParaRPr>
          </a:p>
          <a:p>
            <a:pPr marL="109855" indent="0">
              <a:buNone/>
            </a:pPr>
            <a:r>
              <a:rPr lang="zh-CN" altLang="en-US" sz="2000" dirty="0" smtClean="0"/>
              <a:t>客人</a:t>
            </a:r>
            <a:r>
              <a:rPr lang="zh-CN" altLang="en-US" sz="2000" dirty="0"/>
              <a:t>买错产品，我们发错产品</a:t>
            </a:r>
            <a:r>
              <a:rPr lang="zh-CN" altLang="en-US" sz="2000" dirty="0" smtClean="0"/>
              <a:t>，</a:t>
            </a:r>
            <a:endParaRPr lang="en-US" altLang="zh-CN" sz="2000" dirty="0" smtClean="0"/>
          </a:p>
          <a:p>
            <a:pPr marL="109855" indent="0">
              <a:buNone/>
            </a:pPr>
            <a:r>
              <a:rPr lang="en-US" altLang="zh-CN" sz="2000" dirty="0">
                <a:solidFill>
                  <a:srgbClr val="FF0000"/>
                </a:solidFill>
              </a:rPr>
              <a:t>4.</a:t>
            </a:r>
            <a:r>
              <a:rPr lang="zh-CN" altLang="en-US" sz="2000" dirty="0">
                <a:solidFill>
                  <a:srgbClr val="FF0000"/>
                </a:solidFill>
              </a:rPr>
              <a:t>漏件：</a:t>
            </a:r>
            <a:endParaRPr lang="en-US" altLang="zh-CN" sz="2000" dirty="0">
              <a:solidFill>
                <a:srgbClr val="FF0000"/>
              </a:solidFill>
            </a:endParaRPr>
          </a:p>
          <a:p>
            <a:pPr marL="109855" indent="0">
              <a:buNone/>
            </a:pPr>
            <a:r>
              <a:rPr lang="zh-CN" altLang="en-US" sz="2000" dirty="0"/>
              <a:t>包装内缺少</a:t>
            </a:r>
            <a:r>
              <a:rPr lang="zh-CN" altLang="en-US" sz="2000" dirty="0" smtClean="0"/>
              <a:t>产品</a:t>
            </a:r>
            <a:endParaRPr lang="en-US" altLang="zh-CN" sz="2000" dirty="0" smtClean="0"/>
          </a:p>
          <a:p>
            <a:pPr marL="109855" indent="0">
              <a:buNone/>
            </a:pPr>
            <a:r>
              <a:rPr lang="en-US" altLang="zh-CN" sz="2000" dirty="0">
                <a:solidFill>
                  <a:srgbClr val="FF0000"/>
                </a:solidFill>
              </a:rPr>
              <a:t>5.</a:t>
            </a:r>
            <a:r>
              <a:rPr lang="zh-CN" altLang="en-US" sz="2000" dirty="0">
                <a:solidFill>
                  <a:srgbClr val="FF0000"/>
                </a:solidFill>
              </a:rPr>
              <a:t>不满意产品的功能及尺寸</a:t>
            </a:r>
            <a:endParaRPr lang="en-US" altLang="zh-CN" sz="2000" dirty="0">
              <a:solidFill>
                <a:srgbClr val="FF0000"/>
              </a:solidFill>
            </a:endParaRPr>
          </a:p>
          <a:p>
            <a:pPr marL="109855" indent="0">
              <a:buNone/>
            </a:pPr>
            <a:r>
              <a:rPr lang="zh-CN" altLang="en-US" sz="2000" dirty="0"/>
              <a:t>例：耳机大小不合，佩戴不适</a:t>
            </a:r>
            <a:br>
              <a:rPr lang="zh-CN" altLang="en-US" sz="2000" dirty="0"/>
            </a:br>
            <a:r>
              <a:rPr lang="en-US" altLang="zh-CN" sz="2000" dirty="0">
                <a:solidFill>
                  <a:srgbClr val="FF0000"/>
                </a:solidFill>
              </a:rPr>
              <a:t>6</a:t>
            </a:r>
            <a:r>
              <a:rPr lang="en-US" altLang="zh-CN" sz="2000" dirty="0" smtClean="0">
                <a:solidFill>
                  <a:srgbClr val="FF0000"/>
                </a:solidFill>
              </a:rPr>
              <a:t>. </a:t>
            </a:r>
            <a:r>
              <a:rPr lang="zh-CN" altLang="en-US" sz="2000" dirty="0" smtClean="0">
                <a:solidFill>
                  <a:srgbClr val="FF0000"/>
                </a:solidFill>
              </a:rPr>
              <a:t>物流问题</a:t>
            </a:r>
            <a:endParaRPr lang="en-US" altLang="zh-CN" sz="2000" dirty="0" smtClean="0">
              <a:solidFill>
                <a:srgbClr val="FF0000"/>
              </a:solidFill>
            </a:endParaRPr>
          </a:p>
          <a:p>
            <a:pPr marL="109855" indent="0">
              <a:buNone/>
            </a:pPr>
            <a:r>
              <a:rPr lang="zh-CN" altLang="en-US" sz="2000" dirty="0" smtClean="0"/>
              <a:t>未</a:t>
            </a:r>
            <a:r>
              <a:rPr lang="zh-CN" altLang="en-US" sz="2000" dirty="0"/>
              <a:t>收到包裹：</a:t>
            </a:r>
            <a:r>
              <a:rPr lang="en-US" altLang="zh-CN" sz="2000" dirty="0"/>
              <a:t> </a:t>
            </a:r>
            <a:r>
              <a:rPr lang="en-US" altLang="zh-CN" sz="2000" dirty="0" smtClean="0"/>
              <a:t>TR</a:t>
            </a:r>
            <a:r>
              <a:rPr lang="en-US" altLang="zh-CN" sz="2000" dirty="0"/>
              <a:t>#</a:t>
            </a:r>
            <a:r>
              <a:rPr lang="zh-CN" altLang="en-US" sz="2000" dirty="0"/>
              <a:t>异常，停留在某地，或者只是显示打单状态，或者退回来，或者到达但是客人</a:t>
            </a:r>
            <a:r>
              <a:rPr lang="zh-CN" altLang="en-US" sz="2000" dirty="0" smtClean="0"/>
              <a:t>收不到</a:t>
            </a:r>
            <a:endParaRPr lang="en-US" altLang="zh-CN" sz="2000" dirty="0" smtClean="0"/>
          </a:p>
          <a:p>
            <a:pPr marL="109855" indent="0">
              <a:buNone/>
            </a:pPr>
            <a:r>
              <a:rPr lang="zh-CN" altLang="en-US" sz="2000" dirty="0" smtClean="0"/>
              <a:t>产品在物流过程中被偷</a:t>
            </a:r>
            <a:endParaRPr lang="en-US" altLang="zh-CN" sz="2000" dirty="0" smtClean="0"/>
          </a:p>
          <a:p>
            <a:pPr marL="109855" indent="0">
              <a:buNone/>
            </a:pPr>
            <a:r>
              <a:rPr lang="en-US" altLang="zh-CN" sz="2100" dirty="0">
                <a:solidFill>
                  <a:srgbClr val="FF0000"/>
                </a:solidFill>
              </a:rPr>
              <a:t>7</a:t>
            </a:r>
            <a:r>
              <a:rPr lang="en-US" altLang="zh-CN" sz="2000" dirty="0">
                <a:solidFill>
                  <a:srgbClr val="FF0000"/>
                </a:solidFill>
              </a:rPr>
              <a:t>. </a:t>
            </a:r>
            <a:r>
              <a:rPr lang="zh-CN" altLang="en-US" sz="2000" dirty="0">
                <a:solidFill>
                  <a:srgbClr val="FF0000"/>
                </a:solidFill>
              </a:rPr>
              <a:t>包装问题：</a:t>
            </a:r>
            <a:endParaRPr lang="en-US" altLang="zh-CN" sz="2000" dirty="0">
              <a:solidFill>
                <a:srgbClr val="FF0000"/>
              </a:solidFill>
            </a:endParaRPr>
          </a:p>
          <a:p>
            <a:pPr marL="109855" indent="0">
              <a:buNone/>
            </a:pPr>
            <a:r>
              <a:rPr lang="zh-CN" altLang="en-US" sz="2000" dirty="0" smtClean="0"/>
              <a:t>包装破损导致产品破损</a:t>
            </a:r>
            <a:endParaRPr lang="en-US" altLang="zh-CN" sz="2000" dirty="0" smtClean="0"/>
          </a:p>
          <a:p>
            <a:pPr marL="109855" indent="0">
              <a:buNone/>
            </a:pPr>
            <a:endParaRPr lang="en-US" altLang="zh-CN" dirty="0"/>
          </a:p>
          <a:p>
            <a:endParaRPr lang="zh-CN" altLang="en-US" dirty="0"/>
          </a:p>
        </p:txBody>
      </p:sp>
      <p:sp>
        <p:nvSpPr>
          <p:cNvPr id="3" name="标题 2"/>
          <p:cNvSpPr>
            <a:spLocks noGrp="1"/>
          </p:cNvSpPr>
          <p:nvPr>
            <p:ph type="title"/>
          </p:nvPr>
        </p:nvSpPr>
        <p:spPr>
          <a:xfrm>
            <a:off x="467544" y="260648"/>
            <a:ext cx="6984776" cy="720080"/>
          </a:xfrm>
        </p:spPr>
        <p:txBody>
          <a:bodyPr/>
          <a:lstStyle/>
          <a:p>
            <a:r>
              <a:rPr lang="en-US" altLang="zh-CN" sz="3700" dirty="0" smtClean="0"/>
              <a:t>1.</a:t>
            </a:r>
            <a:r>
              <a:rPr lang="zh-CN" altLang="en-US" sz="3700" dirty="0" smtClean="0"/>
              <a:t>客</a:t>
            </a:r>
            <a:r>
              <a:rPr lang="zh-CN" altLang="en-US" sz="3700" dirty="0"/>
              <a:t>服邮件问题分类（售后）</a:t>
            </a:r>
            <a:endParaRPr lang="zh-CN" altLang="en-US" sz="3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1000"/>
                                        <p:tgtEl>
                                          <p:spTgt spid="2">
                                            <p:txEl>
                                              <p:pRg st="1" end="1"/>
                                            </p:txEl>
                                          </p:spTgt>
                                        </p:tgtEl>
                                      </p:cBhvr>
                                    </p:animEffect>
                                    <p:anim calcmode="lin" valueType="num">
                                      <p:cBhvr>
                                        <p:cTn id="1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1000"/>
                                        <p:tgtEl>
                                          <p:spTgt spid="2">
                                            <p:txEl>
                                              <p:pRg st="2" end="2"/>
                                            </p:txEl>
                                          </p:spTgt>
                                        </p:tgtEl>
                                      </p:cBhvr>
                                    </p:animEffect>
                                    <p:anim calcmode="lin" valueType="num">
                                      <p:cBhvr>
                                        <p:cTn id="2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fade">
                                      <p:cBhvr>
                                        <p:cTn id="33" dur="1000"/>
                                        <p:tgtEl>
                                          <p:spTgt spid="2">
                                            <p:txEl>
                                              <p:pRg st="4" end="4"/>
                                            </p:txEl>
                                          </p:spTgt>
                                        </p:tgtEl>
                                      </p:cBhvr>
                                    </p:animEffect>
                                    <p:anim calcmode="lin" valueType="num">
                                      <p:cBhvr>
                                        <p:cTn id="34"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fade">
                                      <p:cBhvr>
                                        <p:cTn id="38" dur="1000"/>
                                        <p:tgtEl>
                                          <p:spTgt spid="2">
                                            <p:txEl>
                                              <p:pRg st="5" end="5"/>
                                            </p:txEl>
                                          </p:spTgt>
                                        </p:tgtEl>
                                      </p:cBhvr>
                                    </p:animEffect>
                                    <p:anim calcmode="lin" valueType="num">
                                      <p:cBhvr>
                                        <p:cTn id="3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Effect transition="in" filter="fade">
                                      <p:cBhvr>
                                        <p:cTn id="43" dur="1000"/>
                                        <p:tgtEl>
                                          <p:spTgt spid="2">
                                            <p:txEl>
                                              <p:pRg st="6" end="6"/>
                                            </p:txEl>
                                          </p:spTgt>
                                        </p:tgtEl>
                                      </p:cBhvr>
                                    </p:animEffect>
                                    <p:anim calcmode="lin" valueType="num">
                                      <p:cBhvr>
                                        <p:cTn id="4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Effect transition="in" filter="fade">
                                      <p:cBhvr>
                                        <p:cTn id="48" dur="1000"/>
                                        <p:tgtEl>
                                          <p:spTgt spid="2">
                                            <p:txEl>
                                              <p:pRg st="7" end="7"/>
                                            </p:txEl>
                                          </p:spTgt>
                                        </p:tgtEl>
                                      </p:cBhvr>
                                    </p:animEffect>
                                    <p:anim calcmode="lin" valueType="num">
                                      <p:cBhvr>
                                        <p:cTn id="49"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
                                            <p:txEl>
                                              <p:pRg st="8" end="8"/>
                                            </p:txEl>
                                          </p:spTgt>
                                        </p:tgtEl>
                                        <p:attrNameLst>
                                          <p:attrName>style.visibility</p:attrName>
                                        </p:attrNameLst>
                                      </p:cBhvr>
                                      <p:to>
                                        <p:strVal val="visible"/>
                                      </p:to>
                                    </p:set>
                                    <p:animEffect transition="in" filter="fade">
                                      <p:cBhvr>
                                        <p:cTn id="53" dur="1000"/>
                                        <p:tgtEl>
                                          <p:spTgt spid="2">
                                            <p:txEl>
                                              <p:pRg st="8" end="8"/>
                                            </p:txEl>
                                          </p:spTgt>
                                        </p:tgtEl>
                                      </p:cBhvr>
                                    </p:animEffect>
                                    <p:anim calcmode="lin" valueType="num">
                                      <p:cBhvr>
                                        <p:cTn id="5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2">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
                                            <p:txEl>
                                              <p:pRg st="9" end="9"/>
                                            </p:txEl>
                                          </p:spTgt>
                                        </p:tgtEl>
                                        <p:attrNameLst>
                                          <p:attrName>style.visibility</p:attrName>
                                        </p:attrNameLst>
                                      </p:cBhvr>
                                      <p:to>
                                        <p:strVal val="visible"/>
                                      </p:to>
                                    </p:set>
                                    <p:animEffect transition="in" filter="fade">
                                      <p:cBhvr>
                                        <p:cTn id="58" dur="1000"/>
                                        <p:tgtEl>
                                          <p:spTgt spid="2">
                                            <p:txEl>
                                              <p:pRg st="9" end="9"/>
                                            </p:txEl>
                                          </p:spTgt>
                                        </p:tgtEl>
                                      </p:cBhvr>
                                    </p:animEffect>
                                    <p:anim calcmode="lin" valueType="num">
                                      <p:cBhvr>
                                        <p:cTn id="59"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
                                            <p:txEl>
                                              <p:pRg st="10" end="10"/>
                                            </p:txEl>
                                          </p:spTgt>
                                        </p:tgtEl>
                                        <p:attrNameLst>
                                          <p:attrName>style.visibility</p:attrName>
                                        </p:attrNameLst>
                                      </p:cBhvr>
                                      <p:to>
                                        <p:strVal val="visible"/>
                                      </p:to>
                                    </p:set>
                                    <p:animEffect transition="in" filter="fade">
                                      <p:cBhvr>
                                        <p:cTn id="63" dur="1000"/>
                                        <p:tgtEl>
                                          <p:spTgt spid="2">
                                            <p:txEl>
                                              <p:pRg st="10" end="10"/>
                                            </p:txEl>
                                          </p:spTgt>
                                        </p:tgtEl>
                                      </p:cBhvr>
                                    </p:animEffect>
                                    <p:anim calcmode="lin" valueType="num">
                                      <p:cBhvr>
                                        <p:cTn id="64"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
                                            <p:txEl>
                                              <p:pRg st="11" end="11"/>
                                            </p:txEl>
                                          </p:spTgt>
                                        </p:tgtEl>
                                        <p:attrNameLst>
                                          <p:attrName>style.visibility</p:attrName>
                                        </p:attrNameLst>
                                      </p:cBhvr>
                                      <p:to>
                                        <p:strVal val="visible"/>
                                      </p:to>
                                    </p:set>
                                    <p:animEffect transition="in" filter="fade">
                                      <p:cBhvr>
                                        <p:cTn id="68" dur="1000"/>
                                        <p:tgtEl>
                                          <p:spTgt spid="2">
                                            <p:txEl>
                                              <p:pRg st="11" end="11"/>
                                            </p:txEl>
                                          </p:spTgt>
                                        </p:tgtEl>
                                      </p:cBhvr>
                                    </p:animEffect>
                                    <p:anim calcmode="lin" valueType="num">
                                      <p:cBhvr>
                                        <p:cTn id="69"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2">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
                                            <p:txEl>
                                              <p:pRg st="12" end="12"/>
                                            </p:txEl>
                                          </p:spTgt>
                                        </p:tgtEl>
                                        <p:attrNameLst>
                                          <p:attrName>style.visibility</p:attrName>
                                        </p:attrNameLst>
                                      </p:cBhvr>
                                      <p:to>
                                        <p:strVal val="visible"/>
                                      </p:to>
                                    </p:set>
                                    <p:animEffect transition="in" filter="fade">
                                      <p:cBhvr>
                                        <p:cTn id="73" dur="1000"/>
                                        <p:tgtEl>
                                          <p:spTgt spid="2">
                                            <p:txEl>
                                              <p:pRg st="12" end="12"/>
                                            </p:txEl>
                                          </p:spTgt>
                                        </p:tgtEl>
                                      </p:cBhvr>
                                    </p:animEffect>
                                    <p:anim calcmode="lin" valueType="num">
                                      <p:cBhvr>
                                        <p:cTn id="74"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2">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
                                            <p:txEl>
                                              <p:pRg st="13" end="13"/>
                                            </p:txEl>
                                          </p:spTgt>
                                        </p:tgtEl>
                                        <p:attrNameLst>
                                          <p:attrName>style.visibility</p:attrName>
                                        </p:attrNameLst>
                                      </p:cBhvr>
                                      <p:to>
                                        <p:strVal val="visible"/>
                                      </p:to>
                                    </p:set>
                                    <p:animEffect transition="in" filter="fade">
                                      <p:cBhvr>
                                        <p:cTn id="78" dur="1000"/>
                                        <p:tgtEl>
                                          <p:spTgt spid="2">
                                            <p:txEl>
                                              <p:pRg st="13" end="13"/>
                                            </p:txEl>
                                          </p:spTgt>
                                        </p:tgtEl>
                                      </p:cBhvr>
                                    </p:animEffect>
                                    <p:anim calcmode="lin" valueType="num">
                                      <p:cBhvr>
                                        <p:cTn id="79"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2">
                                            <p:txEl>
                                              <p:pRg st="13" end="13"/>
                                            </p:txEl>
                                          </p:spTgt>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
                                            <p:txEl>
                                              <p:pRg st="14" end="14"/>
                                            </p:txEl>
                                          </p:spTgt>
                                        </p:tgtEl>
                                        <p:attrNameLst>
                                          <p:attrName>style.visibility</p:attrName>
                                        </p:attrNameLst>
                                      </p:cBhvr>
                                      <p:to>
                                        <p:strVal val="visible"/>
                                      </p:to>
                                    </p:set>
                                    <p:animEffect transition="in" filter="fade">
                                      <p:cBhvr>
                                        <p:cTn id="83" dur="1000"/>
                                        <p:tgtEl>
                                          <p:spTgt spid="2">
                                            <p:txEl>
                                              <p:pRg st="14" end="14"/>
                                            </p:txEl>
                                          </p:spTgt>
                                        </p:tgtEl>
                                      </p:cBhvr>
                                    </p:animEffect>
                                    <p:anim calcmode="lin" valueType="num">
                                      <p:cBhvr>
                                        <p:cTn id="84"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85"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23528" y="1052736"/>
          <a:ext cx="8352928" cy="477118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标题 1"/>
          <p:cNvSpPr>
            <a:spLocks noGrp="1"/>
          </p:cNvSpPr>
          <p:nvPr>
            <p:ph type="title"/>
          </p:nvPr>
        </p:nvSpPr>
        <p:spPr>
          <a:xfrm>
            <a:off x="0" y="0"/>
            <a:ext cx="8028384" cy="1052736"/>
          </a:xfrm>
        </p:spPr>
        <p:txBody>
          <a:bodyPr/>
          <a:lstStyle/>
          <a:p>
            <a:pPr marL="0" indent="0" algn="l">
              <a:buNone/>
            </a:pPr>
            <a:r>
              <a:rPr lang="en-US" altLang="zh-CN" dirty="0"/>
              <a:t>2</a:t>
            </a:r>
            <a:r>
              <a:rPr lang="en-US" altLang="zh-CN" dirty="0" smtClean="0"/>
              <a:t>. </a:t>
            </a:r>
            <a:r>
              <a:rPr lang="zh-CN" altLang="en-US" dirty="0" smtClean="0"/>
              <a:t>邮件</a:t>
            </a:r>
            <a:r>
              <a:rPr lang="zh-CN" altLang="en-US" dirty="0"/>
              <a:t>沟通流程</a:t>
            </a:r>
            <a:r>
              <a:rPr lang="zh-CN" altLang="en-US" dirty="0" smtClean="0"/>
              <a:t>及处理效率</a:t>
            </a:r>
            <a:endParaRPr lang="zh-CN" altLang="en-US" dirty="0"/>
          </a:p>
        </p:txBody>
      </p:sp>
      <p:sp>
        <p:nvSpPr>
          <p:cNvPr id="3" name="爆炸形 1 2"/>
          <p:cNvSpPr/>
          <p:nvPr/>
        </p:nvSpPr>
        <p:spPr>
          <a:xfrm>
            <a:off x="6207337" y="4014192"/>
            <a:ext cx="1224136" cy="648072"/>
          </a:xfrm>
          <a:prstGeom prst="irregularSeal1">
            <a:avLst/>
          </a:prstGeom>
          <a:solidFill>
            <a:schemeClr val="accent5">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6283368" y="4184339"/>
            <a:ext cx="1072074" cy="307777"/>
          </a:xfrm>
          <a:prstGeom prst="rect">
            <a:avLst/>
          </a:prstGeom>
          <a:noFill/>
        </p:spPr>
        <p:txBody>
          <a:bodyPr wrap="square" rtlCol="0">
            <a:spAutoFit/>
          </a:bodyPr>
          <a:lstStyle/>
          <a:p>
            <a:r>
              <a:rPr lang="en-US" altLang="zh-CN" sz="1400" dirty="0" smtClean="0"/>
              <a:t>24</a:t>
            </a:r>
            <a:r>
              <a:rPr lang="zh-CN" altLang="en-US" sz="1400" dirty="0" smtClean="0"/>
              <a:t>小时内</a:t>
            </a:r>
            <a:endParaRPr lang="zh-CN" altLang="en-US" sz="1400" dirty="0"/>
          </a:p>
        </p:txBody>
      </p:sp>
      <p:sp>
        <p:nvSpPr>
          <p:cNvPr id="6" name="爆炸形 1 5"/>
          <p:cNvSpPr/>
          <p:nvPr/>
        </p:nvSpPr>
        <p:spPr>
          <a:xfrm>
            <a:off x="6236230" y="4941168"/>
            <a:ext cx="1224136" cy="648072"/>
          </a:xfrm>
          <a:prstGeom prst="irregularSeal1">
            <a:avLst/>
          </a:prstGeom>
          <a:solidFill>
            <a:schemeClr val="accent5">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388630" y="5095927"/>
            <a:ext cx="1042844" cy="523220"/>
          </a:xfrm>
          <a:prstGeom prst="rect">
            <a:avLst/>
          </a:prstGeom>
          <a:noFill/>
        </p:spPr>
        <p:txBody>
          <a:bodyPr wrap="square" rtlCol="0">
            <a:spAutoFit/>
          </a:bodyPr>
          <a:lstStyle/>
          <a:p>
            <a:r>
              <a:rPr lang="en-US" altLang="zh-CN" sz="1400" dirty="0" smtClean="0"/>
              <a:t>4</a:t>
            </a:r>
            <a:r>
              <a:rPr lang="zh-CN" altLang="en-US" sz="1400" dirty="0" smtClean="0"/>
              <a:t>个来回左右</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24251" y="764704"/>
          <a:ext cx="8892480" cy="52423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标题 1"/>
          <p:cNvSpPr>
            <a:spLocks noGrp="1"/>
          </p:cNvSpPr>
          <p:nvPr>
            <p:ph type="title"/>
          </p:nvPr>
        </p:nvSpPr>
        <p:spPr>
          <a:xfrm>
            <a:off x="457200" y="274638"/>
            <a:ext cx="7859216" cy="778098"/>
          </a:xfrm>
        </p:spPr>
        <p:txBody>
          <a:bodyPr/>
          <a:lstStyle/>
          <a:p>
            <a:r>
              <a:rPr lang="en-US" altLang="zh-CN" dirty="0"/>
              <a:t>2</a:t>
            </a:r>
            <a:r>
              <a:rPr lang="en-US" altLang="zh-CN" dirty="0" smtClean="0"/>
              <a:t>-1. </a:t>
            </a:r>
            <a:r>
              <a:rPr lang="zh-CN" altLang="en-US" dirty="0" smtClean="0"/>
              <a:t>邮件</a:t>
            </a:r>
            <a:r>
              <a:rPr lang="zh-CN" altLang="en-US" dirty="0"/>
              <a:t>沟通流程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80920" cy="4810539"/>
          </a:xfrm>
        </p:spPr>
        <p:txBody>
          <a:bodyPr>
            <a:normAutofit fontScale="55000" lnSpcReduction="20000"/>
          </a:bodyPr>
          <a:lstStyle/>
          <a:p>
            <a:r>
              <a:rPr lang="en-US" altLang="zh-CN" dirty="0">
                <a:solidFill>
                  <a:srgbClr val="0070C0"/>
                </a:solidFill>
              </a:rPr>
              <a:t>3</a:t>
            </a:r>
            <a:r>
              <a:rPr lang="en-US" altLang="zh-CN" dirty="0" smtClean="0">
                <a:solidFill>
                  <a:srgbClr val="0070C0"/>
                </a:solidFill>
              </a:rPr>
              <a:t>-1. </a:t>
            </a:r>
            <a:r>
              <a:rPr lang="zh-CN" altLang="en-US" dirty="0" smtClean="0">
                <a:solidFill>
                  <a:srgbClr val="0070C0"/>
                </a:solidFill>
              </a:rPr>
              <a:t>询问产品出现的具体问题及引导客人正确的描述问题：</a:t>
            </a:r>
            <a:endParaRPr lang="en-US" altLang="zh-CN" dirty="0" smtClean="0">
              <a:solidFill>
                <a:srgbClr val="0070C0"/>
              </a:solidFill>
            </a:endParaRPr>
          </a:p>
          <a:p>
            <a:pPr marL="109855" indent="0">
              <a:buNone/>
            </a:pPr>
            <a:endParaRPr lang="en-US" altLang="zh-CN" dirty="0"/>
          </a:p>
          <a:p>
            <a:pPr marL="109855" indent="0">
              <a:buNone/>
            </a:pPr>
            <a:r>
              <a:rPr lang="en-US" altLang="zh-CN" dirty="0" smtClean="0"/>
              <a:t>Dear xxx,</a:t>
            </a:r>
            <a:endParaRPr lang="en-US" altLang="zh-CN" dirty="0" smtClean="0"/>
          </a:p>
          <a:p>
            <a:pPr marL="109855" indent="0">
              <a:buNone/>
            </a:pPr>
            <a:endParaRPr lang="en-US" altLang="zh-CN" dirty="0" smtClean="0"/>
          </a:p>
          <a:p>
            <a:pPr marL="109855" indent="0">
              <a:buNone/>
            </a:pPr>
            <a:r>
              <a:rPr lang="en-US" altLang="zh-CN" dirty="0" smtClean="0"/>
              <a:t>Thank </a:t>
            </a:r>
            <a:r>
              <a:rPr lang="en-US" altLang="zh-CN" dirty="0"/>
              <a:t>you for your purchase. We do apologize for the </a:t>
            </a:r>
            <a:r>
              <a:rPr lang="en-US" altLang="zh-CN" dirty="0" smtClean="0"/>
              <a:t>   inconvenience </a:t>
            </a:r>
            <a:r>
              <a:rPr lang="en-US" altLang="zh-CN" dirty="0"/>
              <a:t>and would like to solve the problem with you with your assistance.</a:t>
            </a:r>
            <a:endParaRPr lang="en-US" altLang="zh-CN" dirty="0"/>
          </a:p>
          <a:p>
            <a:endParaRPr lang="en-US" altLang="zh-CN" dirty="0"/>
          </a:p>
          <a:p>
            <a:pPr marL="109855" indent="0">
              <a:buNone/>
            </a:pPr>
            <a:r>
              <a:rPr lang="en-US" altLang="zh-CN" dirty="0"/>
              <a:t>Could you please let us know more </a:t>
            </a:r>
            <a:r>
              <a:rPr lang="en-US" altLang="zh-CN" dirty="0" smtClean="0"/>
              <a:t>details </a:t>
            </a:r>
            <a:r>
              <a:rPr lang="en-US" altLang="zh-CN" dirty="0"/>
              <a:t>about the problem, so that we could better solve the problem with you. Does it not connect with your phone device or not turn on? Or does the headset keeps lose connection with your phone device?</a:t>
            </a:r>
            <a:endParaRPr lang="en-US" altLang="zh-CN" dirty="0"/>
          </a:p>
          <a:p>
            <a:endParaRPr lang="en-US" altLang="zh-CN" dirty="0"/>
          </a:p>
          <a:p>
            <a:pPr marL="109855" indent="0">
              <a:buNone/>
            </a:pPr>
            <a:r>
              <a:rPr lang="en-US" altLang="zh-CN" dirty="0"/>
              <a:t>We would also report the problem to the supplier for more assistance. </a:t>
            </a:r>
            <a:endParaRPr lang="en-US" altLang="zh-CN" dirty="0"/>
          </a:p>
          <a:p>
            <a:endParaRPr lang="en-US" altLang="zh-CN" dirty="0"/>
          </a:p>
          <a:p>
            <a:pPr marL="109855" indent="0">
              <a:buNone/>
            </a:pPr>
            <a:r>
              <a:rPr lang="en-US" altLang="zh-CN" dirty="0"/>
              <a:t>We would appreciate your understanding and cooperation. Thank you in </a:t>
            </a:r>
            <a:r>
              <a:rPr lang="en-US" altLang="zh-CN" dirty="0" smtClean="0"/>
              <a:t>advance and wait for your reply.</a:t>
            </a:r>
            <a:endParaRPr lang="en-US" altLang="zh-CN" dirty="0" smtClean="0"/>
          </a:p>
          <a:p>
            <a:pPr marL="109855" indent="0">
              <a:buNone/>
            </a:pPr>
            <a:endParaRPr lang="en-US" altLang="zh-CN" dirty="0"/>
          </a:p>
          <a:p>
            <a:pPr marL="109855" indent="0">
              <a:buNone/>
            </a:pPr>
            <a:r>
              <a:rPr lang="en-US" altLang="zh-CN" dirty="0"/>
              <a:t>Best Regards</a:t>
            </a:r>
            <a:br>
              <a:rPr lang="en-US" altLang="zh-CN" dirty="0"/>
            </a:br>
            <a:br>
              <a:rPr lang="en-US" altLang="zh-CN" dirty="0"/>
            </a:br>
            <a:r>
              <a:rPr lang="en-US" altLang="zh-CN" dirty="0"/>
              <a:t>Seller’s name</a:t>
            </a:r>
            <a:endParaRPr lang="en-US" altLang="zh-CN" dirty="0" smtClean="0"/>
          </a:p>
        </p:txBody>
      </p:sp>
      <p:sp>
        <p:nvSpPr>
          <p:cNvPr id="2" name="标题 1"/>
          <p:cNvSpPr>
            <a:spLocks noGrp="1"/>
          </p:cNvSpPr>
          <p:nvPr>
            <p:ph type="title"/>
          </p:nvPr>
        </p:nvSpPr>
        <p:spPr>
          <a:xfrm>
            <a:off x="457200" y="274638"/>
            <a:ext cx="7715200" cy="634082"/>
          </a:xfrm>
        </p:spPr>
        <p:txBody>
          <a:bodyPr>
            <a:normAutofit fontScale="90000"/>
          </a:bodyPr>
          <a:lstStyle/>
          <a:p>
            <a:r>
              <a:rPr lang="en-US" altLang="zh-CN" dirty="0"/>
              <a:t>3</a:t>
            </a:r>
            <a:r>
              <a:rPr lang="en-US" altLang="zh-CN" dirty="0" smtClean="0"/>
              <a:t>. </a:t>
            </a:r>
            <a:r>
              <a:rPr lang="zh-CN" altLang="en-US" dirty="0" smtClean="0"/>
              <a:t>客</a:t>
            </a:r>
            <a:r>
              <a:rPr lang="zh-CN" altLang="en-US" dirty="0"/>
              <a:t>服邮件模版</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anim calcmode="lin" valueType="num">
                                      <p:cBhvr>
                                        <p:cTn id="2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1000"/>
                                        <p:tgtEl>
                                          <p:spTgt spid="3">
                                            <p:txEl>
                                              <p:pRg st="8" end="8"/>
                                            </p:txEl>
                                          </p:spTgt>
                                        </p:tgtEl>
                                      </p:cBhvr>
                                    </p:animEffect>
                                    <p:anim calcmode="lin" valueType="num">
                                      <p:cBhvr>
                                        <p:cTn id="3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1000"/>
                                        <p:tgtEl>
                                          <p:spTgt spid="3">
                                            <p:txEl>
                                              <p:pRg st="10" end="10"/>
                                            </p:txEl>
                                          </p:spTgt>
                                        </p:tgtEl>
                                      </p:cBhvr>
                                    </p:animEffect>
                                    <p:anim calcmode="lin" valueType="num">
                                      <p:cBhvr>
                                        <p:cTn id="3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Effect transition="in" filter="fade">
                                      <p:cBhvr>
                                        <p:cTn id="45" dur="1000"/>
                                        <p:tgtEl>
                                          <p:spTgt spid="3">
                                            <p:txEl>
                                              <p:pRg st="12" end="12"/>
                                            </p:txEl>
                                          </p:spTgt>
                                        </p:tgtEl>
                                      </p:cBhvr>
                                    </p:animEffect>
                                    <p:anim calcmode="lin" valueType="num">
                                      <p:cBhvr>
                                        <p:cTn id="46"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268760"/>
            <a:ext cx="8147248" cy="4738531"/>
          </a:xfrm>
        </p:spPr>
        <p:txBody>
          <a:bodyPr>
            <a:normAutofit fontScale="70000" lnSpcReduction="20000"/>
          </a:bodyPr>
          <a:lstStyle/>
          <a:p>
            <a:r>
              <a:rPr lang="en-US" altLang="zh-CN" dirty="0">
                <a:solidFill>
                  <a:srgbClr val="0070C0"/>
                </a:solidFill>
              </a:rPr>
              <a:t>3</a:t>
            </a:r>
            <a:r>
              <a:rPr lang="en-US" altLang="zh-CN" dirty="0" smtClean="0">
                <a:solidFill>
                  <a:srgbClr val="0070C0"/>
                </a:solidFill>
              </a:rPr>
              <a:t>-2. </a:t>
            </a:r>
            <a:r>
              <a:rPr lang="zh-CN" altLang="en-US" dirty="0" smtClean="0">
                <a:solidFill>
                  <a:srgbClr val="0070C0"/>
                </a:solidFill>
              </a:rPr>
              <a:t>客户</a:t>
            </a:r>
            <a:r>
              <a:rPr lang="zh-CN" altLang="en-US" dirty="0">
                <a:solidFill>
                  <a:srgbClr val="0070C0"/>
                </a:solidFill>
              </a:rPr>
              <a:t>因订购的商品大小不合适导致退货</a:t>
            </a:r>
            <a:br>
              <a:rPr lang="zh-CN" altLang="en-US" dirty="0">
                <a:solidFill>
                  <a:srgbClr val="0070C0"/>
                </a:solidFill>
              </a:rPr>
            </a:br>
            <a:br>
              <a:rPr lang="zh-CN" altLang="en-US" dirty="0"/>
            </a:br>
            <a:r>
              <a:rPr lang="en-US" altLang="zh-CN" dirty="0"/>
              <a:t>Dear </a:t>
            </a:r>
            <a:r>
              <a:rPr lang="en-US" altLang="zh-CN" dirty="0" smtClean="0"/>
              <a:t>xxx</a:t>
            </a:r>
            <a:r>
              <a:rPr lang="zh-CN" altLang="en-US" dirty="0" smtClean="0"/>
              <a:t>，</a:t>
            </a:r>
            <a:br>
              <a:rPr lang="en-US" altLang="zh-CN" dirty="0"/>
            </a:br>
            <a:br>
              <a:rPr lang="en-US" altLang="zh-CN" dirty="0"/>
            </a:br>
            <a:r>
              <a:rPr lang="en-US" altLang="zh-CN" dirty="0"/>
              <a:t>Thank you so much for your great support on us.</a:t>
            </a:r>
            <a:br>
              <a:rPr lang="en-US" altLang="zh-CN" dirty="0"/>
            </a:br>
            <a:br>
              <a:rPr lang="en-US" altLang="zh-CN" dirty="0"/>
            </a:br>
            <a:r>
              <a:rPr lang="en-US" altLang="zh-CN" dirty="0"/>
              <a:t>So sorry for the inconvenience that </a:t>
            </a:r>
            <a:r>
              <a:rPr lang="en-US" altLang="zh-CN" dirty="0" smtClean="0"/>
              <a:t>this product did </a:t>
            </a:r>
            <a:r>
              <a:rPr lang="en-US" altLang="zh-CN" dirty="0"/>
              <a:t>not fit you.</a:t>
            </a:r>
            <a:br>
              <a:rPr lang="en-US" altLang="zh-CN" dirty="0"/>
            </a:br>
            <a:br>
              <a:rPr lang="en-US" altLang="zh-CN" dirty="0"/>
            </a:br>
            <a:r>
              <a:rPr lang="en-US" altLang="zh-CN" dirty="0"/>
              <a:t>Will it be possible to give others as a gift? Or how about we make you a partial refund as a way to make up for this?</a:t>
            </a:r>
            <a:br>
              <a:rPr lang="en-US" altLang="zh-CN" dirty="0"/>
            </a:br>
            <a:r>
              <a:rPr lang="en-US" altLang="zh-CN" dirty="0"/>
              <a:t>Just suggestion, if you insist on returning it back, we will go to the further step.</a:t>
            </a:r>
            <a:br>
              <a:rPr lang="en-US" altLang="zh-CN" dirty="0"/>
            </a:br>
            <a:br>
              <a:rPr lang="en-US" altLang="zh-CN" dirty="0"/>
            </a:br>
            <a:r>
              <a:rPr lang="en-US" altLang="zh-CN" dirty="0"/>
              <a:t>Waiting for your reply.</a:t>
            </a:r>
            <a:br>
              <a:rPr lang="en-US" altLang="zh-CN" dirty="0"/>
            </a:br>
            <a:br>
              <a:rPr lang="en-US" altLang="zh-CN" dirty="0"/>
            </a:br>
            <a:r>
              <a:rPr lang="en-US" altLang="zh-CN" dirty="0"/>
              <a:t>Best Regards</a:t>
            </a:r>
            <a:br>
              <a:rPr lang="en-US" altLang="zh-CN" dirty="0"/>
            </a:br>
            <a:br>
              <a:rPr lang="en-US" altLang="zh-CN" dirty="0"/>
            </a:br>
            <a:r>
              <a:rPr lang="en-US" altLang="zh-CN" dirty="0"/>
              <a:t>Seller’s name</a:t>
            </a:r>
            <a:br>
              <a:rPr lang="en-US" altLang="zh-CN" dirty="0"/>
            </a:br>
            <a:br>
              <a:rPr lang="en-US" altLang="zh-CN" dirty="0"/>
            </a:br>
            <a:endParaRPr lang="zh-CN" altLang="en-US" dirty="0"/>
          </a:p>
        </p:txBody>
      </p:sp>
      <p:sp>
        <p:nvSpPr>
          <p:cNvPr id="2" name="标题 1"/>
          <p:cNvSpPr>
            <a:spLocks noGrp="1"/>
          </p:cNvSpPr>
          <p:nvPr>
            <p:ph type="title"/>
          </p:nvPr>
        </p:nvSpPr>
        <p:spPr>
          <a:xfrm>
            <a:off x="457200" y="274638"/>
            <a:ext cx="8003232" cy="706090"/>
          </a:xfrm>
        </p:spPr>
        <p:txBody>
          <a:bodyPr>
            <a:normAutofit fontScale="90000"/>
          </a:bodyPr>
          <a:lstStyle/>
          <a:p>
            <a:r>
              <a:rPr lang="en-US" altLang="zh-CN" dirty="0"/>
              <a:t>3</a:t>
            </a:r>
            <a:r>
              <a:rPr lang="en-US" altLang="zh-CN" dirty="0" smtClean="0"/>
              <a:t>. </a:t>
            </a:r>
            <a:r>
              <a:rPr lang="zh-CN" altLang="en-US" dirty="0" smtClean="0"/>
              <a:t>客服邮件模版</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052736"/>
            <a:ext cx="8363272" cy="4954555"/>
          </a:xfrm>
        </p:spPr>
        <p:txBody>
          <a:bodyPr>
            <a:normAutofit fontScale="25000" lnSpcReduction="20000"/>
          </a:bodyPr>
          <a:lstStyle/>
          <a:p>
            <a:r>
              <a:rPr lang="en-US" altLang="zh-CN" sz="7200" dirty="0">
                <a:solidFill>
                  <a:srgbClr val="0070C0"/>
                </a:solidFill>
              </a:rPr>
              <a:t>3</a:t>
            </a:r>
            <a:r>
              <a:rPr lang="en-US" altLang="zh-CN" sz="7200" dirty="0" smtClean="0">
                <a:solidFill>
                  <a:srgbClr val="0070C0"/>
                </a:solidFill>
              </a:rPr>
              <a:t>-3</a:t>
            </a:r>
            <a:r>
              <a:rPr lang="en-US" altLang="zh-CN" sz="7200" dirty="0">
                <a:solidFill>
                  <a:srgbClr val="0070C0"/>
                </a:solidFill>
              </a:rPr>
              <a:t>. </a:t>
            </a:r>
            <a:r>
              <a:rPr lang="zh-CN" altLang="en-US" sz="7200" dirty="0">
                <a:solidFill>
                  <a:srgbClr val="0070C0"/>
                </a:solidFill>
              </a:rPr>
              <a:t>物流信息显示已签收但客人说没收到</a:t>
            </a:r>
            <a:endParaRPr lang="en-US" altLang="zh-CN" sz="7200" dirty="0">
              <a:solidFill>
                <a:srgbClr val="0070C0"/>
              </a:solidFill>
            </a:endParaRPr>
          </a:p>
          <a:p>
            <a:pPr marL="109855" indent="0">
              <a:buNone/>
            </a:pPr>
            <a:endParaRPr lang="en-US" altLang="zh-CN" sz="7200" dirty="0"/>
          </a:p>
          <a:p>
            <a:pPr marL="109855" indent="0">
              <a:buNone/>
            </a:pPr>
            <a:r>
              <a:rPr lang="en-US" altLang="zh-CN" sz="7200" dirty="0" smtClean="0"/>
              <a:t>Dear xxx,</a:t>
            </a:r>
            <a:endParaRPr lang="en-US" altLang="zh-CN" sz="7200" dirty="0" smtClean="0"/>
          </a:p>
          <a:p>
            <a:pPr marL="109855" indent="0">
              <a:buNone/>
            </a:pPr>
            <a:endParaRPr lang="en-US" altLang="zh-CN" sz="7200" dirty="0" smtClean="0"/>
          </a:p>
          <a:p>
            <a:pPr marL="109855" indent="0">
              <a:buNone/>
            </a:pPr>
            <a:r>
              <a:rPr lang="en-US" altLang="zh-CN" sz="7200" dirty="0" smtClean="0"/>
              <a:t>Thanks </a:t>
            </a:r>
            <a:r>
              <a:rPr lang="en-US" altLang="zh-CN" sz="7200" dirty="0"/>
              <a:t>for your purchase. We do apologize for the inconvenience. Your package have been shipped with the tracking number USPS 9400110200828854724346. I have just checked the package and found it was delivered on May 10.</a:t>
            </a:r>
            <a:endParaRPr lang="en-US" altLang="zh-CN" sz="7200" dirty="0"/>
          </a:p>
          <a:p>
            <a:endParaRPr lang="en-US" altLang="zh-CN" sz="7200" dirty="0"/>
          </a:p>
          <a:p>
            <a:pPr marL="109855" indent="0">
              <a:buNone/>
            </a:pPr>
            <a:r>
              <a:rPr lang="en-US" altLang="zh-CN" sz="7200" dirty="0"/>
              <a:t>The package is a yellow envelop, and it is easy to be missed, could you please check your mail box, or confirm with your family or neighbor to see whether they have received then. </a:t>
            </a:r>
            <a:endParaRPr lang="en-US" altLang="zh-CN" sz="7200" dirty="0"/>
          </a:p>
          <a:p>
            <a:endParaRPr lang="en-US" altLang="zh-CN" sz="7200" dirty="0"/>
          </a:p>
          <a:p>
            <a:pPr marL="109855" indent="0">
              <a:buNone/>
            </a:pPr>
            <a:r>
              <a:rPr lang="en-US" altLang="zh-CN" sz="7200" dirty="0"/>
              <a:t>At the same time, Please kindly confirm your address as below:</a:t>
            </a:r>
            <a:endParaRPr lang="en-US" altLang="zh-CN" sz="7200" dirty="0"/>
          </a:p>
          <a:p>
            <a:endParaRPr lang="en-US" altLang="zh-CN" sz="7200" dirty="0"/>
          </a:p>
          <a:p>
            <a:pPr marL="109855" indent="0">
              <a:buNone/>
            </a:pPr>
            <a:r>
              <a:rPr lang="en-US" altLang="zh-CN" sz="7200" dirty="0"/>
              <a:t>Julie </a:t>
            </a:r>
            <a:r>
              <a:rPr lang="en-US" altLang="zh-CN" sz="7200" dirty="0" err="1"/>
              <a:t>Lerdahl</a:t>
            </a:r>
            <a:endParaRPr lang="en-US" altLang="zh-CN" sz="7200" dirty="0"/>
          </a:p>
          <a:p>
            <a:pPr marL="109855" indent="0">
              <a:buNone/>
            </a:pPr>
            <a:r>
              <a:rPr lang="en-US" altLang="zh-CN" sz="7200" dirty="0"/>
              <a:t>2030 Tuscany </a:t>
            </a:r>
            <a:r>
              <a:rPr lang="en-US" altLang="zh-CN" sz="7200" dirty="0" err="1"/>
              <a:t>Dr</a:t>
            </a:r>
            <a:endParaRPr lang="en-US" altLang="zh-CN" sz="7200" dirty="0"/>
          </a:p>
          <a:p>
            <a:pPr marL="109855" indent="0">
              <a:buNone/>
            </a:pPr>
            <a:r>
              <a:rPr lang="en-US" altLang="zh-CN" sz="7200" dirty="0"/>
              <a:t>Troy, MI 48085-1079</a:t>
            </a:r>
            <a:endParaRPr lang="en-US" altLang="zh-CN" sz="7200" dirty="0"/>
          </a:p>
          <a:p>
            <a:pPr marL="109855" indent="0">
              <a:buNone/>
            </a:pPr>
            <a:endParaRPr lang="en-US" altLang="zh-CN" sz="7200" dirty="0"/>
          </a:p>
          <a:p>
            <a:pPr marL="109855" indent="0">
              <a:buNone/>
            </a:pPr>
            <a:r>
              <a:rPr lang="en-US" altLang="zh-CN" sz="7200" dirty="0"/>
              <a:t>Your cooperation is much appreciated. Thank you</a:t>
            </a:r>
            <a:r>
              <a:rPr lang="en-US" altLang="zh-CN" sz="7200" dirty="0" smtClean="0"/>
              <a:t>.</a:t>
            </a:r>
            <a:endParaRPr lang="en-US" altLang="zh-CN" sz="7200" dirty="0" smtClean="0"/>
          </a:p>
          <a:p>
            <a:pPr marL="109855" indent="0">
              <a:buNone/>
            </a:pPr>
            <a:endParaRPr lang="en-US" altLang="zh-CN" sz="7200" dirty="0"/>
          </a:p>
          <a:p>
            <a:pPr marL="109855" indent="0">
              <a:buNone/>
            </a:pPr>
            <a:endParaRPr lang="en-US" altLang="zh-CN" sz="7200" dirty="0" smtClean="0"/>
          </a:p>
          <a:p>
            <a:pPr marL="109855" indent="0">
              <a:buNone/>
            </a:pPr>
            <a:endParaRPr lang="en-US" altLang="zh-CN" sz="7200" dirty="0"/>
          </a:p>
          <a:p>
            <a:pPr marL="109855" indent="0">
              <a:buNone/>
            </a:pPr>
            <a:br>
              <a:rPr lang="zh-CN" altLang="en-US" sz="4500" dirty="0"/>
            </a:br>
            <a:br>
              <a:rPr lang="en-US" altLang="zh-CN" dirty="0"/>
            </a:br>
            <a:br>
              <a:rPr lang="en-US" altLang="zh-CN" dirty="0"/>
            </a:br>
            <a:endParaRPr lang="zh-CN" altLang="en-US" dirty="0"/>
          </a:p>
        </p:txBody>
      </p:sp>
      <p:sp>
        <p:nvSpPr>
          <p:cNvPr id="2" name="标题 1"/>
          <p:cNvSpPr>
            <a:spLocks noGrp="1"/>
          </p:cNvSpPr>
          <p:nvPr>
            <p:ph type="title"/>
          </p:nvPr>
        </p:nvSpPr>
        <p:spPr>
          <a:xfrm>
            <a:off x="457200" y="274638"/>
            <a:ext cx="7355160" cy="706090"/>
          </a:xfrm>
        </p:spPr>
        <p:txBody>
          <a:bodyPr>
            <a:normAutofit fontScale="90000"/>
          </a:bodyPr>
          <a:lstStyle/>
          <a:p>
            <a:r>
              <a:rPr lang="en-US" altLang="zh-CN" dirty="0"/>
              <a:t>3</a:t>
            </a:r>
            <a:r>
              <a:rPr lang="en-US" altLang="zh-CN" dirty="0" smtClean="0"/>
              <a:t>. </a:t>
            </a:r>
            <a:r>
              <a:rPr lang="zh-CN" altLang="en-US" dirty="0" smtClean="0"/>
              <a:t>客</a:t>
            </a:r>
            <a:r>
              <a:rPr lang="zh-CN" altLang="en-US" dirty="0"/>
              <a:t>服邮件模版</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anim calcmode="lin" valueType="num">
                                      <p:cBhvr>
                                        <p:cTn id="2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1000"/>
                                        <p:tgtEl>
                                          <p:spTgt spid="3">
                                            <p:txEl>
                                              <p:pRg st="8" end="8"/>
                                            </p:txEl>
                                          </p:spTgt>
                                        </p:tgtEl>
                                      </p:cBhvr>
                                    </p:animEffect>
                                    <p:anim calcmode="lin" valueType="num">
                                      <p:cBhvr>
                                        <p:cTn id="3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1000"/>
                                        <p:tgtEl>
                                          <p:spTgt spid="3">
                                            <p:txEl>
                                              <p:pRg st="10" end="10"/>
                                            </p:txEl>
                                          </p:spTgt>
                                        </p:tgtEl>
                                      </p:cBhvr>
                                    </p:animEffect>
                                    <p:anim calcmode="lin" valueType="num">
                                      <p:cBhvr>
                                        <p:cTn id="3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1000"/>
                                        <p:tgtEl>
                                          <p:spTgt spid="3">
                                            <p:txEl>
                                              <p:pRg st="11" end="11"/>
                                            </p:txEl>
                                          </p:spTgt>
                                        </p:tgtEl>
                                      </p:cBhvr>
                                    </p:animEffect>
                                    <p:anim calcmode="lin" valueType="num">
                                      <p:cBhvr>
                                        <p:cTn id="44"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12" end="12"/>
                                            </p:txEl>
                                          </p:spTgt>
                                        </p:tgtEl>
                                        <p:attrNameLst>
                                          <p:attrName>style.visibility</p:attrName>
                                        </p:attrNameLst>
                                      </p:cBhvr>
                                      <p:to>
                                        <p:strVal val="visible"/>
                                      </p:to>
                                    </p:set>
                                    <p:animEffect transition="in" filter="fade">
                                      <p:cBhvr>
                                        <p:cTn id="48" dur="1000"/>
                                        <p:tgtEl>
                                          <p:spTgt spid="3">
                                            <p:txEl>
                                              <p:pRg st="12" end="12"/>
                                            </p:txEl>
                                          </p:spTgt>
                                        </p:tgtEl>
                                      </p:cBhvr>
                                    </p:animEffect>
                                    <p:anim calcmode="lin" valueType="num">
                                      <p:cBhvr>
                                        <p:cTn id="49"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14" end="14"/>
                                            </p:txEl>
                                          </p:spTgt>
                                        </p:tgtEl>
                                        <p:attrNameLst>
                                          <p:attrName>style.visibility</p:attrName>
                                        </p:attrNameLst>
                                      </p:cBhvr>
                                      <p:to>
                                        <p:strVal val="visible"/>
                                      </p:to>
                                    </p:set>
                                    <p:animEffect transition="in" filter="fade">
                                      <p:cBhvr>
                                        <p:cTn id="53" dur="1000"/>
                                        <p:tgtEl>
                                          <p:spTgt spid="3">
                                            <p:txEl>
                                              <p:pRg st="14" end="14"/>
                                            </p:txEl>
                                          </p:spTgt>
                                        </p:tgtEl>
                                      </p:cBhvr>
                                    </p:animEffect>
                                    <p:anim calcmode="lin" valueType="num">
                                      <p:cBhvr>
                                        <p:cTn id="54"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
                                            <p:txEl>
                                              <p:pRg st="18" end="18"/>
                                            </p:txEl>
                                          </p:spTgt>
                                        </p:tgtEl>
                                        <p:attrNameLst>
                                          <p:attrName>style.visibility</p:attrName>
                                        </p:attrNameLst>
                                      </p:cBhvr>
                                      <p:to>
                                        <p:strVal val="visible"/>
                                      </p:to>
                                    </p:set>
                                    <p:animEffect transition="in" filter="fade">
                                      <p:cBhvr>
                                        <p:cTn id="58" dur="1000"/>
                                        <p:tgtEl>
                                          <p:spTgt spid="3">
                                            <p:txEl>
                                              <p:pRg st="18" end="18"/>
                                            </p:txEl>
                                          </p:spTgt>
                                        </p:tgtEl>
                                      </p:cBhvr>
                                    </p:animEffect>
                                    <p:anim calcmode="lin" valueType="num">
                                      <p:cBhvr>
                                        <p:cTn id="59" dur="1000" fill="hold"/>
                                        <p:tgtEl>
                                          <p:spTgt spid="3">
                                            <p:txEl>
                                              <p:pRg st="18" end="18"/>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8219256" cy="4954555"/>
          </a:xfrm>
        </p:spPr>
        <p:txBody>
          <a:bodyPr>
            <a:normAutofit fontScale="70000" lnSpcReduction="20000"/>
          </a:bodyPr>
          <a:lstStyle/>
          <a:p>
            <a:r>
              <a:rPr lang="en-US" altLang="zh-CN" dirty="0">
                <a:solidFill>
                  <a:srgbClr val="0070C0"/>
                </a:solidFill>
              </a:rPr>
              <a:t>3</a:t>
            </a:r>
            <a:r>
              <a:rPr lang="en-US" altLang="zh-CN" dirty="0" smtClean="0">
                <a:solidFill>
                  <a:srgbClr val="0070C0"/>
                </a:solidFill>
              </a:rPr>
              <a:t>-4. </a:t>
            </a:r>
            <a:r>
              <a:rPr lang="zh-CN" altLang="en-US" dirty="0" smtClean="0">
                <a:solidFill>
                  <a:srgbClr val="0070C0"/>
                </a:solidFill>
              </a:rPr>
              <a:t>客户</a:t>
            </a:r>
            <a:r>
              <a:rPr lang="zh-CN" altLang="en-US" dirty="0">
                <a:solidFill>
                  <a:srgbClr val="0070C0"/>
                </a:solidFill>
              </a:rPr>
              <a:t>询问货物的</a:t>
            </a:r>
            <a:r>
              <a:rPr lang="en-US" altLang="zh-CN" dirty="0">
                <a:solidFill>
                  <a:srgbClr val="0070C0"/>
                </a:solidFill>
              </a:rPr>
              <a:t>tracking number</a:t>
            </a:r>
            <a:r>
              <a:rPr lang="zh-CN" altLang="en-US" dirty="0">
                <a:solidFill>
                  <a:srgbClr val="0070C0"/>
                </a:solidFill>
              </a:rPr>
              <a:t>或者有没有发货，给客户的回信邮件模板</a:t>
            </a:r>
            <a:br>
              <a:rPr lang="zh-CN" altLang="en-US" dirty="0"/>
            </a:br>
            <a:br>
              <a:rPr lang="zh-CN" altLang="en-US" dirty="0"/>
            </a:br>
            <a:r>
              <a:rPr lang="en-US" altLang="zh-CN" dirty="0"/>
              <a:t>Dear Customer,</a:t>
            </a:r>
            <a:br>
              <a:rPr lang="en-US" altLang="zh-CN" dirty="0"/>
            </a:br>
            <a:br>
              <a:rPr lang="en-US" altLang="zh-CN" dirty="0"/>
            </a:br>
            <a:r>
              <a:rPr lang="en-US" altLang="zh-CN" dirty="0"/>
              <a:t>Thank you for contacting us regarding your inquiry.</a:t>
            </a:r>
            <a:br>
              <a:rPr lang="en-US" altLang="zh-CN" dirty="0"/>
            </a:br>
            <a:br>
              <a:rPr lang="en-US" altLang="zh-CN" dirty="0"/>
            </a:br>
            <a:r>
              <a:rPr lang="en-US" altLang="zh-CN" dirty="0"/>
              <a:t>Orders are shipped within two days after they are placed. Usually, we are able to ship orders the next day. </a:t>
            </a:r>
            <a:br>
              <a:rPr lang="en-US" altLang="zh-CN" dirty="0"/>
            </a:br>
            <a:r>
              <a:rPr lang="en-US" altLang="zh-CN" dirty="0"/>
              <a:t>Weekend orders are shipped on the following Monday. Please allow 3-9 business days after shipment for delivery. You will receive a shipping confirmation email from Amazon when the shipping information has been uploaded.</a:t>
            </a:r>
            <a:br>
              <a:rPr lang="en-US" altLang="zh-CN" dirty="0"/>
            </a:br>
            <a:br>
              <a:rPr lang="en-US" altLang="zh-CN" dirty="0"/>
            </a:br>
            <a:br>
              <a:rPr lang="en-US" altLang="zh-CN" dirty="0"/>
            </a:br>
            <a:r>
              <a:rPr lang="en-US" altLang="zh-CN" dirty="0"/>
              <a:t>Your patience and understanding are greatly appreciated. If you have any other questions or concerns, feel free to contact us.</a:t>
            </a:r>
            <a:br>
              <a:rPr lang="en-US" altLang="zh-CN" dirty="0"/>
            </a:br>
            <a:br>
              <a:rPr lang="en-US" altLang="zh-CN" dirty="0"/>
            </a:br>
            <a:r>
              <a:rPr lang="en-US" altLang="zh-CN" dirty="0"/>
              <a:t>Best regards</a:t>
            </a:r>
            <a:endParaRPr lang="zh-CN" altLang="en-US" dirty="0"/>
          </a:p>
        </p:txBody>
      </p:sp>
      <p:sp>
        <p:nvSpPr>
          <p:cNvPr id="2" name="标题 1"/>
          <p:cNvSpPr>
            <a:spLocks noGrp="1"/>
          </p:cNvSpPr>
          <p:nvPr>
            <p:ph type="title"/>
          </p:nvPr>
        </p:nvSpPr>
        <p:spPr>
          <a:xfrm>
            <a:off x="457200" y="274638"/>
            <a:ext cx="7931224" cy="706090"/>
          </a:xfrm>
        </p:spPr>
        <p:txBody>
          <a:bodyPr>
            <a:normAutofit fontScale="90000"/>
          </a:bodyPr>
          <a:lstStyle/>
          <a:p>
            <a:r>
              <a:rPr lang="en-US" altLang="zh-CN" dirty="0"/>
              <a:t>3</a:t>
            </a:r>
            <a:r>
              <a:rPr lang="en-US" altLang="zh-CN" dirty="0" smtClean="0"/>
              <a:t>.</a:t>
            </a:r>
            <a:r>
              <a:rPr lang="zh-CN" altLang="en-US" dirty="0" smtClean="0"/>
              <a:t>客</a:t>
            </a:r>
            <a:r>
              <a:rPr lang="zh-CN" altLang="en-US" dirty="0"/>
              <a:t>服邮件模版</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77500" lnSpcReduction="20000"/>
          </a:bodyPr>
          <a:lstStyle/>
          <a:p>
            <a:r>
              <a:rPr lang="en-US" altLang="zh-CN" dirty="0"/>
              <a:t>4</a:t>
            </a:r>
            <a:r>
              <a:rPr lang="en-US" altLang="zh-CN" dirty="0" smtClean="0"/>
              <a:t>-1. feedback</a:t>
            </a:r>
            <a:r>
              <a:rPr lang="zh-CN" altLang="en-US" dirty="0" smtClean="0"/>
              <a:t>处理</a:t>
            </a:r>
            <a:endParaRPr lang="en-US" altLang="zh-CN" dirty="0" smtClean="0"/>
          </a:p>
          <a:p>
            <a:pPr marL="109855" indent="0">
              <a:buNone/>
            </a:pPr>
            <a:r>
              <a:rPr lang="zh-CN" altLang="en-US" dirty="0" smtClean="0"/>
              <a:t>（</a:t>
            </a:r>
            <a:r>
              <a:rPr lang="en-US" altLang="zh-CN" dirty="0"/>
              <a:t>1</a:t>
            </a:r>
            <a:r>
              <a:rPr lang="zh-CN" altLang="en-US" dirty="0"/>
              <a:t>）</a:t>
            </a:r>
            <a:r>
              <a:rPr lang="en-US" altLang="zh-CN" dirty="0"/>
              <a:t>FB</a:t>
            </a:r>
            <a:r>
              <a:rPr lang="zh-CN" altLang="en-US" dirty="0"/>
              <a:t>细则说明</a:t>
            </a:r>
            <a:endParaRPr lang="en-US" altLang="zh-CN" dirty="0"/>
          </a:p>
          <a:p>
            <a:pPr marL="109855" indent="0">
              <a:buNone/>
            </a:pPr>
            <a:r>
              <a:rPr lang="zh-CN" altLang="en-US" dirty="0"/>
              <a:t>（</a:t>
            </a:r>
            <a:r>
              <a:rPr lang="en-US" altLang="zh-CN" dirty="0"/>
              <a:t>2</a:t>
            </a:r>
            <a:r>
              <a:rPr lang="zh-CN" altLang="en-US" dirty="0"/>
              <a:t>）</a:t>
            </a:r>
            <a:r>
              <a:rPr lang="zh-CN" altLang="en-US" dirty="0" smtClean="0"/>
              <a:t>流程图</a:t>
            </a:r>
            <a:endParaRPr lang="en-US" altLang="zh-CN" dirty="0" smtClean="0"/>
          </a:p>
          <a:p>
            <a:r>
              <a:rPr lang="en-US" altLang="zh-CN" dirty="0"/>
              <a:t>4</a:t>
            </a:r>
            <a:r>
              <a:rPr lang="en-US" altLang="zh-CN" dirty="0" smtClean="0"/>
              <a:t>-2. review</a:t>
            </a:r>
            <a:r>
              <a:rPr lang="zh-CN" altLang="en-US" dirty="0" smtClean="0"/>
              <a:t>处理</a:t>
            </a:r>
            <a:endParaRPr lang="en-US" altLang="zh-CN" dirty="0" smtClean="0"/>
          </a:p>
          <a:p>
            <a:pPr marL="109855" indent="0">
              <a:buNone/>
            </a:pPr>
            <a:r>
              <a:rPr lang="zh-CN" altLang="en-US" dirty="0" smtClean="0"/>
              <a:t>（</a:t>
            </a:r>
            <a:r>
              <a:rPr lang="en-US" altLang="zh-CN" dirty="0"/>
              <a:t>1</a:t>
            </a:r>
            <a:r>
              <a:rPr lang="zh-CN" altLang="en-US" dirty="0"/>
              <a:t>）</a:t>
            </a:r>
            <a:r>
              <a:rPr lang="en-US" altLang="zh-CN" dirty="0"/>
              <a:t>review</a:t>
            </a:r>
            <a:r>
              <a:rPr lang="zh-CN" altLang="en-US" dirty="0"/>
              <a:t>的类型</a:t>
            </a:r>
            <a:endParaRPr lang="zh-CN" altLang="en-US" dirty="0"/>
          </a:p>
          <a:p>
            <a:pPr marL="109855" indent="0">
              <a:buNone/>
            </a:pPr>
            <a:r>
              <a:rPr lang="zh-CN" altLang="en-US" dirty="0"/>
              <a:t>（</a:t>
            </a:r>
            <a:r>
              <a:rPr lang="en-US" altLang="zh-CN" dirty="0"/>
              <a:t>2</a:t>
            </a:r>
            <a:r>
              <a:rPr lang="zh-CN" altLang="en-US" dirty="0"/>
              <a:t>）</a:t>
            </a:r>
            <a:r>
              <a:rPr lang="en-US" altLang="zh-CN" dirty="0"/>
              <a:t>review</a:t>
            </a:r>
            <a:r>
              <a:rPr lang="zh-CN" altLang="en-US" dirty="0"/>
              <a:t>的</a:t>
            </a:r>
            <a:r>
              <a:rPr lang="zh-CN" altLang="en-US" dirty="0" smtClean="0"/>
              <a:t>处理流程</a:t>
            </a:r>
            <a:endParaRPr lang="en-US" altLang="zh-CN" dirty="0" smtClean="0"/>
          </a:p>
          <a:p>
            <a:pPr marL="109855" indent="0">
              <a:buNone/>
            </a:pPr>
            <a:r>
              <a:rPr lang="zh-CN" altLang="en-US" dirty="0" smtClean="0"/>
              <a:t>（</a:t>
            </a:r>
            <a:r>
              <a:rPr lang="en-US" altLang="zh-CN" dirty="0"/>
              <a:t>3</a:t>
            </a:r>
            <a:r>
              <a:rPr lang="zh-CN" altLang="en-US" dirty="0"/>
              <a:t>）</a:t>
            </a:r>
            <a:r>
              <a:rPr lang="en-US" altLang="zh-CN" dirty="0"/>
              <a:t>review</a:t>
            </a:r>
            <a:r>
              <a:rPr lang="zh-CN" altLang="en-US" dirty="0"/>
              <a:t>联系模版</a:t>
            </a:r>
            <a:endParaRPr lang="zh-CN" altLang="en-US" dirty="0"/>
          </a:p>
          <a:p>
            <a:pPr marL="109855" indent="0">
              <a:buNone/>
            </a:pPr>
            <a:r>
              <a:rPr lang="zh-CN" altLang="en-US" dirty="0"/>
              <a:t>（</a:t>
            </a:r>
            <a:r>
              <a:rPr lang="en-US" altLang="zh-CN" dirty="0"/>
              <a:t>4</a:t>
            </a:r>
            <a:r>
              <a:rPr lang="zh-CN" altLang="en-US" dirty="0"/>
              <a:t>）处理</a:t>
            </a:r>
            <a:r>
              <a:rPr lang="en-US" altLang="zh-CN" dirty="0"/>
              <a:t>review</a:t>
            </a:r>
            <a:r>
              <a:rPr lang="zh-CN" altLang="en-US" dirty="0"/>
              <a:t>小</a:t>
            </a:r>
            <a:r>
              <a:rPr lang="zh-CN" altLang="en-US" dirty="0" smtClean="0"/>
              <a:t>技巧</a:t>
            </a:r>
            <a:endParaRPr lang="en-US" altLang="zh-CN" dirty="0" smtClean="0"/>
          </a:p>
          <a:p>
            <a:r>
              <a:rPr lang="en-US" altLang="zh-CN" dirty="0"/>
              <a:t>4-3. </a:t>
            </a:r>
            <a:r>
              <a:rPr lang="en-US" altLang="zh-CN" dirty="0" smtClean="0"/>
              <a:t>A-Z</a:t>
            </a:r>
            <a:r>
              <a:rPr lang="en-US" altLang="zh-CN" dirty="0"/>
              <a:t> claim</a:t>
            </a:r>
            <a:endParaRPr lang="en-US" altLang="zh-CN" dirty="0" smtClean="0"/>
          </a:p>
          <a:p>
            <a:pPr marL="109855" indent="0">
              <a:buNone/>
            </a:pPr>
            <a:r>
              <a:rPr lang="zh-CN" altLang="en-US" dirty="0" smtClean="0"/>
              <a:t>（</a:t>
            </a:r>
            <a:r>
              <a:rPr lang="en-US" altLang="zh-CN" dirty="0" smtClean="0"/>
              <a:t>1</a:t>
            </a:r>
            <a:r>
              <a:rPr lang="zh-CN" altLang="en-US" dirty="0" smtClean="0"/>
              <a:t>）</a:t>
            </a:r>
            <a:r>
              <a:rPr lang="en-US" altLang="zh-CN" dirty="0" smtClean="0"/>
              <a:t>A-Z </a:t>
            </a:r>
            <a:r>
              <a:rPr lang="zh-CN" altLang="en-US" dirty="0" smtClean="0"/>
              <a:t>细则</a:t>
            </a:r>
            <a:r>
              <a:rPr lang="zh-CN" altLang="en-US" dirty="0"/>
              <a:t>说明</a:t>
            </a:r>
            <a:endParaRPr lang="en-US" altLang="zh-CN" dirty="0"/>
          </a:p>
          <a:p>
            <a:pPr marL="109855" indent="0">
              <a:buNone/>
            </a:pPr>
            <a:r>
              <a:rPr lang="zh-CN" altLang="en-US" dirty="0" smtClean="0"/>
              <a:t>（</a:t>
            </a:r>
            <a:r>
              <a:rPr lang="en-US" altLang="zh-CN" dirty="0" smtClean="0"/>
              <a:t>2</a:t>
            </a:r>
            <a:r>
              <a:rPr lang="zh-CN" altLang="en-US" dirty="0" smtClean="0"/>
              <a:t>）</a:t>
            </a:r>
            <a:r>
              <a:rPr lang="en-US" altLang="zh-CN" dirty="0"/>
              <a:t>A-Z </a:t>
            </a:r>
            <a:r>
              <a:rPr lang="zh-CN" altLang="en-US" dirty="0"/>
              <a:t>处理流程</a:t>
            </a:r>
            <a:endParaRPr lang="en-US" altLang="zh-CN" dirty="0"/>
          </a:p>
          <a:p>
            <a:r>
              <a:rPr lang="en-US" altLang="zh-CN" dirty="0" smtClean="0"/>
              <a:t>4-4. Chargeback</a:t>
            </a:r>
            <a:endParaRPr lang="en-US" altLang="zh-CN" dirty="0" smtClean="0"/>
          </a:p>
          <a:p>
            <a:pPr marL="109855" indent="0">
              <a:buNone/>
            </a:pPr>
            <a:r>
              <a:rPr lang="zh-CN" altLang="en-US" dirty="0" smtClean="0"/>
              <a:t>（</a:t>
            </a:r>
            <a:r>
              <a:rPr lang="en-US" altLang="zh-CN" dirty="0" smtClean="0"/>
              <a:t>1</a:t>
            </a:r>
            <a:r>
              <a:rPr lang="zh-CN" altLang="en-US" dirty="0" smtClean="0"/>
              <a:t>）</a:t>
            </a:r>
            <a:r>
              <a:rPr lang="en-US" altLang="zh-CN" dirty="0" smtClean="0"/>
              <a:t>Chargeback</a:t>
            </a:r>
            <a:r>
              <a:rPr lang="zh-CN" altLang="en-US" dirty="0" smtClean="0"/>
              <a:t>细则</a:t>
            </a:r>
            <a:r>
              <a:rPr lang="zh-CN" altLang="en-US" dirty="0"/>
              <a:t>说明</a:t>
            </a:r>
            <a:endParaRPr lang="zh-CN" altLang="en-US" dirty="0"/>
          </a:p>
          <a:p>
            <a:pPr marL="109855" indent="0">
              <a:buNone/>
            </a:pPr>
            <a:r>
              <a:rPr lang="zh-CN" altLang="en-US" dirty="0" smtClean="0"/>
              <a:t>（</a:t>
            </a:r>
            <a:r>
              <a:rPr lang="en-US" altLang="zh-CN" dirty="0"/>
              <a:t>2</a:t>
            </a:r>
            <a:r>
              <a:rPr lang="zh-CN" altLang="en-US" dirty="0" smtClean="0"/>
              <a:t>）</a:t>
            </a:r>
            <a:r>
              <a:rPr lang="en-US" altLang="zh-CN" dirty="0"/>
              <a:t> Chargeback</a:t>
            </a:r>
            <a:r>
              <a:rPr lang="zh-CN" altLang="en-US" dirty="0" smtClean="0"/>
              <a:t>处理</a:t>
            </a:r>
            <a:r>
              <a:rPr lang="zh-CN" altLang="en-US" dirty="0"/>
              <a:t>流程</a:t>
            </a:r>
            <a:endParaRPr lang="en-US" altLang="zh-CN" dirty="0"/>
          </a:p>
          <a:p>
            <a:pPr marL="109855" indent="0">
              <a:buNone/>
            </a:pPr>
            <a:endParaRPr lang="en-US" altLang="zh-CN" dirty="0" smtClean="0"/>
          </a:p>
        </p:txBody>
      </p:sp>
      <p:sp>
        <p:nvSpPr>
          <p:cNvPr id="2" name="标题 1"/>
          <p:cNvSpPr>
            <a:spLocks noGrp="1"/>
          </p:cNvSpPr>
          <p:nvPr>
            <p:ph type="title"/>
          </p:nvPr>
        </p:nvSpPr>
        <p:spPr/>
        <p:txBody>
          <a:bodyPr>
            <a:normAutofit/>
          </a:bodyPr>
          <a:lstStyle/>
          <a:p>
            <a:r>
              <a:rPr lang="en-US" altLang="zh-CN" dirty="0"/>
              <a:t>4</a:t>
            </a:r>
            <a:r>
              <a:rPr lang="en-US" altLang="zh-CN" dirty="0" smtClean="0"/>
              <a:t>. </a:t>
            </a:r>
            <a:r>
              <a:rPr lang="zh-CN" altLang="en-US" dirty="0" smtClean="0"/>
              <a:t>差评处理</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1000"/>
                                        <p:tgtEl>
                                          <p:spTgt spid="3">
                                            <p:txEl>
                                              <p:pRg st="2" end="2"/>
                                            </p:txEl>
                                          </p:spTgt>
                                        </p:tgtEl>
                                      </p:cBhvr>
                                    </p:animEffect>
                                    <p:anim calcmode="lin" valueType="num">
                                      <p:cBhvr>
                                        <p:cTn id="2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fade">
                                      <p:cBhvr>
                                        <p:cTn id="58" dur="1000"/>
                                        <p:tgtEl>
                                          <p:spTgt spid="3">
                                            <p:txEl>
                                              <p:pRg st="9" end="9"/>
                                            </p:txEl>
                                          </p:spTgt>
                                        </p:tgtEl>
                                      </p:cBhvr>
                                    </p:animEffect>
                                    <p:anim calcmode="lin" valueType="num">
                                      <p:cBhvr>
                                        <p:cTn id="5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fade">
                                      <p:cBhvr>
                                        <p:cTn id="63" dur="1000"/>
                                        <p:tgtEl>
                                          <p:spTgt spid="3">
                                            <p:txEl>
                                              <p:pRg st="10" end="10"/>
                                            </p:txEl>
                                          </p:spTgt>
                                        </p:tgtEl>
                                      </p:cBhvr>
                                    </p:animEffect>
                                    <p:anim calcmode="lin" valueType="num">
                                      <p:cBhvr>
                                        <p:cTn id="6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
                                            <p:txEl>
                                              <p:pRg st="11" end="11"/>
                                            </p:txEl>
                                          </p:spTgt>
                                        </p:tgtEl>
                                        <p:attrNameLst>
                                          <p:attrName>style.visibility</p:attrName>
                                        </p:attrNameLst>
                                      </p:cBhvr>
                                      <p:to>
                                        <p:strVal val="visible"/>
                                      </p:to>
                                    </p:set>
                                    <p:animEffect transition="in" filter="fade">
                                      <p:cBhvr>
                                        <p:cTn id="68" dur="1000"/>
                                        <p:tgtEl>
                                          <p:spTgt spid="3">
                                            <p:txEl>
                                              <p:pRg st="11" end="11"/>
                                            </p:txEl>
                                          </p:spTgt>
                                        </p:tgtEl>
                                      </p:cBhvr>
                                    </p:animEffect>
                                    <p:anim calcmode="lin" valueType="num">
                                      <p:cBhvr>
                                        <p:cTn id="69"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Effect transition="in" filter="fade">
                                      <p:cBhvr>
                                        <p:cTn id="73" dur="1000"/>
                                        <p:tgtEl>
                                          <p:spTgt spid="3">
                                            <p:txEl>
                                              <p:pRg st="12" end="12"/>
                                            </p:txEl>
                                          </p:spTgt>
                                        </p:tgtEl>
                                      </p:cBhvr>
                                    </p:animEffect>
                                    <p:anim calcmode="lin" valueType="num">
                                      <p:cBhvr>
                                        <p:cTn id="74"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3">
                                            <p:txEl>
                                              <p:pRg st="13" end="13"/>
                                            </p:txEl>
                                          </p:spTgt>
                                        </p:tgtEl>
                                        <p:attrNameLst>
                                          <p:attrName>style.visibility</p:attrName>
                                        </p:attrNameLst>
                                      </p:cBhvr>
                                      <p:to>
                                        <p:strVal val="visible"/>
                                      </p:to>
                                    </p:set>
                                    <p:animEffect transition="in" filter="fade">
                                      <p:cBhvr>
                                        <p:cTn id="78" dur="1000"/>
                                        <p:tgtEl>
                                          <p:spTgt spid="3">
                                            <p:txEl>
                                              <p:pRg st="13" end="13"/>
                                            </p:txEl>
                                          </p:spTgt>
                                        </p:tgtEl>
                                      </p:cBhvr>
                                    </p:animEffect>
                                    <p:anim calcmode="lin" valueType="num">
                                      <p:cBhvr>
                                        <p:cTn id="7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052736"/>
            <a:ext cx="8301608" cy="4741987"/>
          </a:xfrm>
        </p:spPr>
        <p:txBody>
          <a:bodyPr>
            <a:normAutofit fontScale="70000" lnSpcReduction="20000"/>
          </a:bodyPr>
          <a:lstStyle/>
          <a:p>
            <a:r>
              <a:rPr lang="en-US" altLang="zh-CN" sz="3300" dirty="0"/>
              <a:t>FB</a:t>
            </a:r>
            <a:r>
              <a:rPr lang="zh-CN" altLang="en-US" sz="3300" dirty="0"/>
              <a:t>细则说明</a:t>
            </a:r>
            <a:r>
              <a:rPr lang="zh-CN" altLang="en-US" sz="3300" dirty="0" smtClean="0"/>
              <a:t>：</a:t>
            </a:r>
            <a:endParaRPr lang="en-US" altLang="zh-CN" sz="3300" dirty="0" smtClean="0"/>
          </a:p>
          <a:p>
            <a:pPr marL="109855" indent="0">
              <a:buNone/>
            </a:pPr>
            <a:endParaRPr lang="en-US" altLang="zh-CN" b="1" dirty="0" smtClean="0"/>
          </a:p>
          <a:p>
            <a:pPr marL="109855" indent="0">
              <a:buNone/>
            </a:pPr>
            <a:r>
              <a:rPr lang="en-US" altLang="zh-CN" sz="2900" b="1" dirty="0" smtClean="0">
                <a:solidFill>
                  <a:srgbClr val="0070C0"/>
                </a:solidFill>
              </a:rPr>
              <a:t>(1)</a:t>
            </a:r>
            <a:r>
              <a:rPr lang="zh-CN" altLang="en-US" sz="2900" b="1" dirty="0" smtClean="0">
                <a:solidFill>
                  <a:srgbClr val="0070C0"/>
                </a:solidFill>
              </a:rPr>
              <a:t>关于</a:t>
            </a:r>
            <a:r>
              <a:rPr lang="zh-CN" altLang="en-US" sz="2900" b="1" dirty="0">
                <a:solidFill>
                  <a:srgbClr val="0070C0"/>
                </a:solidFill>
              </a:rPr>
              <a:t>信用评价：</a:t>
            </a:r>
            <a:endParaRPr lang="zh-CN" altLang="en-US" sz="2900" dirty="0">
              <a:solidFill>
                <a:srgbClr val="0070C0"/>
              </a:solidFill>
            </a:endParaRPr>
          </a:p>
          <a:p>
            <a:pPr marL="109855" indent="0">
              <a:buNone/>
            </a:pPr>
            <a:r>
              <a:rPr lang="zh-CN" altLang="en-US" dirty="0"/>
              <a:t>信用评价是用户在交易过后作出的评级和评语，反应了对交易的体验。每笔交易的买卖双方都可以为对方留下信用评价，信用评价包括评级（好评、中评和差评）和简短的评语，信用评价衡量了用户在</a:t>
            </a:r>
            <a:r>
              <a:rPr lang="en-US" altLang="zh-CN" dirty="0"/>
              <a:t>Amazon</a:t>
            </a:r>
            <a:r>
              <a:rPr lang="zh-CN" altLang="en-US" dirty="0"/>
              <a:t>交易的情形，并能为其他用户提供参考。卖家评级体系为</a:t>
            </a:r>
            <a:r>
              <a:rPr lang="en-US" altLang="zh-CN" dirty="0"/>
              <a:t>1-5</a:t>
            </a:r>
            <a:r>
              <a:rPr lang="zh-CN" altLang="en-US" dirty="0"/>
              <a:t>星，</a:t>
            </a:r>
            <a:r>
              <a:rPr lang="en-US" altLang="zh-CN" dirty="0"/>
              <a:t>5</a:t>
            </a:r>
            <a:r>
              <a:rPr lang="zh-CN" altLang="en-US" dirty="0"/>
              <a:t>星为</a:t>
            </a:r>
            <a:r>
              <a:rPr lang="zh-CN" altLang="en-US" dirty="0" smtClean="0"/>
              <a:t>最好。</a:t>
            </a:r>
            <a:endParaRPr lang="zh-CN" altLang="en-US" dirty="0"/>
          </a:p>
          <a:p>
            <a:pPr>
              <a:buFont typeface="Wingdings" panose="05000000000000000000" pitchFamily="2" charset="2"/>
              <a:buChar char="Ø"/>
            </a:pPr>
            <a:r>
              <a:rPr lang="zh-CN" altLang="en-US" dirty="0">
                <a:solidFill>
                  <a:srgbClr val="00B050"/>
                </a:solidFill>
              </a:rPr>
              <a:t>好评</a:t>
            </a:r>
            <a:r>
              <a:rPr lang="zh-CN" altLang="en-US" dirty="0"/>
              <a:t>：</a:t>
            </a:r>
            <a:r>
              <a:rPr lang="en-US" altLang="zh-CN" dirty="0"/>
              <a:t>5</a:t>
            </a:r>
            <a:r>
              <a:rPr lang="zh-CN" altLang="en-US" dirty="0"/>
              <a:t>或</a:t>
            </a:r>
            <a:r>
              <a:rPr lang="en-US" altLang="zh-CN" dirty="0"/>
              <a:t>4</a:t>
            </a:r>
            <a:r>
              <a:rPr lang="zh-CN" altLang="en-US" dirty="0"/>
              <a:t>星 </a:t>
            </a:r>
            <a:r>
              <a:rPr lang="en-US" altLang="zh-CN" dirty="0" smtClean="0"/>
              <a:t>(Positive </a:t>
            </a:r>
            <a:r>
              <a:rPr lang="en-US" altLang="zh-CN" dirty="0"/>
              <a:t>feedback: 5 or 4 </a:t>
            </a:r>
            <a:r>
              <a:rPr lang="en-US" altLang="zh-CN" dirty="0" smtClean="0"/>
              <a:t>stars)</a:t>
            </a:r>
            <a:endParaRPr lang="zh-CN" altLang="en-US" dirty="0"/>
          </a:p>
          <a:p>
            <a:pPr>
              <a:buFont typeface="Wingdings" panose="05000000000000000000" pitchFamily="2" charset="2"/>
              <a:buChar char="Ø"/>
            </a:pPr>
            <a:r>
              <a:rPr lang="zh-CN" altLang="en-US" dirty="0">
                <a:solidFill>
                  <a:schemeClr val="accent6">
                    <a:lumMod val="60000"/>
                    <a:lumOff val="40000"/>
                  </a:schemeClr>
                </a:solidFill>
              </a:rPr>
              <a:t>中评</a:t>
            </a:r>
            <a:r>
              <a:rPr lang="zh-CN" altLang="en-US" dirty="0"/>
              <a:t>：</a:t>
            </a:r>
            <a:r>
              <a:rPr lang="en-US" altLang="zh-CN" dirty="0"/>
              <a:t>3</a:t>
            </a:r>
            <a:r>
              <a:rPr lang="zh-CN" altLang="en-US" dirty="0" smtClean="0"/>
              <a:t>星  </a:t>
            </a:r>
            <a:r>
              <a:rPr lang="en-US" altLang="zh-CN" dirty="0" smtClean="0"/>
              <a:t>(Neutral </a:t>
            </a:r>
            <a:r>
              <a:rPr lang="en-US" altLang="zh-CN" dirty="0"/>
              <a:t>feedback: 3 </a:t>
            </a:r>
            <a:r>
              <a:rPr lang="en-US" altLang="zh-CN" dirty="0" smtClean="0"/>
              <a:t>stars)</a:t>
            </a:r>
            <a:endParaRPr lang="zh-CN" altLang="en-US" dirty="0"/>
          </a:p>
          <a:p>
            <a:pPr>
              <a:buFont typeface="Wingdings" panose="05000000000000000000" pitchFamily="2" charset="2"/>
              <a:buChar char="Ø"/>
            </a:pPr>
            <a:r>
              <a:rPr lang="zh-CN" altLang="en-US" dirty="0">
                <a:solidFill>
                  <a:srgbClr val="FF0000"/>
                </a:solidFill>
              </a:rPr>
              <a:t>差评</a:t>
            </a:r>
            <a:r>
              <a:rPr lang="zh-CN" altLang="en-US" dirty="0"/>
              <a:t>：</a:t>
            </a:r>
            <a:r>
              <a:rPr lang="en-US" altLang="zh-CN" dirty="0"/>
              <a:t>2</a:t>
            </a:r>
            <a:r>
              <a:rPr lang="zh-CN" altLang="en-US" dirty="0"/>
              <a:t>或</a:t>
            </a:r>
            <a:r>
              <a:rPr lang="en-US" altLang="zh-CN" dirty="0"/>
              <a:t>1</a:t>
            </a:r>
            <a:r>
              <a:rPr lang="zh-CN" altLang="en-US" dirty="0"/>
              <a:t>星</a:t>
            </a:r>
            <a:endParaRPr lang="zh-CN" altLang="en-US" dirty="0"/>
          </a:p>
          <a:p>
            <a:pPr marL="109855" indent="0">
              <a:buNone/>
            </a:pPr>
            <a:r>
              <a:rPr lang="zh-CN" altLang="en-US" dirty="0"/>
              <a:t>在亚马逊上面可以看到过去</a:t>
            </a:r>
            <a:r>
              <a:rPr lang="en-US" altLang="zh-CN" dirty="0" smtClean="0"/>
              <a:t>30/90/365</a:t>
            </a:r>
            <a:r>
              <a:rPr lang="zh-CN" altLang="en-US" dirty="0" smtClean="0"/>
              <a:t>天以及</a:t>
            </a:r>
            <a:r>
              <a:rPr lang="zh-CN" altLang="en-US" dirty="0"/>
              <a:t>终身好评率的</a:t>
            </a:r>
            <a:r>
              <a:rPr lang="zh-CN" altLang="en-US" dirty="0" smtClean="0"/>
              <a:t>情况。</a:t>
            </a:r>
            <a:r>
              <a:rPr lang="zh-CN" altLang="en-US" dirty="0"/>
              <a:t> </a:t>
            </a:r>
            <a:endParaRPr lang="en-US" altLang="zh-CN" dirty="0" smtClean="0"/>
          </a:p>
          <a:p>
            <a:pPr marL="109855" indent="0">
              <a:buNone/>
            </a:pPr>
            <a:r>
              <a:rPr lang="en-US" altLang="zh-CN" dirty="0" smtClean="0"/>
              <a:t>PS:</a:t>
            </a:r>
            <a:r>
              <a:rPr lang="zh-CN" altLang="en-US" dirty="0" smtClean="0"/>
              <a:t>好评</a:t>
            </a:r>
            <a:r>
              <a:rPr lang="zh-CN" altLang="en-US" dirty="0"/>
              <a:t>率＝好评订单数量</a:t>
            </a:r>
            <a:r>
              <a:rPr lang="en-US" altLang="zh-CN" dirty="0"/>
              <a:t>/</a:t>
            </a:r>
            <a:r>
              <a:rPr lang="zh-CN" altLang="en-US" dirty="0"/>
              <a:t>订单总和</a:t>
            </a:r>
            <a:r>
              <a:rPr lang="zh-CN" altLang="en-US" dirty="0" smtClean="0"/>
              <a:t>；</a:t>
            </a:r>
            <a:endParaRPr lang="en-US" altLang="zh-CN" dirty="0" smtClean="0"/>
          </a:p>
          <a:p>
            <a:pPr marL="109855" indent="0">
              <a:buNone/>
            </a:pPr>
            <a:endParaRPr lang="zh-CN" altLang="en-US" dirty="0"/>
          </a:p>
          <a:p>
            <a:pPr marL="109855" indent="0">
              <a:buNone/>
            </a:pPr>
            <a:r>
              <a:rPr lang="en-US" altLang="zh-CN" sz="2900" b="1" dirty="0" smtClean="0">
                <a:solidFill>
                  <a:srgbClr val="0070C0"/>
                </a:solidFill>
              </a:rPr>
              <a:t>(2)</a:t>
            </a:r>
            <a:r>
              <a:rPr lang="zh-CN" altLang="en-US" sz="2900" b="1" dirty="0" smtClean="0">
                <a:solidFill>
                  <a:srgbClr val="0070C0"/>
                </a:solidFill>
              </a:rPr>
              <a:t>时间</a:t>
            </a:r>
            <a:r>
              <a:rPr lang="zh-CN" altLang="en-US" sz="2900" b="1" dirty="0">
                <a:solidFill>
                  <a:srgbClr val="0070C0"/>
                </a:solidFill>
              </a:rPr>
              <a:t>限制</a:t>
            </a:r>
            <a:r>
              <a:rPr lang="zh-CN" altLang="en-US" sz="2900" b="1" dirty="0" smtClean="0">
                <a:solidFill>
                  <a:srgbClr val="0070C0"/>
                </a:solidFill>
              </a:rPr>
              <a:t>：</a:t>
            </a:r>
            <a:endParaRPr lang="en-US" altLang="zh-CN" sz="2900" b="1" dirty="0" smtClean="0">
              <a:solidFill>
                <a:srgbClr val="0070C0"/>
              </a:solidFill>
            </a:endParaRPr>
          </a:p>
          <a:p>
            <a:pPr marL="109855" indent="0">
              <a:buNone/>
            </a:pPr>
            <a:r>
              <a:rPr lang="zh-CN" altLang="en-US" dirty="0" smtClean="0"/>
              <a:t>买家</a:t>
            </a:r>
            <a:r>
              <a:rPr lang="zh-CN" altLang="en-US" dirty="0"/>
              <a:t>可以在</a:t>
            </a:r>
            <a:r>
              <a:rPr lang="en-US" altLang="zh-CN" dirty="0"/>
              <a:t>90</a:t>
            </a:r>
            <a:r>
              <a:rPr lang="zh-CN" altLang="en-US" dirty="0"/>
              <a:t>天内留评价和</a:t>
            </a:r>
            <a:r>
              <a:rPr lang="en-US" altLang="zh-CN" dirty="0"/>
              <a:t>60</a:t>
            </a:r>
            <a:r>
              <a:rPr lang="zh-CN" altLang="en-US" dirty="0"/>
              <a:t>天内将其移除（包括已经退款的</a:t>
            </a:r>
            <a:r>
              <a:rPr lang="zh-CN" altLang="en-US" dirty="0" smtClean="0"/>
              <a:t>订单）。</a:t>
            </a:r>
            <a:endParaRPr lang="zh-CN" altLang="en-US" dirty="0"/>
          </a:p>
          <a:p>
            <a:endParaRPr lang="zh-CN" altLang="en-US" dirty="0"/>
          </a:p>
        </p:txBody>
      </p:sp>
      <p:sp>
        <p:nvSpPr>
          <p:cNvPr id="2" name="标题 1"/>
          <p:cNvSpPr>
            <a:spLocks noGrp="1"/>
          </p:cNvSpPr>
          <p:nvPr>
            <p:ph type="title"/>
          </p:nvPr>
        </p:nvSpPr>
        <p:spPr>
          <a:xfrm>
            <a:off x="457200" y="274638"/>
            <a:ext cx="6491064" cy="634082"/>
          </a:xfrm>
        </p:spPr>
        <p:txBody>
          <a:bodyPr>
            <a:normAutofit fontScale="90000"/>
          </a:bodyPr>
          <a:lstStyle/>
          <a:p>
            <a:r>
              <a:rPr lang="en-US" altLang="zh-CN" dirty="0"/>
              <a:t>4</a:t>
            </a:r>
            <a:r>
              <a:rPr lang="en-US" altLang="zh-CN" dirty="0" smtClean="0"/>
              <a:t>-1</a:t>
            </a:r>
            <a:r>
              <a:rPr lang="en-US" altLang="zh-CN" dirty="0"/>
              <a:t>. feedback</a:t>
            </a:r>
            <a:r>
              <a:rPr lang="zh-CN" altLang="en-US" dirty="0" smtClean="0"/>
              <a:t>处理</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tgtEl>
                                          <p:spTgt spid="3">
                                            <p:txEl>
                                              <p:pRg st="3" end="3"/>
                                            </p:txEl>
                                          </p:spTgt>
                                        </p:tgtEl>
                                      </p:cBhvr>
                                    </p:animEffect>
                                    <p:anim calcmode="lin" valueType="num">
                                      <p:cBhvr>
                                        <p:cTn id="2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1000"/>
                                        <p:tgtEl>
                                          <p:spTgt spid="3">
                                            <p:txEl>
                                              <p:pRg st="8" end="8"/>
                                            </p:txEl>
                                          </p:spTgt>
                                        </p:tgtEl>
                                      </p:cBhvr>
                                    </p:animEffect>
                                    <p:anim calcmode="lin" valueType="num">
                                      <p:cBhvr>
                                        <p:cTn id="4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fade">
                                      <p:cBhvr>
                                        <p:cTn id="53" dur="1000"/>
                                        <p:tgtEl>
                                          <p:spTgt spid="3">
                                            <p:txEl>
                                              <p:pRg st="10" end="10"/>
                                            </p:txEl>
                                          </p:spTgt>
                                        </p:tgtEl>
                                      </p:cBhvr>
                                    </p:animEffect>
                                    <p:anim calcmode="lin" valueType="num">
                                      <p:cBhvr>
                                        <p:cTn id="5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1000"/>
                                        <p:tgtEl>
                                          <p:spTgt spid="3">
                                            <p:txEl>
                                              <p:pRg st="11" end="11"/>
                                            </p:txEl>
                                          </p:spTgt>
                                        </p:tgtEl>
                                      </p:cBhvr>
                                    </p:animEffect>
                                    <p:anim calcmode="lin" valueType="num">
                                      <p:cBhvr>
                                        <p:cTn id="59"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19256" cy="5026563"/>
          </a:xfrm>
        </p:spPr>
        <p:txBody>
          <a:bodyPr>
            <a:normAutofit/>
          </a:bodyPr>
          <a:lstStyle/>
          <a:p>
            <a:r>
              <a:rPr lang="en-US" altLang="zh-CN" sz="2400" dirty="0"/>
              <a:t>FB</a:t>
            </a:r>
            <a:r>
              <a:rPr lang="zh-CN" altLang="en-US" sz="2400" dirty="0"/>
              <a:t>细则说明</a:t>
            </a:r>
            <a:r>
              <a:rPr lang="zh-CN" altLang="en-US" sz="2400" dirty="0" smtClean="0"/>
              <a:t>：</a:t>
            </a:r>
            <a:endParaRPr lang="zh-CN" altLang="en-US" sz="2400" dirty="0"/>
          </a:p>
          <a:p>
            <a:pPr marL="109855" indent="0">
              <a:buNone/>
            </a:pPr>
            <a:r>
              <a:rPr lang="en-US" altLang="zh-CN" sz="2000" dirty="0" smtClean="0">
                <a:solidFill>
                  <a:srgbClr val="0070C0"/>
                </a:solidFill>
              </a:rPr>
              <a:t>(3)</a:t>
            </a:r>
            <a:r>
              <a:rPr lang="zh-CN" altLang="en-US" sz="2000" dirty="0" smtClean="0">
                <a:solidFill>
                  <a:srgbClr val="0070C0"/>
                </a:solidFill>
              </a:rPr>
              <a:t>登</a:t>
            </a:r>
            <a:r>
              <a:rPr lang="zh-CN" altLang="en-US" sz="2000" dirty="0">
                <a:solidFill>
                  <a:srgbClr val="0070C0"/>
                </a:solidFill>
              </a:rPr>
              <a:t>入亚马逊账号</a:t>
            </a:r>
            <a:r>
              <a:rPr lang="en-US" altLang="zh-CN" sz="2000" dirty="0">
                <a:solidFill>
                  <a:srgbClr val="0070C0"/>
                </a:solidFill>
              </a:rPr>
              <a:t>PERFORMANCE</a:t>
            </a:r>
            <a:r>
              <a:rPr lang="zh-CN" altLang="en-US" sz="2000" dirty="0">
                <a:solidFill>
                  <a:srgbClr val="0070C0"/>
                </a:solidFill>
              </a:rPr>
              <a:t>下拉菜单</a:t>
            </a:r>
            <a:r>
              <a:rPr lang="en-US" altLang="zh-CN" sz="2000" dirty="0">
                <a:solidFill>
                  <a:srgbClr val="0070C0"/>
                </a:solidFill>
              </a:rPr>
              <a:t>Feedback</a:t>
            </a:r>
            <a:r>
              <a:rPr lang="zh-CN" altLang="en-US" sz="2000" dirty="0">
                <a:solidFill>
                  <a:srgbClr val="0070C0"/>
                </a:solidFill>
              </a:rPr>
              <a:t>可以查看新增评价情况，单击</a:t>
            </a:r>
            <a:r>
              <a:rPr lang="en-US" altLang="zh-CN" sz="2000" dirty="0">
                <a:solidFill>
                  <a:srgbClr val="0070C0"/>
                </a:solidFill>
              </a:rPr>
              <a:t>View all your feedback</a:t>
            </a:r>
            <a:r>
              <a:rPr lang="zh-CN" altLang="en-US" sz="2000" dirty="0">
                <a:solidFill>
                  <a:srgbClr val="0070C0"/>
                </a:solidFill>
              </a:rPr>
              <a:t>可以查看所有评价情况并可回复新增中差评。</a:t>
            </a:r>
            <a:endParaRPr lang="zh-CN" altLang="en-US" sz="2000" dirty="0">
              <a:solidFill>
                <a:srgbClr val="0070C0"/>
              </a:solidFill>
            </a:endParaRPr>
          </a:p>
          <a:p>
            <a:endParaRPr lang="zh-CN" altLang="en-US" dirty="0"/>
          </a:p>
        </p:txBody>
      </p:sp>
      <p:sp>
        <p:nvSpPr>
          <p:cNvPr id="2" name="标题 1"/>
          <p:cNvSpPr>
            <a:spLocks noGrp="1"/>
          </p:cNvSpPr>
          <p:nvPr>
            <p:ph type="title"/>
          </p:nvPr>
        </p:nvSpPr>
        <p:spPr>
          <a:xfrm>
            <a:off x="457200" y="274638"/>
            <a:ext cx="6923112" cy="562074"/>
          </a:xfrm>
        </p:spPr>
        <p:txBody>
          <a:bodyPr>
            <a:normAutofit fontScale="90000"/>
          </a:bodyPr>
          <a:lstStyle/>
          <a:p>
            <a:r>
              <a:rPr lang="en-US" altLang="zh-CN" dirty="0"/>
              <a:t>4</a:t>
            </a:r>
            <a:r>
              <a:rPr lang="en-US" altLang="zh-CN" dirty="0" smtClean="0"/>
              <a:t>-1</a:t>
            </a:r>
            <a:r>
              <a:rPr lang="en-US" altLang="zh-CN" dirty="0"/>
              <a:t>. feedback</a:t>
            </a:r>
            <a:r>
              <a:rPr lang="zh-CN" altLang="en-US" dirty="0" smtClean="0"/>
              <a:t>处理</a:t>
            </a:r>
            <a:endParaRPr lang="en-US" altLang="zh-C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50" y="2780928"/>
            <a:ext cx="9125820" cy="3024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 calcmode="lin" valueType="num">
                                      <p:cBhvr additive="base">
                                        <p:cTn id="25" dur="500" fill="hold"/>
                                        <p:tgtEl>
                                          <p:spTgt spid="2050"/>
                                        </p:tgtEl>
                                        <p:attrNameLst>
                                          <p:attrName>ppt_x</p:attrName>
                                        </p:attrNameLst>
                                      </p:cBhvr>
                                      <p:tavLst>
                                        <p:tav tm="0">
                                          <p:val>
                                            <p:strVal val="#ppt_x"/>
                                          </p:val>
                                        </p:tav>
                                        <p:tav tm="100000">
                                          <p:val>
                                            <p:strVal val="#ppt_x"/>
                                          </p:val>
                                        </p:tav>
                                      </p:tavLst>
                                    </p:anim>
                                    <p:anim calcmode="lin" valueType="num">
                                      <p:cBhvr additive="base">
                                        <p:cTn id="26"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411760" y="24904"/>
            <a:ext cx="6625801" cy="6741368"/>
          </a:xfrm>
        </p:spPr>
      </p:pic>
      <p:sp>
        <p:nvSpPr>
          <p:cNvPr id="3" name="TextBox 2"/>
          <p:cNvSpPr txBox="1"/>
          <p:nvPr/>
        </p:nvSpPr>
        <p:spPr>
          <a:xfrm>
            <a:off x="179512" y="716608"/>
            <a:ext cx="2222511" cy="1200329"/>
          </a:xfrm>
          <a:prstGeom prst="rect">
            <a:avLst/>
          </a:prstGeom>
          <a:noFill/>
        </p:spPr>
        <p:txBody>
          <a:bodyPr wrap="square" rtlCol="0">
            <a:spAutoFit/>
          </a:bodyPr>
          <a:lstStyle/>
          <a:p>
            <a:r>
              <a:rPr lang="en-US" altLang="zh-CN" sz="2400" dirty="0"/>
              <a:t>4</a:t>
            </a:r>
            <a:r>
              <a:rPr lang="en-US" altLang="zh-CN" sz="2400" dirty="0" smtClean="0"/>
              <a:t>-1</a:t>
            </a:r>
            <a:r>
              <a:rPr lang="en-US" altLang="zh-CN" sz="2400" dirty="0"/>
              <a:t>. </a:t>
            </a:r>
            <a:r>
              <a:rPr lang="en-US" altLang="zh-CN" sz="2400" dirty="0" smtClean="0"/>
              <a:t>feedback</a:t>
            </a:r>
            <a:endParaRPr lang="en-US" altLang="zh-CN" sz="2400" dirty="0" smtClean="0"/>
          </a:p>
          <a:p>
            <a:r>
              <a:rPr lang="zh-CN" altLang="en-US" sz="2400" dirty="0" smtClean="0"/>
              <a:t>处理</a:t>
            </a:r>
            <a:endParaRPr lang="zh-CN" altLang="en-US" dirty="0"/>
          </a:p>
        </p:txBody>
      </p:sp>
      <p:sp>
        <p:nvSpPr>
          <p:cNvPr id="2" name="右箭头 1"/>
          <p:cNvSpPr/>
          <p:nvPr/>
        </p:nvSpPr>
        <p:spPr>
          <a:xfrm>
            <a:off x="179512" y="2060848"/>
            <a:ext cx="2160240"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323528" y="2236222"/>
            <a:ext cx="1440160" cy="369332"/>
          </a:xfrm>
          <a:prstGeom prst="rect">
            <a:avLst/>
          </a:prstGeom>
          <a:noFill/>
        </p:spPr>
        <p:txBody>
          <a:bodyPr wrap="square" rtlCol="0">
            <a:spAutoFit/>
          </a:bodyPr>
          <a:lstStyle/>
          <a:p>
            <a:r>
              <a:rPr lang="zh-CN" altLang="en-US" dirty="0" smtClean="0"/>
              <a:t>流程图</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352928" cy="5112568"/>
          </a:xfrm>
        </p:spPr>
        <p:txBody>
          <a:bodyPr>
            <a:normAutofit fontScale="92500" lnSpcReduction="10000"/>
          </a:bodyPr>
          <a:lstStyle/>
          <a:p>
            <a:r>
              <a:rPr lang="zh-CN" altLang="en-US" sz="2600" dirty="0">
                <a:solidFill>
                  <a:srgbClr val="0070C0"/>
                </a:solidFill>
              </a:rPr>
              <a:t> </a:t>
            </a:r>
            <a:r>
              <a:rPr lang="en-US" altLang="zh-CN" sz="2600" b="1" dirty="0" smtClean="0">
                <a:solidFill>
                  <a:srgbClr val="0070C0"/>
                </a:solidFill>
              </a:rPr>
              <a:t>FB</a:t>
            </a:r>
            <a:r>
              <a:rPr lang="zh-CN" altLang="en-US" sz="2600" b="1" dirty="0">
                <a:solidFill>
                  <a:srgbClr val="0070C0"/>
                </a:solidFill>
              </a:rPr>
              <a:t>流程图说明：</a:t>
            </a:r>
            <a:endParaRPr lang="zh-CN" altLang="en-US" sz="2600" dirty="0">
              <a:solidFill>
                <a:srgbClr val="0070C0"/>
              </a:solidFill>
            </a:endParaRPr>
          </a:p>
          <a:p>
            <a:pPr marL="109855" indent="0">
              <a:buNone/>
            </a:pPr>
            <a:r>
              <a:rPr lang="zh-CN" altLang="en-US" sz="2200" dirty="0">
                <a:solidFill>
                  <a:schemeClr val="tx2"/>
                </a:solidFill>
              </a:rPr>
              <a:t>在整个中差评的跟进过程中，不能违反亚马逊</a:t>
            </a:r>
            <a:r>
              <a:rPr lang="zh-CN" altLang="en-US" sz="2200" dirty="0" smtClean="0">
                <a:solidFill>
                  <a:schemeClr val="tx2"/>
                </a:solidFill>
              </a:rPr>
              <a:t>相关规则</a:t>
            </a:r>
            <a:r>
              <a:rPr lang="zh-CN" altLang="en-US" sz="2200" dirty="0">
                <a:solidFill>
                  <a:schemeClr val="tx2"/>
                </a:solidFill>
              </a:rPr>
              <a:t>，</a:t>
            </a:r>
            <a:r>
              <a:rPr lang="zh-CN" altLang="en-US" sz="2200" dirty="0" smtClean="0">
                <a:solidFill>
                  <a:schemeClr val="tx2"/>
                </a:solidFill>
              </a:rPr>
              <a:t>先</a:t>
            </a:r>
            <a:r>
              <a:rPr lang="zh-CN" altLang="en-US" sz="2200" dirty="0">
                <a:solidFill>
                  <a:schemeClr val="tx2"/>
                </a:solidFill>
              </a:rPr>
              <a:t>通过</a:t>
            </a:r>
            <a:r>
              <a:rPr lang="zh-CN" altLang="en-US" sz="2200" dirty="0" smtClean="0">
                <a:solidFill>
                  <a:schemeClr val="tx2"/>
                </a:solidFill>
              </a:rPr>
              <a:t>帮客人</a:t>
            </a:r>
            <a:r>
              <a:rPr lang="zh-CN" altLang="en-US" sz="2200" dirty="0">
                <a:solidFill>
                  <a:schemeClr val="tx2"/>
                </a:solidFill>
              </a:rPr>
              <a:t>解决问题令客人满意我们服务进而撤评；</a:t>
            </a:r>
            <a:endParaRPr lang="zh-CN" altLang="en-US" sz="2200" dirty="0">
              <a:solidFill>
                <a:schemeClr val="tx2"/>
              </a:solidFill>
            </a:endParaRPr>
          </a:p>
          <a:p>
            <a:pPr marL="109855" indent="0">
              <a:buNone/>
            </a:pPr>
            <a:r>
              <a:rPr lang="en-US" altLang="zh-CN" sz="2400" dirty="0">
                <a:solidFill>
                  <a:srgbClr val="FF0000"/>
                </a:solidFill>
                <a:ea typeface="黑体" panose="02010609060101010101" charset="-122"/>
              </a:rPr>
              <a:t>1.</a:t>
            </a:r>
            <a:r>
              <a:rPr lang="zh-CN" altLang="en-US" sz="2400" dirty="0">
                <a:solidFill>
                  <a:srgbClr val="FF0000"/>
                </a:solidFill>
                <a:ea typeface="黑体" panose="02010609060101010101" charset="-122"/>
              </a:rPr>
              <a:t>买家</a:t>
            </a:r>
            <a:r>
              <a:rPr lang="zh-CN" altLang="en-US" sz="2400" dirty="0" smtClean="0">
                <a:solidFill>
                  <a:srgbClr val="FF0000"/>
                </a:solidFill>
                <a:ea typeface="黑体" panose="02010609060101010101" charset="-122"/>
              </a:rPr>
              <a:t>评语不得违反</a:t>
            </a:r>
            <a:r>
              <a:rPr lang="zh-CN" altLang="en-US" sz="2400" dirty="0">
                <a:solidFill>
                  <a:srgbClr val="FF0000"/>
                </a:solidFill>
                <a:ea typeface="黑体" panose="02010609060101010101" charset="-122"/>
              </a:rPr>
              <a:t>亚马逊规则  </a:t>
            </a:r>
            <a:endParaRPr lang="en-US" altLang="zh-CN" sz="2400" dirty="0" smtClean="0">
              <a:solidFill>
                <a:srgbClr val="FF0000"/>
              </a:solidFill>
              <a:ea typeface="黑体" panose="02010609060101010101" charset="-122"/>
            </a:endParaRPr>
          </a:p>
          <a:p>
            <a:pPr marL="109855" indent="0">
              <a:buNone/>
            </a:pPr>
            <a:r>
              <a:rPr lang="zh-CN" altLang="en-US" sz="2400" dirty="0" smtClean="0">
                <a:ea typeface="黑体" panose="02010609060101010101" charset="-122"/>
              </a:rPr>
              <a:t>亚</a:t>
            </a:r>
            <a:r>
              <a:rPr lang="zh-CN" altLang="en-US" sz="2400" dirty="0">
                <a:ea typeface="黑体" panose="02010609060101010101" charset="-122"/>
              </a:rPr>
              <a:t>马逊规定买家的以下</a:t>
            </a:r>
            <a:r>
              <a:rPr lang="en-US" altLang="zh-CN" sz="2400" dirty="0">
                <a:ea typeface="黑体" panose="02010609060101010101" charset="-122"/>
              </a:rPr>
              <a:t>3</a:t>
            </a:r>
            <a:r>
              <a:rPr lang="zh-CN" altLang="en-US" sz="2400" dirty="0">
                <a:ea typeface="黑体" panose="02010609060101010101" charset="-122"/>
              </a:rPr>
              <a:t>种</a:t>
            </a:r>
            <a:r>
              <a:rPr lang="en-US" altLang="zh-CN" sz="2400" dirty="0">
                <a:ea typeface="黑体" panose="02010609060101010101" charset="-122"/>
              </a:rPr>
              <a:t>FB</a:t>
            </a:r>
            <a:r>
              <a:rPr lang="zh-CN" altLang="en-US" sz="2400" dirty="0">
                <a:ea typeface="黑体" panose="02010609060101010101" charset="-122"/>
              </a:rPr>
              <a:t>评语是违反规则</a:t>
            </a:r>
            <a:r>
              <a:rPr lang="zh-CN" altLang="en-US" sz="2400" dirty="0" smtClean="0">
                <a:ea typeface="黑体" panose="02010609060101010101" charset="-122"/>
              </a:rPr>
              <a:t>的：</a:t>
            </a:r>
            <a:endParaRPr lang="zh-CN" altLang="en-US" sz="2400" dirty="0">
              <a:ea typeface="黑体" panose="02010609060101010101" charset="-122"/>
            </a:endParaRPr>
          </a:p>
          <a:p>
            <a:pPr marL="109855" indent="0">
              <a:buNone/>
            </a:pPr>
            <a:r>
              <a:rPr lang="en-US" altLang="zh-CN" sz="2400" dirty="0">
                <a:ea typeface="黑体" panose="02010609060101010101" charset="-122"/>
              </a:rPr>
              <a:t>1</a:t>
            </a:r>
            <a:r>
              <a:rPr lang="zh-CN" altLang="en-US" sz="2400" dirty="0">
                <a:ea typeface="黑体" panose="02010609060101010101" charset="-122"/>
              </a:rPr>
              <a:t>）包括粗言</a:t>
            </a:r>
            <a:r>
              <a:rPr lang="zh-CN" altLang="en-US" sz="2400" dirty="0" smtClean="0">
                <a:ea typeface="黑体" panose="02010609060101010101" charset="-122"/>
              </a:rPr>
              <a:t>秽语；</a:t>
            </a:r>
            <a:endParaRPr lang="zh-CN" altLang="en-US" sz="2400" dirty="0">
              <a:ea typeface="黑体" panose="02010609060101010101" charset="-122"/>
            </a:endParaRPr>
          </a:p>
          <a:p>
            <a:pPr marL="109855" indent="0">
              <a:buNone/>
            </a:pPr>
            <a:r>
              <a:rPr lang="en-US" altLang="zh-CN" sz="2400" dirty="0" smtClean="0">
                <a:ea typeface="黑体" panose="02010609060101010101" charset="-122"/>
              </a:rPr>
              <a:t>2</a:t>
            </a:r>
            <a:r>
              <a:rPr lang="zh-CN" altLang="en-US" sz="2400" dirty="0">
                <a:ea typeface="黑体" panose="02010609060101010101" charset="-122"/>
              </a:rPr>
              <a:t>）</a:t>
            </a:r>
            <a:r>
              <a:rPr lang="zh-CN" altLang="en-US" sz="2400" dirty="0" smtClean="0">
                <a:ea typeface="黑体" panose="02010609060101010101" charset="-122"/>
              </a:rPr>
              <a:t>包括</a:t>
            </a:r>
            <a:r>
              <a:rPr lang="zh-CN" altLang="en-US" sz="2400" dirty="0">
                <a:ea typeface="黑体" panose="02010609060101010101" charset="-122"/>
              </a:rPr>
              <a:t>个人身份</a:t>
            </a:r>
            <a:r>
              <a:rPr lang="zh-CN" altLang="en-US" sz="2400" dirty="0" smtClean="0">
                <a:ea typeface="黑体" panose="02010609060101010101" charset="-122"/>
              </a:rPr>
              <a:t>信息；</a:t>
            </a:r>
            <a:endParaRPr lang="zh-CN" altLang="en-US" sz="2400" dirty="0">
              <a:ea typeface="黑体" panose="02010609060101010101" charset="-122"/>
            </a:endParaRPr>
          </a:p>
          <a:p>
            <a:pPr marL="109855" indent="0">
              <a:buNone/>
            </a:pPr>
            <a:r>
              <a:rPr lang="en-US" altLang="zh-CN" sz="2400" dirty="0">
                <a:ea typeface="黑体" panose="02010609060101010101" charset="-122"/>
              </a:rPr>
              <a:t>3</a:t>
            </a:r>
            <a:r>
              <a:rPr lang="zh-CN" altLang="en-US" sz="2400" dirty="0" smtClean="0">
                <a:ea typeface="黑体" panose="02010609060101010101" charset="-122"/>
              </a:rPr>
              <a:t>）整个</a:t>
            </a:r>
            <a:r>
              <a:rPr lang="zh-CN" altLang="en-US" sz="2400" dirty="0">
                <a:ea typeface="黑体" panose="02010609060101010101" charset="-122"/>
              </a:rPr>
              <a:t>评论是一个商品</a:t>
            </a:r>
            <a:r>
              <a:rPr lang="zh-CN" altLang="en-US" sz="2400" dirty="0" smtClean="0">
                <a:ea typeface="黑体" panose="02010609060101010101" charset="-122"/>
              </a:rPr>
              <a:t>评论；</a:t>
            </a:r>
            <a:endParaRPr lang="zh-CN" altLang="en-US" sz="2400" dirty="0">
              <a:ea typeface="黑体" panose="02010609060101010101" charset="-122"/>
            </a:endParaRPr>
          </a:p>
          <a:p>
            <a:pPr marL="109855" indent="0">
              <a:buNone/>
            </a:pPr>
            <a:r>
              <a:rPr lang="en-US" altLang="zh-CN" sz="2400" dirty="0" smtClean="0">
                <a:solidFill>
                  <a:srgbClr val="FF0000"/>
                </a:solidFill>
                <a:ea typeface="黑体" panose="02010609060101010101" charset="-122"/>
              </a:rPr>
              <a:t>2.</a:t>
            </a:r>
            <a:r>
              <a:rPr lang="zh-CN" altLang="en-US" sz="2400" dirty="0" smtClean="0">
                <a:solidFill>
                  <a:srgbClr val="FF0000"/>
                </a:solidFill>
                <a:ea typeface="黑体" panose="02010609060101010101" charset="-122"/>
              </a:rPr>
              <a:t>在亚马逊页面上回复买家的</a:t>
            </a:r>
            <a:r>
              <a:rPr lang="en-US" altLang="zh-CN" sz="2400" dirty="0" smtClean="0">
                <a:solidFill>
                  <a:srgbClr val="FF0000"/>
                </a:solidFill>
                <a:ea typeface="黑体" panose="02010609060101010101" charset="-122"/>
              </a:rPr>
              <a:t>FB</a:t>
            </a:r>
            <a:r>
              <a:rPr lang="zh-CN" altLang="en-US" sz="2400" dirty="0" smtClean="0">
                <a:solidFill>
                  <a:srgbClr val="FF0000"/>
                </a:solidFill>
                <a:ea typeface="黑体" panose="02010609060101010101" charset="-122"/>
              </a:rPr>
              <a:t>留言</a:t>
            </a:r>
            <a:endParaRPr lang="en-US" altLang="zh-CN" sz="2400" dirty="0" smtClean="0">
              <a:solidFill>
                <a:srgbClr val="FF0000"/>
              </a:solidFill>
              <a:ea typeface="黑体" panose="02010609060101010101" charset="-122"/>
            </a:endParaRPr>
          </a:p>
          <a:p>
            <a:pPr marL="109855" indent="0">
              <a:buNone/>
            </a:pPr>
            <a:r>
              <a:rPr lang="zh-CN" altLang="en-US" sz="2400" dirty="0" smtClean="0">
                <a:ea typeface="黑体" panose="02010609060101010101" charset="-122"/>
              </a:rPr>
              <a:t>须</a:t>
            </a:r>
            <a:r>
              <a:rPr lang="zh-CN" altLang="en-US" sz="2400" dirty="0">
                <a:ea typeface="黑体" panose="02010609060101010101" charset="-122"/>
              </a:rPr>
              <a:t>在</a:t>
            </a:r>
            <a:r>
              <a:rPr lang="en-US" altLang="zh-CN" sz="2400" dirty="0">
                <a:ea typeface="黑体" panose="02010609060101010101" charset="-122"/>
              </a:rPr>
              <a:t>24</a:t>
            </a:r>
            <a:r>
              <a:rPr lang="zh-CN" altLang="en-US" sz="2400" dirty="0">
                <a:ea typeface="黑体" panose="02010609060101010101" charset="-122"/>
              </a:rPr>
              <a:t>小时</a:t>
            </a:r>
            <a:r>
              <a:rPr lang="zh-CN" altLang="en-US" sz="2400" dirty="0" smtClean="0">
                <a:ea typeface="黑体" panose="02010609060101010101" charset="-122"/>
              </a:rPr>
              <a:t>内有针对性地回复</a:t>
            </a:r>
            <a:r>
              <a:rPr lang="zh-CN" altLang="en-US" sz="2400" dirty="0">
                <a:ea typeface="黑体" panose="02010609060101010101" charset="-122"/>
              </a:rPr>
              <a:t>客人中差评留言，回复时须注意不能使用没有礼貌的回答</a:t>
            </a:r>
            <a:r>
              <a:rPr lang="zh-CN" altLang="en-US" sz="2400" dirty="0" smtClean="0">
                <a:ea typeface="黑体" panose="02010609060101010101" charset="-122"/>
              </a:rPr>
              <a:t>方式。</a:t>
            </a:r>
            <a:endParaRPr lang="zh-CN" altLang="en-US" sz="2400" dirty="0">
              <a:ea typeface="黑体" panose="02010609060101010101" charset="-122"/>
            </a:endParaRPr>
          </a:p>
          <a:p>
            <a:pPr marL="109855" indent="0">
              <a:buNone/>
            </a:pPr>
            <a:r>
              <a:rPr lang="en-US" altLang="zh-CN" sz="2400" dirty="0">
                <a:solidFill>
                  <a:srgbClr val="FF0000"/>
                </a:solidFill>
                <a:ea typeface="黑体" panose="02010609060101010101" charset="-122"/>
              </a:rPr>
              <a:t>3.</a:t>
            </a:r>
            <a:r>
              <a:rPr lang="zh-CN" altLang="en-US" sz="2400" dirty="0">
                <a:solidFill>
                  <a:srgbClr val="FF0000"/>
                </a:solidFill>
                <a:ea typeface="黑体" panose="02010609060101010101" charset="-122"/>
              </a:rPr>
              <a:t>买家坚决不撤  </a:t>
            </a:r>
            <a:endParaRPr lang="en-US" altLang="zh-CN" sz="2400" dirty="0" smtClean="0">
              <a:solidFill>
                <a:srgbClr val="FF0000"/>
              </a:solidFill>
              <a:ea typeface="黑体" panose="02010609060101010101" charset="-122"/>
            </a:endParaRPr>
          </a:p>
          <a:p>
            <a:pPr marL="109855" indent="0">
              <a:buNone/>
            </a:pPr>
            <a:r>
              <a:rPr lang="zh-CN" altLang="en-US" sz="2400" dirty="0" smtClean="0">
                <a:ea typeface="黑体" panose="02010609060101010101" charset="-122"/>
              </a:rPr>
              <a:t>若</a:t>
            </a:r>
            <a:r>
              <a:rPr lang="zh-CN" altLang="en-US" sz="2400" dirty="0">
                <a:ea typeface="黑体" panose="02010609060101010101" charset="-122"/>
              </a:rPr>
              <a:t>买家在回复中明确提到不愿意撤销中差评且提到要报告到亚马逊处，则放弃处理。</a:t>
            </a:r>
            <a:endParaRPr lang="zh-CN" altLang="en-US" sz="2400" dirty="0">
              <a:ea typeface="黑体" panose="02010609060101010101" charset="-122"/>
            </a:endParaRPr>
          </a:p>
          <a:p>
            <a:endParaRPr lang="zh-CN" altLang="en-US" dirty="0"/>
          </a:p>
        </p:txBody>
      </p:sp>
      <p:sp>
        <p:nvSpPr>
          <p:cNvPr id="2" name="标题 1"/>
          <p:cNvSpPr>
            <a:spLocks noGrp="1"/>
          </p:cNvSpPr>
          <p:nvPr>
            <p:ph type="title"/>
          </p:nvPr>
        </p:nvSpPr>
        <p:spPr>
          <a:xfrm>
            <a:off x="457200" y="274638"/>
            <a:ext cx="6635080" cy="634082"/>
          </a:xfrm>
        </p:spPr>
        <p:txBody>
          <a:bodyPr>
            <a:normAutofit fontScale="90000"/>
          </a:bodyPr>
          <a:lstStyle/>
          <a:p>
            <a:r>
              <a:rPr lang="en-US" altLang="zh-CN" dirty="0"/>
              <a:t>4</a:t>
            </a:r>
            <a:r>
              <a:rPr lang="en-US" altLang="zh-CN" dirty="0" smtClean="0"/>
              <a:t>-1</a:t>
            </a:r>
            <a:r>
              <a:rPr lang="en-US" altLang="zh-CN" dirty="0"/>
              <a:t>. feedback</a:t>
            </a:r>
            <a:r>
              <a:rPr lang="zh-CN" altLang="en-US" dirty="0" smtClean="0"/>
              <a:t>处理</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1000"/>
                                        <p:tgtEl>
                                          <p:spTgt spid="3">
                                            <p:txEl>
                                              <p:pRg st="2" end="2"/>
                                            </p:txEl>
                                          </p:spTgt>
                                        </p:tgtEl>
                                      </p:cBhvr>
                                    </p:animEffect>
                                    <p:anim calcmode="lin" valueType="num">
                                      <p:cBhvr>
                                        <p:cTn id="2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fade">
                                      <p:cBhvr>
                                        <p:cTn id="58" dur="1000"/>
                                        <p:tgtEl>
                                          <p:spTgt spid="3">
                                            <p:txEl>
                                              <p:pRg st="9" end="9"/>
                                            </p:txEl>
                                          </p:spTgt>
                                        </p:tgtEl>
                                      </p:cBhvr>
                                    </p:animEffect>
                                    <p:anim calcmode="lin" valueType="num">
                                      <p:cBhvr>
                                        <p:cTn id="5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fade">
                                      <p:cBhvr>
                                        <p:cTn id="63" dur="1000"/>
                                        <p:tgtEl>
                                          <p:spTgt spid="3">
                                            <p:txEl>
                                              <p:pRg st="10" end="10"/>
                                            </p:txEl>
                                          </p:spTgt>
                                        </p:tgtEl>
                                      </p:cBhvr>
                                    </p:animEffect>
                                    <p:anim calcmode="lin" valueType="num">
                                      <p:cBhvr>
                                        <p:cTn id="6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40768"/>
            <a:ext cx="8291264" cy="4666523"/>
          </a:xfrm>
        </p:spPr>
        <p:txBody>
          <a:bodyPr>
            <a:normAutofit/>
          </a:bodyPr>
          <a:lstStyle/>
          <a:p>
            <a:r>
              <a:rPr lang="en-US" altLang="zh-CN" b="1" dirty="0">
                <a:solidFill>
                  <a:srgbClr val="0070C0"/>
                </a:solidFill>
                <a:latin typeface="黑体" panose="02010609060101010101" charset="-122"/>
                <a:ea typeface="黑体" panose="02010609060101010101" charset="-122"/>
              </a:rPr>
              <a:t>R</a:t>
            </a:r>
            <a:r>
              <a:rPr lang="en-US" altLang="zh-CN" b="1" dirty="0" smtClean="0">
                <a:solidFill>
                  <a:srgbClr val="0070C0"/>
                </a:solidFill>
                <a:latin typeface="黑体" panose="02010609060101010101" charset="-122"/>
                <a:ea typeface="黑体" panose="02010609060101010101" charset="-122"/>
              </a:rPr>
              <a:t>eview</a:t>
            </a:r>
            <a:r>
              <a:rPr lang="zh-CN" altLang="en-US" b="1" dirty="0" smtClean="0">
                <a:solidFill>
                  <a:srgbClr val="0070C0"/>
                </a:solidFill>
                <a:latin typeface="黑体" panose="02010609060101010101" charset="-122"/>
                <a:ea typeface="黑体" panose="02010609060101010101" charset="-122"/>
              </a:rPr>
              <a:t>的类型</a:t>
            </a:r>
            <a:endParaRPr lang="en-US" altLang="zh-CN" b="1" dirty="0" smtClean="0">
              <a:solidFill>
                <a:srgbClr val="0070C0"/>
              </a:solidFill>
              <a:latin typeface="黑体" panose="02010609060101010101" charset="-122"/>
              <a:ea typeface="黑体" panose="02010609060101010101" charset="-122"/>
            </a:endParaRPr>
          </a:p>
          <a:p>
            <a:pPr marL="109855" indent="0">
              <a:lnSpc>
                <a:spcPct val="90000"/>
              </a:lnSpc>
              <a:buNone/>
            </a:pPr>
            <a:endParaRPr lang="en-US" altLang="zh-CN" sz="2400" dirty="0" smtClean="0">
              <a:latin typeface="黑体" panose="02010609060101010101" charset="-122"/>
              <a:ea typeface="黑体" panose="02010609060101010101" charset="-122"/>
            </a:endParaRPr>
          </a:p>
          <a:p>
            <a:pPr marL="109855" indent="0">
              <a:lnSpc>
                <a:spcPct val="90000"/>
              </a:lnSpc>
              <a:buNone/>
            </a:pPr>
            <a:r>
              <a:rPr lang="en-US" altLang="zh-CN" sz="2400" dirty="0" smtClean="0">
                <a:latin typeface="黑体" panose="02010609060101010101" charset="-122"/>
                <a:ea typeface="黑体" panose="02010609060101010101" charset="-122"/>
              </a:rPr>
              <a:t>1</a:t>
            </a:r>
            <a:r>
              <a:rPr lang="zh-CN" altLang="en-US" sz="2400" dirty="0" smtClean="0">
                <a:latin typeface="黑体" panose="02010609060101010101" charset="-122"/>
                <a:ea typeface="黑体" panose="02010609060101010101" charset="-122"/>
              </a:rPr>
              <a:t>、纯粹的质量</a:t>
            </a:r>
            <a:r>
              <a:rPr lang="zh-CN" altLang="en-US" sz="2400" dirty="0">
                <a:latin typeface="黑体" panose="02010609060101010101" charset="-122"/>
                <a:ea typeface="黑体" panose="02010609060101010101" charset="-122"/>
              </a:rPr>
              <a:t>问题。</a:t>
            </a:r>
            <a:endParaRPr lang="zh-CN" altLang="en-US" sz="2400" dirty="0">
              <a:latin typeface="黑体" panose="02010609060101010101" charset="-122"/>
              <a:ea typeface="黑体" panose="02010609060101010101" charset="-122"/>
            </a:endParaRPr>
          </a:p>
          <a:p>
            <a:pPr marL="109855" indent="0">
              <a:lnSpc>
                <a:spcPct val="90000"/>
              </a:lnSpc>
              <a:buNone/>
            </a:pPr>
            <a:r>
              <a:rPr lang="en-US" altLang="zh-CN" sz="2400" dirty="0">
                <a:latin typeface="黑体" panose="02010609060101010101" charset="-122"/>
                <a:ea typeface="黑体" panose="02010609060101010101" charset="-122"/>
              </a:rPr>
              <a:t>2</a:t>
            </a:r>
            <a:r>
              <a:rPr lang="zh-CN" altLang="en-US" sz="2400" dirty="0">
                <a:latin typeface="黑体" panose="02010609060101010101" charset="-122"/>
                <a:ea typeface="黑体" panose="02010609060101010101" charset="-122"/>
              </a:rPr>
              <a:t>、能工作，但是有部分不足。</a:t>
            </a:r>
            <a:endParaRPr lang="zh-CN" altLang="en-US" sz="2400" dirty="0">
              <a:latin typeface="黑体" panose="02010609060101010101" charset="-122"/>
              <a:ea typeface="黑体" panose="02010609060101010101" charset="-122"/>
            </a:endParaRPr>
          </a:p>
          <a:p>
            <a:pPr marL="109855" indent="0">
              <a:lnSpc>
                <a:spcPct val="90000"/>
              </a:lnSpc>
              <a:buNone/>
            </a:pPr>
            <a:r>
              <a:rPr lang="en-US" altLang="zh-CN" sz="2400" dirty="0">
                <a:latin typeface="黑体" panose="02010609060101010101" charset="-122"/>
                <a:ea typeface="黑体" panose="02010609060101010101" charset="-122"/>
              </a:rPr>
              <a:t>3</a:t>
            </a:r>
            <a:r>
              <a:rPr lang="zh-CN" altLang="en-US" sz="2400" dirty="0">
                <a:latin typeface="黑体" panose="02010609060101010101" charset="-122"/>
                <a:ea typeface="黑体" panose="02010609060101010101" charset="-122"/>
              </a:rPr>
              <a:t>、不</a:t>
            </a:r>
            <a:r>
              <a:rPr lang="zh-CN" altLang="en-US" sz="2400" dirty="0" smtClean="0">
                <a:latin typeface="黑体" panose="02010609060101010101" charset="-122"/>
                <a:ea typeface="黑体" panose="02010609060101010101" charset="-122"/>
              </a:rPr>
              <a:t>满意产品的设计</a:t>
            </a:r>
            <a:r>
              <a:rPr lang="zh-CN" altLang="en-US" sz="2400" dirty="0">
                <a:latin typeface="黑体" panose="02010609060101010101" charset="-122"/>
                <a:ea typeface="黑体" panose="02010609060101010101" charset="-122"/>
              </a:rPr>
              <a:t>，功能及尺寸。</a:t>
            </a:r>
            <a:endParaRPr lang="zh-CN" altLang="en-US" sz="2400" dirty="0">
              <a:latin typeface="黑体" panose="02010609060101010101" charset="-122"/>
              <a:ea typeface="黑体" panose="02010609060101010101" charset="-122"/>
            </a:endParaRPr>
          </a:p>
          <a:p>
            <a:pPr marL="109855" indent="0">
              <a:lnSpc>
                <a:spcPct val="90000"/>
              </a:lnSpc>
              <a:buNone/>
            </a:pPr>
            <a:r>
              <a:rPr lang="en-US" altLang="zh-CN" sz="2400" dirty="0">
                <a:latin typeface="黑体" panose="02010609060101010101" charset="-122"/>
                <a:ea typeface="黑体" panose="02010609060101010101" charset="-122"/>
              </a:rPr>
              <a:t>4</a:t>
            </a:r>
            <a:r>
              <a:rPr lang="zh-CN" altLang="en-US" sz="2400" dirty="0">
                <a:latin typeface="黑体" panose="02010609060101010101" charset="-122"/>
                <a:ea typeface="黑体" panose="02010609060101010101" charset="-122"/>
              </a:rPr>
              <a:t>、客人由于自己没有看清描述而买错，或由自己主观想象产品应该有怎样的功能而实际产品并不具备那样的功能而留差评。</a:t>
            </a:r>
            <a:endParaRPr lang="zh-CN" altLang="en-US" sz="2400" dirty="0">
              <a:latin typeface="黑体" panose="02010609060101010101" charset="-122"/>
              <a:ea typeface="黑体" panose="02010609060101010101" charset="-122"/>
            </a:endParaRPr>
          </a:p>
          <a:p>
            <a:pPr marL="109855" indent="0">
              <a:lnSpc>
                <a:spcPct val="90000"/>
              </a:lnSpc>
              <a:buNone/>
            </a:pPr>
            <a:r>
              <a:rPr lang="en-US" altLang="zh-CN" sz="2400" dirty="0">
                <a:latin typeface="黑体" panose="02010609060101010101" charset="-122"/>
                <a:ea typeface="黑体" panose="02010609060101010101" charset="-122"/>
              </a:rPr>
              <a:t>5</a:t>
            </a:r>
            <a:r>
              <a:rPr lang="zh-CN" altLang="en-US" sz="2400" dirty="0" smtClean="0">
                <a:latin typeface="黑体" panose="02010609060101010101" charset="-122"/>
                <a:ea typeface="黑体" panose="02010609060101010101" charset="-122"/>
              </a:rPr>
              <a:t>、“</a:t>
            </a:r>
            <a:r>
              <a:rPr lang="en-US" altLang="zh-CN" sz="2400" dirty="0" smtClean="0">
                <a:latin typeface="黑体" panose="02010609060101010101" charset="-122"/>
                <a:ea typeface="黑体" panose="02010609060101010101" charset="-122"/>
              </a:rPr>
              <a:t>ok</a:t>
            </a:r>
            <a:r>
              <a:rPr lang="zh-CN" altLang="en-US" sz="2400" dirty="0" smtClean="0">
                <a:latin typeface="黑体" panose="02010609060101010101" charset="-122"/>
                <a:ea typeface="黑体" panose="02010609060101010101" charset="-122"/>
              </a:rPr>
              <a:t>”</a:t>
            </a:r>
            <a:r>
              <a:rPr lang="en-US" altLang="zh-CN" sz="2400" dirty="0" smtClean="0">
                <a:latin typeface="黑体" panose="02010609060101010101" charset="-122"/>
                <a:ea typeface="黑体" panose="02010609060101010101" charset="-122"/>
              </a:rPr>
              <a:t> </a:t>
            </a:r>
            <a:r>
              <a:rPr lang="en-US" altLang="zh-CN" sz="2400" dirty="0">
                <a:latin typeface="黑体" panose="02010609060101010101" charset="-122"/>
                <a:ea typeface="黑体" panose="02010609060101010101" charset="-122"/>
              </a:rPr>
              <a:t>product. </a:t>
            </a:r>
            <a:r>
              <a:rPr lang="zh-CN" altLang="en-US" sz="2400" dirty="0">
                <a:latin typeface="黑体" panose="02010609060101010101" charset="-122"/>
                <a:ea typeface="黑体" panose="02010609060101010101" charset="-122"/>
              </a:rPr>
              <a:t>评价内容是说产品很好，没问题，很喜欢。但是</a:t>
            </a:r>
            <a:r>
              <a:rPr lang="en-US" altLang="zh-CN" sz="2400" dirty="0">
                <a:latin typeface="黑体" panose="02010609060101010101" charset="-122"/>
                <a:ea typeface="黑体" panose="02010609060101010101" charset="-122"/>
              </a:rPr>
              <a:t>1-3</a:t>
            </a:r>
            <a:r>
              <a:rPr lang="zh-CN" altLang="en-US" sz="2400" dirty="0">
                <a:latin typeface="黑体" panose="02010609060101010101" charset="-122"/>
                <a:ea typeface="黑体" panose="02010609060101010101" charset="-122"/>
              </a:rPr>
              <a:t>星</a:t>
            </a:r>
            <a:endParaRPr lang="zh-CN" altLang="en-US" sz="2400" dirty="0">
              <a:latin typeface="黑体" panose="02010609060101010101" charset="-122"/>
              <a:ea typeface="黑体" panose="02010609060101010101" charset="-122"/>
            </a:endParaRPr>
          </a:p>
          <a:p>
            <a:pPr marL="109855" indent="0">
              <a:lnSpc>
                <a:spcPct val="90000"/>
              </a:lnSpc>
              <a:buNone/>
            </a:pPr>
            <a:r>
              <a:rPr lang="en-US" altLang="zh-CN" sz="2400" dirty="0">
                <a:latin typeface="黑体" panose="02010609060101010101" charset="-122"/>
                <a:ea typeface="黑体" panose="02010609060101010101" charset="-122"/>
              </a:rPr>
              <a:t>6</a:t>
            </a:r>
            <a:r>
              <a:rPr lang="zh-CN" altLang="en-US" sz="2400" dirty="0">
                <a:latin typeface="黑体" panose="02010609060101010101" charset="-122"/>
                <a:ea typeface="黑体" panose="02010609060101010101" charset="-122"/>
              </a:rPr>
              <a:t>、其他。</a:t>
            </a:r>
            <a:r>
              <a:rPr lang="en-US" altLang="zh-CN" sz="2400" dirty="0">
                <a:latin typeface="黑体" panose="02010609060101010101" charset="-122"/>
                <a:ea typeface="黑体" panose="02010609060101010101" charset="-122"/>
              </a:rPr>
              <a:t>(</a:t>
            </a:r>
            <a:r>
              <a:rPr lang="zh-CN" altLang="en-US" sz="2400" dirty="0">
                <a:latin typeface="黑体" panose="02010609060101010101" charset="-122"/>
                <a:ea typeface="黑体" panose="02010609060101010101" charset="-122"/>
              </a:rPr>
              <a:t>物流等</a:t>
            </a:r>
            <a:r>
              <a:rPr lang="en-US" altLang="zh-CN" sz="2400" dirty="0">
                <a:latin typeface="黑体" panose="02010609060101010101" charset="-122"/>
                <a:ea typeface="黑体" panose="02010609060101010101" charset="-122"/>
              </a:rPr>
              <a:t>)</a:t>
            </a:r>
            <a:endParaRPr lang="en-US" altLang="zh-CN" sz="2400" dirty="0">
              <a:latin typeface="黑体" panose="02010609060101010101" charset="-122"/>
              <a:ea typeface="黑体" panose="02010609060101010101" charset="-122"/>
            </a:endParaRPr>
          </a:p>
          <a:p>
            <a:endParaRPr lang="en-US" altLang="zh-CN" dirty="0" smtClean="0">
              <a:solidFill>
                <a:srgbClr val="0070C0"/>
              </a:solidFill>
              <a:latin typeface="华文隶书" pitchFamily="2" charset="-122"/>
              <a:ea typeface="华文隶书" pitchFamily="2" charset="-122"/>
            </a:endParaRPr>
          </a:p>
          <a:p>
            <a:endParaRPr lang="zh-CN" altLang="en-US" dirty="0"/>
          </a:p>
        </p:txBody>
      </p:sp>
      <p:sp>
        <p:nvSpPr>
          <p:cNvPr id="2" name="标题 1"/>
          <p:cNvSpPr>
            <a:spLocks noGrp="1"/>
          </p:cNvSpPr>
          <p:nvPr>
            <p:ph type="title"/>
          </p:nvPr>
        </p:nvSpPr>
        <p:spPr>
          <a:xfrm>
            <a:off x="457200" y="274638"/>
            <a:ext cx="6923112" cy="706090"/>
          </a:xfrm>
        </p:spPr>
        <p:txBody>
          <a:bodyPr>
            <a:normAutofit fontScale="90000"/>
          </a:bodyPr>
          <a:lstStyle/>
          <a:p>
            <a:r>
              <a:rPr lang="en-US" altLang="zh-CN" dirty="0"/>
              <a:t>4</a:t>
            </a:r>
            <a:r>
              <a:rPr lang="en-US" altLang="zh-CN" dirty="0" smtClean="0"/>
              <a:t>-2.</a:t>
            </a:r>
            <a:r>
              <a:rPr lang="zh-CN" altLang="en-US" dirty="0"/>
              <a:t>差评</a:t>
            </a:r>
            <a:r>
              <a:rPr lang="zh-CN" altLang="en-US" dirty="0" smtClean="0"/>
              <a:t>处理</a:t>
            </a:r>
            <a:r>
              <a:rPr lang="en-US" altLang="zh-CN" dirty="0" smtClean="0"/>
              <a:t>---review</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tgtEl>
                                          <p:spTgt spid="3">
                                            <p:txEl>
                                              <p:pRg st="3" end="3"/>
                                            </p:txEl>
                                          </p:spTgt>
                                        </p:tgtEl>
                                      </p:cBhvr>
                                    </p:animEffect>
                                    <p:anim calcmode="lin" valueType="num">
                                      <p:cBhvr>
                                        <p:cTn id="2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19256" cy="4810539"/>
          </a:xfrm>
        </p:spPr>
        <p:txBody>
          <a:bodyPr>
            <a:normAutofit/>
          </a:bodyPr>
          <a:lstStyle/>
          <a:p>
            <a:r>
              <a:rPr lang="en-US" altLang="zh-CN" b="1" dirty="0">
                <a:solidFill>
                  <a:srgbClr val="0070C0"/>
                </a:solidFill>
                <a:latin typeface="黑体" panose="02010609060101010101" charset="-122"/>
                <a:ea typeface="黑体" panose="02010609060101010101" charset="-122"/>
              </a:rPr>
              <a:t>Review</a:t>
            </a:r>
            <a:r>
              <a:rPr lang="zh-CN" altLang="en-US" b="1" dirty="0">
                <a:solidFill>
                  <a:srgbClr val="0070C0"/>
                </a:solidFill>
                <a:latin typeface="黑体" panose="02010609060101010101" charset="-122"/>
                <a:ea typeface="黑体" panose="02010609060101010101" charset="-122"/>
              </a:rPr>
              <a:t>的</a:t>
            </a:r>
            <a:r>
              <a:rPr lang="zh-CN" altLang="en-US" b="1" dirty="0" smtClean="0">
                <a:solidFill>
                  <a:srgbClr val="0070C0"/>
                </a:solidFill>
                <a:latin typeface="黑体" panose="02010609060101010101" charset="-122"/>
                <a:ea typeface="黑体" panose="02010609060101010101" charset="-122"/>
              </a:rPr>
              <a:t>处理流程</a:t>
            </a:r>
            <a:endParaRPr lang="en-US" altLang="zh-CN" b="1" dirty="0">
              <a:solidFill>
                <a:srgbClr val="0070C0"/>
              </a:solidFill>
              <a:latin typeface="黑体" panose="02010609060101010101" charset="-122"/>
              <a:ea typeface="黑体" panose="02010609060101010101" charset="-122"/>
            </a:endParaRPr>
          </a:p>
          <a:p>
            <a:pPr marL="109855" indent="0">
              <a:buNone/>
            </a:pPr>
            <a:endParaRPr lang="en-US" altLang="zh-CN" sz="2400" dirty="0" smtClean="0">
              <a:latin typeface="+mn-ea"/>
            </a:endParaRPr>
          </a:p>
          <a:p>
            <a:pPr marL="109855" indent="0">
              <a:buNone/>
            </a:pPr>
            <a:r>
              <a:rPr lang="en-US" altLang="zh-CN" sz="2400" dirty="0" smtClean="0">
                <a:latin typeface="+mn-ea"/>
              </a:rPr>
              <a:t>1. </a:t>
            </a:r>
            <a:r>
              <a:rPr lang="zh-CN" altLang="en-US" sz="2400" dirty="0" smtClean="0">
                <a:latin typeface="+mn-ea"/>
              </a:rPr>
              <a:t>初步</a:t>
            </a:r>
            <a:r>
              <a:rPr lang="zh-CN" altLang="en-US" sz="2400" dirty="0">
                <a:latin typeface="+mn-ea"/>
              </a:rPr>
              <a:t>判断及统计问题</a:t>
            </a:r>
            <a:endParaRPr lang="zh-CN" altLang="en-US" sz="2400" dirty="0">
              <a:latin typeface="+mn-ea"/>
            </a:endParaRPr>
          </a:p>
          <a:p>
            <a:pPr marL="0" indent="0">
              <a:buNone/>
            </a:pPr>
            <a:r>
              <a:rPr lang="zh-CN" altLang="en-US" sz="2400" dirty="0" smtClean="0">
                <a:latin typeface="+mn-ea"/>
              </a:rPr>
              <a:t>冷静</a:t>
            </a:r>
            <a:r>
              <a:rPr lang="zh-CN" altLang="en-US" sz="2400" dirty="0">
                <a:latin typeface="+mn-ea"/>
              </a:rPr>
              <a:t>判断差评的责任归属，到底是自身出问题（物流，产品质量，客户</a:t>
            </a:r>
            <a:r>
              <a:rPr lang="zh-CN" altLang="en-US" sz="2400" dirty="0" smtClean="0">
                <a:latin typeface="+mn-ea"/>
              </a:rPr>
              <a:t>服务等），还是</a:t>
            </a:r>
            <a:r>
              <a:rPr lang="zh-CN" altLang="en-US" sz="2400" dirty="0">
                <a:latin typeface="+mn-ea"/>
              </a:rPr>
              <a:t>客户恶意差评</a:t>
            </a:r>
            <a:r>
              <a:rPr lang="zh-CN" altLang="en-US" sz="2400" dirty="0" smtClean="0">
                <a:latin typeface="+mn-ea"/>
              </a:rPr>
              <a:t>。</a:t>
            </a:r>
            <a:endParaRPr lang="en-US" altLang="zh-CN" sz="2400" dirty="0" smtClean="0">
              <a:latin typeface="+mn-ea"/>
            </a:endParaRPr>
          </a:p>
          <a:p>
            <a:pPr marL="0" indent="0">
              <a:buNone/>
            </a:pPr>
            <a:r>
              <a:rPr lang="en-US" altLang="zh-CN" sz="2400" dirty="0" smtClean="0">
                <a:latin typeface="+mn-ea"/>
              </a:rPr>
              <a:t>---</a:t>
            </a:r>
            <a:r>
              <a:rPr lang="zh-CN" altLang="en-US" sz="2400" dirty="0">
                <a:latin typeface="+mn-ea"/>
              </a:rPr>
              <a:t>总结问题，反馈给相关部门，降低将来同类差评发生的概率。</a:t>
            </a:r>
            <a:endParaRPr lang="zh-CN" altLang="en-US" sz="2400" dirty="0">
              <a:latin typeface="+mn-ea"/>
            </a:endParaRPr>
          </a:p>
          <a:p>
            <a:pPr marL="109855" indent="0">
              <a:buNone/>
            </a:pPr>
            <a:r>
              <a:rPr lang="en-US" altLang="zh-CN" sz="2400" dirty="0" smtClean="0">
                <a:latin typeface="+mn-ea"/>
              </a:rPr>
              <a:t>2. </a:t>
            </a:r>
            <a:r>
              <a:rPr lang="zh-CN" altLang="en-US" sz="2400" dirty="0" smtClean="0">
                <a:latin typeface="+mn-ea"/>
              </a:rPr>
              <a:t>联系</a:t>
            </a:r>
            <a:r>
              <a:rPr lang="zh-CN" altLang="en-US" sz="2400" dirty="0">
                <a:latin typeface="+mn-ea"/>
              </a:rPr>
              <a:t>客人</a:t>
            </a:r>
            <a:endParaRPr lang="en-US" altLang="zh-CN" sz="2400" dirty="0">
              <a:latin typeface="+mn-ea"/>
            </a:endParaRPr>
          </a:p>
          <a:p>
            <a:pPr marL="109855" indent="0">
              <a:buNone/>
            </a:pPr>
            <a:r>
              <a:rPr lang="en-US" altLang="zh-CN" sz="2400" dirty="0" smtClean="0">
                <a:latin typeface="+mn-ea"/>
              </a:rPr>
              <a:t>A.</a:t>
            </a:r>
            <a:r>
              <a:rPr lang="zh-CN" altLang="en-US" sz="2400" dirty="0" smtClean="0">
                <a:latin typeface="+mn-ea"/>
              </a:rPr>
              <a:t>仔细</a:t>
            </a:r>
            <a:r>
              <a:rPr lang="zh-CN" altLang="en-US" sz="2400" dirty="0">
                <a:latin typeface="+mn-ea"/>
              </a:rPr>
              <a:t>阅读差评内容，判定差评类型以及选择</a:t>
            </a:r>
            <a:r>
              <a:rPr lang="zh-CN" altLang="en-US" sz="2400" dirty="0" smtClean="0">
                <a:latin typeface="+mn-ea"/>
              </a:rPr>
              <a:t>相应的解决</a:t>
            </a:r>
            <a:r>
              <a:rPr lang="zh-CN" altLang="en-US" sz="2400" dirty="0">
                <a:latin typeface="+mn-ea"/>
              </a:rPr>
              <a:t>方案。</a:t>
            </a:r>
            <a:endParaRPr lang="zh-CN" altLang="en-US" sz="2400" dirty="0">
              <a:latin typeface="+mn-ea"/>
            </a:endParaRPr>
          </a:p>
          <a:p>
            <a:pPr marL="109855" indent="0">
              <a:buNone/>
            </a:pPr>
            <a:r>
              <a:rPr lang="en-US" altLang="zh-CN" sz="2400" dirty="0" smtClean="0">
                <a:latin typeface="+mn-ea"/>
              </a:rPr>
              <a:t>B.</a:t>
            </a:r>
            <a:r>
              <a:rPr lang="zh-CN" altLang="en-US" sz="2400" dirty="0" smtClean="0">
                <a:latin typeface="+mn-ea"/>
              </a:rPr>
              <a:t>沟通</a:t>
            </a:r>
            <a:r>
              <a:rPr lang="zh-CN" altLang="en-US" sz="2400" dirty="0">
                <a:latin typeface="+mn-ea"/>
              </a:rPr>
              <a:t>是关键。换位思考。</a:t>
            </a:r>
            <a:endParaRPr lang="en-US" altLang="zh-CN" sz="2400" dirty="0">
              <a:latin typeface="+mn-ea"/>
            </a:endParaRPr>
          </a:p>
          <a:p>
            <a:endParaRPr lang="zh-CN" altLang="en-US" dirty="0"/>
          </a:p>
        </p:txBody>
      </p:sp>
      <p:sp>
        <p:nvSpPr>
          <p:cNvPr id="2" name="标题 1"/>
          <p:cNvSpPr>
            <a:spLocks noGrp="1"/>
          </p:cNvSpPr>
          <p:nvPr>
            <p:ph type="title"/>
          </p:nvPr>
        </p:nvSpPr>
        <p:spPr>
          <a:xfrm>
            <a:off x="457200" y="274638"/>
            <a:ext cx="6923112" cy="634082"/>
          </a:xfrm>
        </p:spPr>
        <p:txBody>
          <a:bodyPr>
            <a:normAutofit fontScale="90000"/>
          </a:bodyPr>
          <a:lstStyle/>
          <a:p>
            <a:r>
              <a:rPr lang="en-US" altLang="zh-CN" dirty="0"/>
              <a:t>4</a:t>
            </a:r>
            <a:r>
              <a:rPr lang="en-US" altLang="zh-CN" dirty="0" smtClean="0"/>
              <a:t>-2. </a:t>
            </a:r>
            <a:r>
              <a:rPr lang="zh-CN" altLang="en-US" dirty="0" smtClean="0"/>
              <a:t>差</a:t>
            </a:r>
            <a:r>
              <a:rPr lang="zh-CN" altLang="en-US" dirty="0"/>
              <a:t>评处理</a:t>
            </a:r>
            <a:r>
              <a:rPr lang="en-US" altLang="zh-CN" dirty="0"/>
              <a:t>---review</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tgtEl>
                                          <p:spTgt spid="3">
                                            <p:txEl>
                                              <p:pRg st="3" end="3"/>
                                            </p:txEl>
                                          </p:spTgt>
                                        </p:tgtEl>
                                      </p:cBhvr>
                                    </p:animEffect>
                                    <p:anim calcmode="lin" valueType="num">
                                      <p:cBhvr>
                                        <p:cTn id="2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3816" y="1268760"/>
            <a:ext cx="9130184" cy="5071918"/>
          </a:xfrm>
        </p:spPr>
      </p:pic>
      <p:sp>
        <p:nvSpPr>
          <p:cNvPr id="2" name="标题 1"/>
          <p:cNvSpPr>
            <a:spLocks noGrp="1"/>
          </p:cNvSpPr>
          <p:nvPr>
            <p:ph type="title"/>
          </p:nvPr>
        </p:nvSpPr>
        <p:spPr>
          <a:xfrm>
            <a:off x="251520" y="332656"/>
            <a:ext cx="5987008" cy="620688"/>
          </a:xfrm>
        </p:spPr>
        <p:txBody>
          <a:bodyPr>
            <a:normAutofit fontScale="90000"/>
          </a:bodyPr>
          <a:lstStyle/>
          <a:p>
            <a:r>
              <a:rPr lang="en-US" altLang="zh-CN" dirty="0"/>
              <a:t>4</a:t>
            </a:r>
            <a:r>
              <a:rPr lang="en-US" altLang="zh-CN" dirty="0" smtClean="0"/>
              <a:t>-2</a:t>
            </a:r>
            <a:r>
              <a:rPr lang="en-US" altLang="zh-CN" dirty="0"/>
              <a:t>.</a:t>
            </a:r>
            <a:r>
              <a:rPr lang="zh-CN" altLang="en-US" dirty="0"/>
              <a:t>差评处理</a:t>
            </a:r>
            <a:r>
              <a:rPr lang="en-US" altLang="zh-CN" dirty="0"/>
              <a:t>---</a:t>
            </a:r>
            <a:r>
              <a:rPr lang="en-US" altLang="zh-CN" dirty="0" smtClean="0"/>
              <a:t>review</a:t>
            </a:r>
            <a:br>
              <a:rPr lang="en-US" altLang="zh-CN" dirty="0" smtClean="0"/>
            </a:br>
            <a:endParaRPr lang="zh-CN" altLang="en-US" dirty="0"/>
          </a:p>
        </p:txBody>
      </p:sp>
      <p:sp>
        <p:nvSpPr>
          <p:cNvPr id="3" name="TextBox 2"/>
          <p:cNvSpPr txBox="1"/>
          <p:nvPr/>
        </p:nvSpPr>
        <p:spPr>
          <a:xfrm>
            <a:off x="323528" y="692696"/>
            <a:ext cx="4032448" cy="461665"/>
          </a:xfrm>
          <a:prstGeom prst="rect">
            <a:avLst/>
          </a:prstGeom>
          <a:noFill/>
        </p:spPr>
        <p:txBody>
          <a:bodyPr wrap="square" rtlCol="0">
            <a:spAutoFit/>
          </a:bodyPr>
          <a:lstStyle/>
          <a:p>
            <a:pPr marL="285750" indent="-285750">
              <a:buFont typeface="Wingdings" panose="05000000000000000000" pitchFamily="2" charset="2"/>
              <a:buChar char="Ø"/>
            </a:pPr>
            <a:r>
              <a:rPr lang="en-US" altLang="zh-CN" sz="2400" b="1" dirty="0" smtClean="0">
                <a:solidFill>
                  <a:srgbClr val="0070C0"/>
                </a:solidFill>
              </a:rPr>
              <a:t>Review </a:t>
            </a:r>
            <a:r>
              <a:rPr lang="zh-CN" altLang="en-US" sz="2400" b="1" dirty="0" smtClean="0">
                <a:solidFill>
                  <a:srgbClr val="0070C0"/>
                </a:solidFill>
              </a:rPr>
              <a:t>联系模版示例</a:t>
            </a:r>
            <a:endParaRPr lang="zh-CN" altLang="en-US" sz="24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556792"/>
            <a:ext cx="8219256" cy="4450499"/>
          </a:xfrm>
        </p:spPr>
        <p:txBody>
          <a:bodyPr>
            <a:normAutofit/>
          </a:bodyPr>
          <a:lstStyle/>
          <a:p>
            <a:pPr marL="0" indent="0">
              <a:buNone/>
            </a:pPr>
            <a:r>
              <a:rPr lang="en-US" altLang="zh-CN" sz="2400" dirty="0">
                <a:latin typeface="+mn-ea"/>
              </a:rPr>
              <a:t>1</a:t>
            </a:r>
            <a:r>
              <a:rPr lang="zh-CN" altLang="en-US" sz="2400" dirty="0">
                <a:latin typeface="+mn-ea"/>
              </a:rPr>
              <a:t>、差评的响应速度及处理间隔时间的把握</a:t>
            </a:r>
            <a:endParaRPr lang="zh-CN" altLang="en-US" sz="2400" dirty="0">
              <a:latin typeface="+mn-ea"/>
            </a:endParaRPr>
          </a:p>
          <a:p>
            <a:pPr marL="0" indent="0">
              <a:buNone/>
            </a:pPr>
            <a:r>
              <a:rPr lang="en-US" altLang="zh-CN" sz="2400" dirty="0">
                <a:latin typeface="+mn-ea"/>
              </a:rPr>
              <a:t>2</a:t>
            </a:r>
            <a:r>
              <a:rPr lang="zh-CN" altLang="en-US" sz="2400" dirty="0">
                <a:latin typeface="+mn-ea"/>
              </a:rPr>
              <a:t>、创建多个与各自店铺实际情况相符的并与各自店铺差评类型相符的模版</a:t>
            </a:r>
            <a:endParaRPr lang="zh-CN" altLang="en-US" sz="2400" dirty="0">
              <a:latin typeface="+mn-ea"/>
            </a:endParaRPr>
          </a:p>
          <a:p>
            <a:pPr marL="0" indent="0">
              <a:buNone/>
            </a:pPr>
            <a:r>
              <a:rPr lang="en-US" altLang="zh-CN" sz="2400" dirty="0">
                <a:latin typeface="+mn-ea"/>
              </a:rPr>
              <a:t>3</a:t>
            </a:r>
            <a:r>
              <a:rPr lang="zh-CN" altLang="en-US" sz="2400" dirty="0">
                <a:latin typeface="+mn-ea"/>
              </a:rPr>
              <a:t>、沟通语气多样化</a:t>
            </a:r>
            <a:endParaRPr lang="zh-CN" altLang="en-US" sz="2400" dirty="0">
              <a:latin typeface="+mn-ea"/>
            </a:endParaRPr>
          </a:p>
          <a:p>
            <a:pPr marL="0" indent="0">
              <a:buNone/>
            </a:pPr>
            <a:r>
              <a:rPr lang="en-US" altLang="zh-CN" sz="2400" dirty="0">
                <a:latin typeface="+mn-ea"/>
              </a:rPr>
              <a:t>4</a:t>
            </a:r>
            <a:r>
              <a:rPr lang="zh-CN" altLang="en-US" sz="2400" dirty="0">
                <a:latin typeface="+mn-ea"/>
              </a:rPr>
              <a:t>、注重小细节。</a:t>
            </a:r>
            <a:endParaRPr lang="zh-CN" altLang="en-US" sz="2400" dirty="0">
              <a:latin typeface="+mn-ea"/>
            </a:endParaRPr>
          </a:p>
          <a:p>
            <a:pPr marL="0" indent="0">
              <a:buNone/>
            </a:pPr>
            <a:r>
              <a:rPr lang="zh-CN" altLang="en-US" sz="2400" dirty="0">
                <a:latin typeface="+mn-ea"/>
              </a:rPr>
              <a:t>例如，身份介绍：帕拓逊客服经理</a:t>
            </a:r>
            <a:r>
              <a:rPr lang="en-US" altLang="zh-CN" sz="2400" dirty="0">
                <a:latin typeface="+mn-ea"/>
              </a:rPr>
              <a:t>/</a:t>
            </a:r>
            <a:r>
              <a:rPr lang="zh-CN" altLang="en-US" sz="2400" dirty="0">
                <a:latin typeface="+mn-ea"/>
              </a:rPr>
              <a:t>年度最佳客服</a:t>
            </a:r>
            <a:r>
              <a:rPr lang="en-US" altLang="zh-CN" sz="2400" dirty="0">
                <a:latin typeface="+mn-ea"/>
              </a:rPr>
              <a:t>/</a:t>
            </a:r>
            <a:r>
              <a:rPr lang="zh-CN" altLang="en-US" sz="2400" dirty="0">
                <a:latin typeface="+mn-ea"/>
              </a:rPr>
              <a:t>年度最受客户欢迎客服。</a:t>
            </a:r>
            <a:endParaRPr lang="zh-CN" altLang="en-US" sz="2400" dirty="0">
              <a:latin typeface="+mn-ea"/>
            </a:endParaRPr>
          </a:p>
          <a:p>
            <a:pPr marL="0" indent="0">
              <a:buNone/>
            </a:pPr>
            <a:r>
              <a:rPr lang="en-US" altLang="zh-CN" sz="2400" dirty="0" smtClean="0">
                <a:latin typeface="+mn-ea"/>
              </a:rPr>
              <a:t>5</a:t>
            </a:r>
            <a:r>
              <a:rPr lang="zh-CN" altLang="en-US" sz="2400" dirty="0">
                <a:latin typeface="+mn-ea"/>
              </a:rPr>
              <a:t>、三星的</a:t>
            </a:r>
            <a:r>
              <a:rPr lang="en-US" altLang="zh-CN" sz="2400" dirty="0">
                <a:latin typeface="+mn-ea"/>
              </a:rPr>
              <a:t>review</a:t>
            </a:r>
            <a:r>
              <a:rPr lang="zh-CN" altLang="en-US" sz="2400" dirty="0">
                <a:latin typeface="+mn-ea"/>
              </a:rPr>
              <a:t>客人没有退款，可退款麻烦客人加一颗星，之后不能再次</a:t>
            </a:r>
            <a:r>
              <a:rPr lang="zh-CN" altLang="en-US" sz="2400" dirty="0" smtClean="0">
                <a:latin typeface="+mn-ea"/>
              </a:rPr>
              <a:t>联系。</a:t>
            </a:r>
            <a:endParaRPr lang="zh-CN" altLang="en-US" sz="2400" dirty="0">
              <a:latin typeface="+mn-ea"/>
            </a:endParaRPr>
          </a:p>
          <a:p>
            <a:pPr marL="0" indent="0">
              <a:buNone/>
            </a:pPr>
            <a:r>
              <a:rPr lang="en-US" altLang="zh-CN" sz="2400" dirty="0">
                <a:latin typeface="+mn-ea"/>
              </a:rPr>
              <a:t>6</a:t>
            </a:r>
            <a:r>
              <a:rPr lang="zh-CN" altLang="en-US" sz="2400" dirty="0">
                <a:latin typeface="+mn-ea"/>
              </a:rPr>
              <a:t>、在第一次联系后的第二天查询下邮件及差评链接，看是否有新情况</a:t>
            </a:r>
            <a:r>
              <a:rPr lang="zh-CN" altLang="en-US" sz="2400" dirty="0" smtClean="0">
                <a:latin typeface="+mn-ea"/>
              </a:rPr>
              <a:t>的。</a:t>
            </a:r>
            <a:endParaRPr lang="zh-CN" altLang="en-US" sz="2400" dirty="0">
              <a:latin typeface="+mn-ea"/>
            </a:endParaRPr>
          </a:p>
          <a:p>
            <a:endParaRPr lang="zh-CN" altLang="en-US" dirty="0"/>
          </a:p>
        </p:txBody>
      </p:sp>
      <p:sp>
        <p:nvSpPr>
          <p:cNvPr id="2" name="标题 1"/>
          <p:cNvSpPr>
            <a:spLocks noGrp="1"/>
          </p:cNvSpPr>
          <p:nvPr>
            <p:ph type="title"/>
          </p:nvPr>
        </p:nvSpPr>
        <p:spPr>
          <a:xfrm>
            <a:off x="179512" y="476672"/>
            <a:ext cx="7499176" cy="576064"/>
          </a:xfrm>
        </p:spPr>
        <p:txBody>
          <a:bodyPr>
            <a:normAutofit fontScale="90000"/>
          </a:bodyPr>
          <a:lstStyle/>
          <a:p>
            <a:r>
              <a:rPr lang="en-US" altLang="zh-CN" dirty="0"/>
              <a:t>4</a:t>
            </a:r>
            <a:r>
              <a:rPr lang="en-US" altLang="zh-CN" dirty="0" smtClean="0"/>
              <a:t>-2</a:t>
            </a:r>
            <a:r>
              <a:rPr lang="en-US" altLang="zh-CN" dirty="0"/>
              <a:t>. </a:t>
            </a:r>
            <a:r>
              <a:rPr lang="zh-CN" altLang="en-US" dirty="0"/>
              <a:t>差评处理</a:t>
            </a:r>
            <a:r>
              <a:rPr lang="en-US" altLang="zh-CN" dirty="0"/>
              <a:t>---</a:t>
            </a:r>
            <a:r>
              <a:rPr lang="en-US" altLang="zh-CN" dirty="0" smtClean="0"/>
              <a:t>review</a:t>
            </a:r>
            <a:br>
              <a:rPr lang="en-US" altLang="zh-CN" dirty="0" smtClean="0"/>
            </a:br>
            <a:r>
              <a:rPr lang="en-US" altLang="zh-CN" dirty="0" smtClean="0"/>
              <a:t> </a:t>
            </a:r>
            <a:endParaRPr lang="zh-CN" altLang="en-US" dirty="0"/>
          </a:p>
        </p:txBody>
      </p:sp>
      <p:sp>
        <p:nvSpPr>
          <p:cNvPr id="4" name="TextBox 3"/>
          <p:cNvSpPr txBox="1"/>
          <p:nvPr/>
        </p:nvSpPr>
        <p:spPr>
          <a:xfrm>
            <a:off x="323528" y="908720"/>
            <a:ext cx="3744416" cy="461665"/>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400" b="1" dirty="0">
                <a:solidFill>
                  <a:srgbClr val="0070C0"/>
                </a:solidFill>
              </a:rPr>
              <a:t>处理</a:t>
            </a:r>
            <a:r>
              <a:rPr lang="en-US" altLang="zh-CN" sz="2400" b="1" dirty="0">
                <a:solidFill>
                  <a:srgbClr val="0070C0"/>
                </a:solidFill>
              </a:rPr>
              <a:t>review</a:t>
            </a:r>
            <a:r>
              <a:rPr lang="zh-CN" altLang="en-US" sz="2400" b="1" dirty="0">
                <a:solidFill>
                  <a:srgbClr val="0070C0"/>
                </a:solidFill>
              </a:rPr>
              <a:t>的小技巧</a:t>
            </a:r>
            <a:endParaRPr lang="zh-CN" altLang="en-US" sz="24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1000"/>
                                        <p:tgtEl>
                                          <p:spTgt spid="3">
                                            <p:txEl>
                                              <p:pRg st="4" end="4"/>
                                            </p:txEl>
                                          </p:spTgt>
                                        </p:tgtEl>
                                      </p:cBhvr>
                                    </p:animEffect>
                                    <p:anim calcmode="lin" valueType="num">
                                      <p:cBhvr>
                                        <p:cTn id="4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1000"/>
                                        <p:tgtEl>
                                          <p:spTgt spid="3">
                                            <p:txEl>
                                              <p:pRg st="5" end="5"/>
                                            </p:txEl>
                                          </p:spTgt>
                                        </p:tgtEl>
                                      </p:cBhvr>
                                    </p:animEffect>
                                    <p:anim calcmode="lin" valueType="num">
                                      <p:cBhvr>
                                        <p:cTn id="4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1" dirty="0">
                <a:solidFill>
                  <a:srgbClr val="0070C0"/>
                </a:solidFill>
              </a:rPr>
              <a:t>关于</a:t>
            </a:r>
            <a:r>
              <a:rPr lang="en-US" altLang="zh-CN" b="1" dirty="0" smtClean="0">
                <a:solidFill>
                  <a:srgbClr val="0070C0"/>
                </a:solidFill>
              </a:rPr>
              <a:t>A to Z</a:t>
            </a:r>
            <a:endParaRPr lang="en-US" altLang="zh-CN" b="1" dirty="0" smtClean="0"/>
          </a:p>
          <a:p>
            <a:pPr marL="109855" indent="0">
              <a:buNone/>
            </a:pPr>
            <a:endParaRPr lang="en-US" altLang="zh-CN" sz="2400" dirty="0" smtClean="0"/>
          </a:p>
          <a:p>
            <a:pPr marL="109855" indent="0">
              <a:buNone/>
            </a:pPr>
            <a:r>
              <a:rPr lang="en-US" altLang="zh-CN" sz="2400" dirty="0" smtClean="0"/>
              <a:t>A to Z </a:t>
            </a:r>
            <a:r>
              <a:rPr lang="zh-CN" altLang="en-US" sz="2400" dirty="0"/>
              <a:t>在亚马逊平台上可以理解为纠纷，客户因为包裹投递时间过长，客服态度差，产品货不对版，色差，尺寸不符等等一系列让他觉得不满意的因素导致客户向亚马逊平台</a:t>
            </a:r>
            <a:r>
              <a:rPr lang="zh-CN" altLang="en-US" sz="2400" dirty="0" smtClean="0"/>
              <a:t>投诉，要求</a:t>
            </a:r>
            <a:r>
              <a:rPr lang="zh-CN" altLang="en-US" sz="2400" dirty="0"/>
              <a:t>卖家退款，退货，重新发货</a:t>
            </a:r>
            <a:r>
              <a:rPr lang="zh-CN" altLang="en-US" sz="2400" dirty="0" smtClean="0"/>
              <a:t>。</a:t>
            </a:r>
            <a:endParaRPr lang="en-US" altLang="zh-CN" sz="2400" dirty="0" smtClean="0"/>
          </a:p>
          <a:p>
            <a:pPr marL="109855" indent="0">
              <a:buNone/>
            </a:pPr>
            <a:r>
              <a:rPr lang="zh-CN" altLang="en-US" sz="2400" dirty="0" smtClean="0"/>
              <a:t>出现</a:t>
            </a:r>
            <a:r>
              <a:rPr lang="zh-CN" altLang="en-US" sz="2400" dirty="0"/>
              <a:t>警报标志就表明纠纷太多，应该积极联系买家，要求买家撤出</a:t>
            </a:r>
            <a:r>
              <a:rPr lang="zh-CN" altLang="en-US" sz="2400" dirty="0" smtClean="0"/>
              <a:t>纠纷。</a:t>
            </a:r>
            <a:endParaRPr lang="zh-CN" altLang="en-US" sz="2400" dirty="0"/>
          </a:p>
        </p:txBody>
      </p:sp>
      <p:sp>
        <p:nvSpPr>
          <p:cNvPr id="4" name="标题 2"/>
          <p:cNvSpPr>
            <a:spLocks noGrp="1"/>
          </p:cNvSpPr>
          <p:nvPr>
            <p:ph type="title"/>
          </p:nvPr>
        </p:nvSpPr>
        <p:spPr>
          <a:xfrm>
            <a:off x="457200" y="274638"/>
            <a:ext cx="7139136" cy="706090"/>
          </a:xfrm>
        </p:spPr>
        <p:txBody>
          <a:bodyPr>
            <a:normAutofit fontScale="90000"/>
          </a:bodyPr>
          <a:lstStyle/>
          <a:p>
            <a:r>
              <a:rPr lang="en-US" altLang="zh-CN" dirty="0" smtClean="0">
                <a:effectLst/>
              </a:rPr>
              <a:t>4-3. A-Z </a:t>
            </a:r>
            <a:r>
              <a:rPr lang="en-US" altLang="zh-CN" dirty="0">
                <a:effectLst/>
              </a:rPr>
              <a:t>claim</a:t>
            </a:r>
            <a:r>
              <a:rPr lang="zh-CN" altLang="en-US" dirty="0">
                <a:effectLst/>
              </a:rPr>
              <a:t>处理流程及细则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fade">
                                      <p:cBhvr>
                                        <p:cTn id="18" dur="1000"/>
                                        <p:tgtEl>
                                          <p:spTgt spid="2">
                                            <p:txEl>
                                              <p:pRg st="2" end="2"/>
                                            </p:txEl>
                                          </p:spTgt>
                                        </p:tgtEl>
                                      </p:cBhvr>
                                    </p:animEffect>
                                    <p:anim calcmode="lin" valueType="num">
                                      <p:cBhvr>
                                        <p:cTn id="1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fade">
                                      <p:cBhvr>
                                        <p:cTn id="23" dur="1000"/>
                                        <p:tgtEl>
                                          <p:spTgt spid="2">
                                            <p:txEl>
                                              <p:pRg st="3" end="3"/>
                                            </p:txEl>
                                          </p:spTgt>
                                        </p:tgtEl>
                                      </p:cBhvr>
                                    </p:animEffect>
                                    <p:anim calcmode="lin" valueType="num">
                                      <p:cBhvr>
                                        <p:cTn id="2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052736"/>
            <a:ext cx="8352928" cy="5400600"/>
          </a:xfrm>
        </p:spPr>
        <p:txBody>
          <a:bodyPr>
            <a:normAutofit fontScale="92500" lnSpcReduction="10000"/>
          </a:bodyPr>
          <a:lstStyle/>
          <a:p>
            <a:r>
              <a:rPr lang="en-US" altLang="zh-CN" b="1" dirty="0" smtClean="0">
                <a:solidFill>
                  <a:srgbClr val="0070C0"/>
                </a:solidFill>
              </a:rPr>
              <a:t>A-Z </a:t>
            </a:r>
            <a:r>
              <a:rPr lang="en-US" altLang="zh-CN" b="1" dirty="0">
                <a:solidFill>
                  <a:srgbClr val="0070C0"/>
                </a:solidFill>
              </a:rPr>
              <a:t>claim</a:t>
            </a:r>
            <a:r>
              <a:rPr lang="zh-CN" altLang="en-US" b="1" dirty="0">
                <a:solidFill>
                  <a:srgbClr val="0070C0"/>
                </a:solidFill>
              </a:rPr>
              <a:t>细则说明：</a:t>
            </a:r>
            <a:endParaRPr lang="zh-CN" altLang="en-US" b="1" dirty="0">
              <a:solidFill>
                <a:srgbClr val="0070C0"/>
              </a:solidFill>
            </a:endParaRPr>
          </a:p>
          <a:p>
            <a:pPr marL="109855" indent="0">
              <a:buNone/>
            </a:pPr>
            <a:r>
              <a:rPr lang="en-US" altLang="zh-CN" sz="2400" dirty="0" smtClean="0">
                <a:solidFill>
                  <a:srgbClr val="FF0000"/>
                </a:solidFill>
              </a:rPr>
              <a:t>1.</a:t>
            </a:r>
            <a:r>
              <a:rPr lang="zh-CN" altLang="en-US" sz="2400" dirty="0" smtClean="0">
                <a:solidFill>
                  <a:srgbClr val="FF0000"/>
                </a:solidFill>
              </a:rPr>
              <a:t>查看方式：</a:t>
            </a:r>
            <a:r>
              <a:rPr lang="zh-CN" altLang="en-US" sz="2400" dirty="0" smtClean="0">
                <a:solidFill>
                  <a:schemeClr val="tx1">
                    <a:lumMod val="75000"/>
                    <a:lumOff val="25000"/>
                  </a:schemeClr>
                </a:solidFill>
              </a:rPr>
              <a:t>登</a:t>
            </a:r>
            <a:r>
              <a:rPr lang="zh-CN" altLang="en-US" sz="2400" dirty="0">
                <a:solidFill>
                  <a:schemeClr val="tx1">
                    <a:lumMod val="75000"/>
                    <a:lumOff val="25000"/>
                  </a:schemeClr>
                </a:solidFill>
              </a:rPr>
              <a:t>入亚马逊账号</a:t>
            </a:r>
            <a:r>
              <a:rPr lang="en-US" altLang="zh-CN" sz="2400" dirty="0" smtClean="0">
                <a:solidFill>
                  <a:schemeClr val="tx1">
                    <a:lumMod val="75000"/>
                    <a:lumOff val="25000"/>
                  </a:schemeClr>
                </a:solidFill>
              </a:rPr>
              <a:t>Performance</a:t>
            </a:r>
            <a:r>
              <a:rPr lang="zh-CN" altLang="en-US" sz="2400" dirty="0" smtClean="0">
                <a:solidFill>
                  <a:schemeClr val="tx1">
                    <a:lumMod val="75000"/>
                    <a:lumOff val="25000"/>
                  </a:schemeClr>
                </a:solidFill>
              </a:rPr>
              <a:t>下拉</a:t>
            </a:r>
            <a:r>
              <a:rPr lang="zh-CN" altLang="en-US" sz="2400" dirty="0">
                <a:solidFill>
                  <a:schemeClr val="tx1">
                    <a:lumMod val="75000"/>
                    <a:lumOff val="25000"/>
                  </a:schemeClr>
                </a:solidFill>
              </a:rPr>
              <a:t>菜单</a:t>
            </a:r>
            <a:r>
              <a:rPr lang="en-US" altLang="zh-CN" sz="2400" dirty="0">
                <a:solidFill>
                  <a:schemeClr val="tx1">
                    <a:lumMod val="75000"/>
                    <a:lumOff val="25000"/>
                  </a:schemeClr>
                </a:solidFill>
              </a:rPr>
              <a:t>A-to-z Guarantee Claims </a:t>
            </a:r>
            <a:r>
              <a:rPr lang="zh-CN" altLang="en-US" sz="2400" dirty="0">
                <a:solidFill>
                  <a:schemeClr val="tx1">
                    <a:lumMod val="75000"/>
                    <a:lumOff val="25000"/>
                  </a:schemeClr>
                </a:solidFill>
              </a:rPr>
              <a:t>查看是否有新增</a:t>
            </a:r>
            <a:r>
              <a:rPr lang="en-US" altLang="zh-CN" sz="2400" dirty="0">
                <a:solidFill>
                  <a:schemeClr val="tx1">
                    <a:lumMod val="75000"/>
                    <a:lumOff val="25000"/>
                  </a:schemeClr>
                </a:solidFill>
              </a:rPr>
              <a:t>claim</a:t>
            </a:r>
            <a:r>
              <a:rPr lang="zh-CN" altLang="en-US" sz="2400" dirty="0">
                <a:solidFill>
                  <a:schemeClr val="tx1">
                    <a:lumMod val="75000"/>
                    <a:lumOff val="25000"/>
                  </a:schemeClr>
                </a:solidFill>
              </a:rPr>
              <a:t>，另外如有新增</a:t>
            </a:r>
            <a:r>
              <a:rPr lang="en-US" altLang="zh-CN" sz="2400" dirty="0">
                <a:solidFill>
                  <a:schemeClr val="tx1">
                    <a:lumMod val="75000"/>
                    <a:lumOff val="25000"/>
                  </a:schemeClr>
                </a:solidFill>
              </a:rPr>
              <a:t>claim, </a:t>
            </a:r>
            <a:r>
              <a:rPr lang="zh-CN" altLang="en-US" sz="2400" dirty="0">
                <a:solidFill>
                  <a:schemeClr val="tx1">
                    <a:lumMod val="75000"/>
                    <a:lumOff val="25000"/>
                  </a:schemeClr>
                </a:solidFill>
              </a:rPr>
              <a:t>亚马逊也会发送一份通知到客服邮箱；</a:t>
            </a:r>
            <a:endParaRPr lang="zh-CN" altLang="en-US" sz="2400" dirty="0">
              <a:solidFill>
                <a:schemeClr val="tx1">
                  <a:lumMod val="75000"/>
                  <a:lumOff val="25000"/>
                </a:schemeClr>
              </a:solidFill>
            </a:endParaRPr>
          </a:p>
          <a:p>
            <a:pPr marL="109855" indent="0">
              <a:buNone/>
            </a:pPr>
            <a:r>
              <a:rPr lang="en-US" altLang="zh-CN" sz="2400" dirty="0"/>
              <a:t>2</a:t>
            </a:r>
            <a:r>
              <a:rPr lang="en-US" altLang="zh-CN" sz="2400" dirty="0" smtClean="0"/>
              <a:t>.</a:t>
            </a:r>
            <a:r>
              <a:rPr lang="zh-CN" altLang="en-US" sz="2400" dirty="0"/>
              <a:t> </a:t>
            </a:r>
            <a:r>
              <a:rPr lang="zh-CN" altLang="en-US" sz="2400" dirty="0" smtClean="0"/>
              <a:t>买家</a:t>
            </a:r>
            <a:r>
              <a:rPr lang="zh-CN" altLang="en-US" sz="2400" dirty="0"/>
              <a:t>在开启</a:t>
            </a:r>
            <a:r>
              <a:rPr lang="en-US" altLang="zh-CN" sz="2400" dirty="0"/>
              <a:t>claim</a:t>
            </a:r>
            <a:r>
              <a:rPr lang="zh-CN" altLang="en-US" sz="2400" dirty="0"/>
              <a:t>前</a:t>
            </a:r>
            <a:r>
              <a:rPr lang="zh-CN" altLang="en-US" sz="2400" dirty="0" smtClean="0"/>
              <a:t>必先</a:t>
            </a:r>
            <a:r>
              <a:rPr lang="zh-CN" altLang="en-US" sz="2400" dirty="0"/>
              <a:t>联系卖家，沟通后如果买家不满意卖家服务，问题没有得到解决，买家可以就以下问题开启</a:t>
            </a:r>
            <a:r>
              <a:rPr lang="en-US" altLang="zh-CN" sz="2400" dirty="0"/>
              <a:t>claim</a:t>
            </a:r>
            <a:r>
              <a:rPr lang="zh-CN" altLang="en-US" sz="2400" dirty="0" smtClean="0"/>
              <a:t>：</a:t>
            </a:r>
            <a:endParaRPr lang="en-US" altLang="zh-CN" sz="2400" dirty="0" smtClean="0"/>
          </a:p>
          <a:p>
            <a:pPr marL="109855" indent="0">
              <a:buNone/>
            </a:pPr>
            <a:r>
              <a:rPr lang="en-US" altLang="zh-CN" sz="2400" dirty="0" smtClean="0"/>
              <a:t>1</a:t>
            </a:r>
            <a:r>
              <a:rPr lang="zh-CN" altLang="en-US" sz="2400" dirty="0"/>
              <a:t>）没有收到</a:t>
            </a:r>
            <a:r>
              <a:rPr lang="zh-CN" altLang="en-US" sz="2400" dirty="0" smtClean="0"/>
              <a:t>物品</a:t>
            </a:r>
            <a:endParaRPr lang="en-US" altLang="zh-CN" sz="2400" dirty="0" smtClean="0"/>
          </a:p>
          <a:p>
            <a:pPr marL="109855" indent="0">
              <a:buNone/>
            </a:pPr>
            <a:r>
              <a:rPr lang="en-US" altLang="zh-CN" sz="2400" dirty="0" smtClean="0"/>
              <a:t>2</a:t>
            </a:r>
            <a:r>
              <a:rPr lang="zh-CN" altLang="en-US" sz="2400" dirty="0"/>
              <a:t>）收到的物品与描述不符，如物品损坏，质量有问题，部分缺失等；</a:t>
            </a:r>
            <a:endParaRPr lang="zh-CN" altLang="en-US" sz="2400" dirty="0"/>
          </a:p>
          <a:p>
            <a:pPr marL="109855" indent="0">
              <a:buNone/>
            </a:pPr>
            <a:r>
              <a:rPr lang="en-US" altLang="zh-CN" sz="2400" dirty="0"/>
              <a:t>3</a:t>
            </a:r>
            <a:r>
              <a:rPr lang="en-US" altLang="zh-CN" sz="2400" dirty="0" smtClean="0"/>
              <a:t>.</a:t>
            </a:r>
            <a:r>
              <a:rPr lang="zh-CN" altLang="en-US" sz="2400" dirty="0"/>
              <a:t> </a:t>
            </a:r>
            <a:r>
              <a:rPr lang="zh-CN" altLang="en-US" sz="2400" dirty="0" smtClean="0"/>
              <a:t>正常</a:t>
            </a:r>
            <a:r>
              <a:rPr lang="zh-CN" altLang="en-US" sz="2400" dirty="0"/>
              <a:t>情况下买家可以在购买物品</a:t>
            </a:r>
            <a:r>
              <a:rPr lang="en-US" altLang="zh-CN" sz="2400" dirty="0"/>
              <a:t>90</a:t>
            </a:r>
            <a:r>
              <a:rPr lang="zh-CN" altLang="en-US" sz="2400" dirty="0"/>
              <a:t>天内开启</a:t>
            </a:r>
            <a:r>
              <a:rPr lang="en-US" altLang="zh-CN" sz="2400" dirty="0"/>
              <a:t>claim</a:t>
            </a:r>
            <a:r>
              <a:rPr lang="zh-CN" altLang="en-US" sz="2400" dirty="0"/>
              <a:t>。特殊情况下对于超过</a:t>
            </a:r>
            <a:r>
              <a:rPr lang="en-US" altLang="zh-CN" sz="2400" dirty="0"/>
              <a:t>90</a:t>
            </a:r>
            <a:r>
              <a:rPr lang="zh-CN" altLang="en-US" sz="2400" dirty="0"/>
              <a:t>天且不长于</a:t>
            </a:r>
            <a:r>
              <a:rPr lang="en-US" altLang="zh-CN" sz="2400" dirty="0"/>
              <a:t>6</a:t>
            </a:r>
            <a:r>
              <a:rPr lang="zh-CN" altLang="en-US" sz="2400" dirty="0"/>
              <a:t>个月的订单，买家也还可以联系亚马逊客服部，由亚马逊决定买家是否可以开启</a:t>
            </a:r>
            <a:r>
              <a:rPr lang="en-US" altLang="zh-CN" sz="2400" dirty="0"/>
              <a:t>claim</a:t>
            </a:r>
            <a:r>
              <a:rPr lang="zh-CN" altLang="en-US" sz="2400" dirty="0"/>
              <a:t>；</a:t>
            </a:r>
            <a:endParaRPr lang="zh-CN" altLang="en-US" sz="2400" dirty="0"/>
          </a:p>
          <a:p>
            <a:pPr marL="109855" indent="0">
              <a:buNone/>
            </a:pPr>
            <a:r>
              <a:rPr lang="en-US" altLang="zh-CN" sz="2400" dirty="0"/>
              <a:t>4</a:t>
            </a:r>
            <a:r>
              <a:rPr lang="en-US" altLang="zh-CN" sz="2400" dirty="0" smtClean="0"/>
              <a:t>.</a:t>
            </a:r>
            <a:r>
              <a:rPr lang="zh-CN" altLang="en-US" sz="2400" dirty="0"/>
              <a:t> </a:t>
            </a:r>
            <a:r>
              <a:rPr lang="zh-CN" altLang="en-US" sz="2400" dirty="0" smtClean="0"/>
              <a:t>卖</a:t>
            </a:r>
            <a:r>
              <a:rPr lang="zh-CN" altLang="en-US" sz="2400" dirty="0"/>
              <a:t>家需要在</a:t>
            </a:r>
            <a:r>
              <a:rPr lang="en-US" altLang="zh-CN" sz="2400" dirty="0"/>
              <a:t>claim</a:t>
            </a:r>
            <a:r>
              <a:rPr lang="zh-CN" altLang="en-US" sz="2400" dirty="0"/>
              <a:t>开启</a:t>
            </a:r>
            <a:r>
              <a:rPr lang="en-US" altLang="zh-CN" sz="2400" dirty="0"/>
              <a:t>7</a:t>
            </a:r>
            <a:r>
              <a:rPr lang="zh-CN" altLang="en-US" sz="2400" dirty="0"/>
              <a:t>天内在亚马逊上面进行跟进回复；</a:t>
            </a:r>
            <a:endParaRPr lang="zh-CN" altLang="en-US" sz="2400" dirty="0"/>
          </a:p>
          <a:p>
            <a:pPr marL="109855" indent="0">
              <a:buNone/>
            </a:pPr>
            <a:r>
              <a:rPr lang="en-US" altLang="zh-CN" sz="2400" dirty="0"/>
              <a:t>5</a:t>
            </a:r>
            <a:r>
              <a:rPr lang="en-US" altLang="zh-CN" sz="2400" dirty="0" smtClean="0"/>
              <a:t>.</a:t>
            </a:r>
            <a:r>
              <a:rPr lang="zh-CN" altLang="en-US" sz="2400" dirty="0"/>
              <a:t> </a:t>
            </a:r>
            <a:r>
              <a:rPr lang="zh-CN" altLang="en-US" sz="2400" dirty="0" smtClean="0"/>
              <a:t>对于</a:t>
            </a:r>
            <a:r>
              <a:rPr lang="zh-CN" altLang="en-US" sz="2400" dirty="0"/>
              <a:t>已经退款或者开启了</a:t>
            </a:r>
            <a:r>
              <a:rPr lang="en-US" altLang="zh-CN" sz="2400" dirty="0"/>
              <a:t>chargeback</a:t>
            </a:r>
            <a:r>
              <a:rPr lang="zh-CN" altLang="en-US" sz="2400" dirty="0"/>
              <a:t>的订单，买家不能再开启</a:t>
            </a:r>
            <a:r>
              <a:rPr lang="en-US" altLang="zh-CN" sz="2400" dirty="0"/>
              <a:t>claim</a:t>
            </a:r>
            <a:r>
              <a:rPr lang="zh-CN" altLang="en-US" sz="2400" dirty="0"/>
              <a:t>。</a:t>
            </a:r>
            <a:endParaRPr lang="zh-CN" altLang="en-US" sz="2400" dirty="0"/>
          </a:p>
          <a:p>
            <a:endParaRPr lang="zh-CN" altLang="en-US" dirty="0"/>
          </a:p>
        </p:txBody>
      </p:sp>
      <p:sp>
        <p:nvSpPr>
          <p:cNvPr id="4" name="标题 2"/>
          <p:cNvSpPr>
            <a:spLocks noGrp="1"/>
          </p:cNvSpPr>
          <p:nvPr>
            <p:ph type="title"/>
          </p:nvPr>
        </p:nvSpPr>
        <p:spPr>
          <a:xfrm>
            <a:off x="457200" y="274638"/>
            <a:ext cx="7139136" cy="706090"/>
          </a:xfrm>
        </p:spPr>
        <p:txBody>
          <a:bodyPr>
            <a:normAutofit fontScale="90000"/>
          </a:bodyPr>
          <a:lstStyle/>
          <a:p>
            <a:r>
              <a:rPr lang="en-US" altLang="zh-CN" dirty="0" smtClean="0">
                <a:effectLst/>
              </a:rPr>
              <a:t>4-3. A-Z </a:t>
            </a:r>
            <a:r>
              <a:rPr lang="en-US" altLang="zh-CN" dirty="0">
                <a:effectLst/>
              </a:rPr>
              <a:t>claim</a:t>
            </a:r>
            <a:r>
              <a:rPr lang="zh-CN" altLang="en-US" dirty="0">
                <a:effectLst/>
              </a:rPr>
              <a:t>处理流程及细则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1000"/>
                                        <p:tgtEl>
                                          <p:spTgt spid="2">
                                            <p:txEl>
                                              <p:pRg st="1" end="1"/>
                                            </p:txEl>
                                          </p:spTgt>
                                        </p:tgtEl>
                                      </p:cBhvr>
                                    </p:animEffect>
                                    <p:anim calcmode="lin" valueType="num">
                                      <p:cBhvr>
                                        <p:cTn id="1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1000"/>
                                        <p:tgtEl>
                                          <p:spTgt spid="2">
                                            <p:txEl>
                                              <p:pRg st="2" end="2"/>
                                            </p:txEl>
                                          </p:spTgt>
                                        </p:tgtEl>
                                      </p:cBhvr>
                                    </p:animEffect>
                                    <p:anim calcmode="lin" valueType="num">
                                      <p:cBhvr>
                                        <p:cTn id="2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fade">
                                      <p:cBhvr>
                                        <p:cTn id="33" dur="1000"/>
                                        <p:tgtEl>
                                          <p:spTgt spid="2">
                                            <p:txEl>
                                              <p:pRg st="4" end="4"/>
                                            </p:txEl>
                                          </p:spTgt>
                                        </p:tgtEl>
                                      </p:cBhvr>
                                    </p:animEffect>
                                    <p:anim calcmode="lin" valueType="num">
                                      <p:cBhvr>
                                        <p:cTn id="34"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fade">
                                      <p:cBhvr>
                                        <p:cTn id="38" dur="1000"/>
                                        <p:tgtEl>
                                          <p:spTgt spid="2">
                                            <p:txEl>
                                              <p:pRg st="5" end="5"/>
                                            </p:txEl>
                                          </p:spTgt>
                                        </p:tgtEl>
                                      </p:cBhvr>
                                    </p:animEffect>
                                    <p:anim calcmode="lin" valueType="num">
                                      <p:cBhvr>
                                        <p:cTn id="3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Effect transition="in" filter="fade">
                                      <p:cBhvr>
                                        <p:cTn id="43" dur="1000"/>
                                        <p:tgtEl>
                                          <p:spTgt spid="2">
                                            <p:txEl>
                                              <p:pRg st="6" end="6"/>
                                            </p:txEl>
                                          </p:spTgt>
                                        </p:tgtEl>
                                      </p:cBhvr>
                                    </p:animEffect>
                                    <p:anim calcmode="lin" valueType="num">
                                      <p:cBhvr>
                                        <p:cTn id="4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Effect transition="in" filter="fade">
                                      <p:cBhvr>
                                        <p:cTn id="48" dur="1000"/>
                                        <p:tgtEl>
                                          <p:spTgt spid="2">
                                            <p:txEl>
                                              <p:pRg st="7" end="7"/>
                                            </p:txEl>
                                          </p:spTgt>
                                        </p:tgtEl>
                                      </p:cBhvr>
                                    </p:animEffect>
                                    <p:anim calcmode="lin" valueType="num">
                                      <p:cBhvr>
                                        <p:cTn id="49"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3830" y="0"/>
            <a:ext cx="8984208" cy="6918978"/>
          </a:xfrm>
        </p:spPr>
      </p:pic>
      <p:sp>
        <p:nvSpPr>
          <p:cNvPr id="3" name="矩形 2"/>
          <p:cNvSpPr/>
          <p:nvPr/>
        </p:nvSpPr>
        <p:spPr>
          <a:xfrm>
            <a:off x="1907704" y="5099446"/>
            <a:ext cx="576064" cy="28803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1124744"/>
            <a:ext cx="8219256" cy="4882547"/>
          </a:xfrm>
        </p:spPr>
        <p:txBody>
          <a:bodyPr>
            <a:normAutofit fontScale="92500" lnSpcReduction="20000"/>
          </a:bodyPr>
          <a:lstStyle/>
          <a:p>
            <a:r>
              <a:rPr lang="en-US" altLang="zh-CN" b="1" dirty="0" smtClean="0">
                <a:solidFill>
                  <a:srgbClr val="0070C0"/>
                </a:solidFill>
              </a:rPr>
              <a:t>A-Z Claim</a:t>
            </a:r>
            <a:r>
              <a:rPr lang="zh-CN" altLang="en-US" b="1" dirty="0">
                <a:solidFill>
                  <a:srgbClr val="0070C0"/>
                </a:solidFill>
              </a:rPr>
              <a:t>流程图说明：</a:t>
            </a:r>
            <a:endParaRPr lang="zh-CN" altLang="en-US" dirty="0">
              <a:solidFill>
                <a:srgbClr val="0070C0"/>
              </a:solidFill>
            </a:endParaRPr>
          </a:p>
          <a:p>
            <a:pPr marL="109855" indent="0">
              <a:buNone/>
            </a:pPr>
            <a:r>
              <a:rPr lang="en-US" altLang="zh-CN" dirty="0">
                <a:solidFill>
                  <a:srgbClr val="FF0000"/>
                </a:solidFill>
              </a:rPr>
              <a:t>1</a:t>
            </a:r>
            <a:r>
              <a:rPr lang="en-US" altLang="zh-CN" dirty="0" smtClean="0">
                <a:solidFill>
                  <a:srgbClr val="FF0000"/>
                </a:solidFill>
              </a:rPr>
              <a:t>.</a:t>
            </a:r>
            <a:r>
              <a:rPr lang="zh-CN" altLang="en-US" dirty="0" smtClean="0">
                <a:solidFill>
                  <a:srgbClr val="FF0000"/>
                </a:solidFill>
              </a:rPr>
              <a:t>卖</a:t>
            </a:r>
            <a:r>
              <a:rPr lang="zh-CN" altLang="en-US" dirty="0">
                <a:solidFill>
                  <a:srgbClr val="FF0000"/>
                </a:solidFill>
              </a:rPr>
              <a:t>家原因：</a:t>
            </a:r>
            <a:r>
              <a:rPr lang="zh-CN" altLang="en-US" dirty="0"/>
              <a:t>即由于卖家方面有过错引发买家开启</a:t>
            </a:r>
            <a:r>
              <a:rPr lang="en-US" altLang="zh-CN" dirty="0"/>
              <a:t>claim</a:t>
            </a:r>
            <a:r>
              <a:rPr lang="zh-CN" altLang="en-US" dirty="0"/>
              <a:t>的情况，如质量问题，发错或包错等；</a:t>
            </a:r>
            <a:endParaRPr lang="zh-CN" altLang="en-US" dirty="0"/>
          </a:p>
          <a:p>
            <a:pPr marL="109855" indent="0">
              <a:buNone/>
            </a:pPr>
            <a:r>
              <a:rPr lang="en-US" altLang="zh-CN" dirty="0">
                <a:solidFill>
                  <a:srgbClr val="FF0000"/>
                </a:solidFill>
              </a:rPr>
              <a:t>2</a:t>
            </a:r>
            <a:r>
              <a:rPr lang="en-US" altLang="zh-CN" dirty="0" smtClean="0">
                <a:solidFill>
                  <a:srgbClr val="FF0000"/>
                </a:solidFill>
              </a:rPr>
              <a:t>.</a:t>
            </a:r>
            <a:r>
              <a:rPr lang="zh-CN" altLang="en-US" dirty="0" smtClean="0">
                <a:solidFill>
                  <a:srgbClr val="FF0000"/>
                </a:solidFill>
              </a:rPr>
              <a:t>买家</a:t>
            </a:r>
            <a:r>
              <a:rPr lang="zh-CN" altLang="en-US" dirty="0">
                <a:solidFill>
                  <a:srgbClr val="FF0000"/>
                </a:solidFill>
              </a:rPr>
              <a:t>原因：</a:t>
            </a:r>
            <a:r>
              <a:rPr lang="zh-CN" altLang="en-US" dirty="0"/>
              <a:t>即由于买家方面有过错却开启</a:t>
            </a:r>
            <a:r>
              <a:rPr lang="en-US" altLang="zh-CN" dirty="0"/>
              <a:t>claim</a:t>
            </a:r>
            <a:r>
              <a:rPr lang="zh-CN" altLang="en-US" dirty="0"/>
              <a:t>的情况，如买家买错要求换货，退货等；</a:t>
            </a:r>
            <a:endParaRPr lang="zh-CN" altLang="en-US" dirty="0"/>
          </a:p>
          <a:p>
            <a:pPr marL="109855" indent="0">
              <a:buNone/>
            </a:pPr>
            <a:r>
              <a:rPr lang="en-US" altLang="zh-CN" dirty="0">
                <a:solidFill>
                  <a:srgbClr val="FF0000"/>
                </a:solidFill>
              </a:rPr>
              <a:t>3.</a:t>
            </a:r>
            <a:r>
              <a:rPr lang="zh-CN" altLang="en-US" dirty="0">
                <a:solidFill>
                  <a:srgbClr val="FF0000"/>
                </a:solidFill>
              </a:rPr>
              <a:t> 在亚马逊规定的最迟回复时间前回复</a:t>
            </a:r>
            <a:r>
              <a:rPr lang="en-US" altLang="zh-CN" dirty="0">
                <a:solidFill>
                  <a:srgbClr val="FF0000"/>
                </a:solidFill>
              </a:rPr>
              <a:t>claim</a:t>
            </a:r>
            <a:r>
              <a:rPr lang="zh-CN" altLang="en-US" dirty="0">
                <a:solidFill>
                  <a:srgbClr val="FF0000"/>
                </a:solidFill>
              </a:rPr>
              <a:t>：</a:t>
            </a:r>
            <a:r>
              <a:rPr lang="zh-CN" altLang="en-US" dirty="0"/>
              <a:t>对于买家不愿意合作关闭</a:t>
            </a:r>
            <a:r>
              <a:rPr lang="en-US" altLang="zh-CN" dirty="0"/>
              <a:t>claim</a:t>
            </a:r>
            <a:r>
              <a:rPr lang="zh-CN" altLang="en-US" dirty="0"/>
              <a:t>，尤其</a:t>
            </a:r>
            <a:r>
              <a:rPr lang="zh-CN" altLang="en-US" dirty="0" smtClean="0"/>
              <a:t>是</a:t>
            </a:r>
            <a:r>
              <a:rPr lang="zh-CN" altLang="en-US" dirty="0"/>
              <a:t>在</a:t>
            </a:r>
            <a:r>
              <a:rPr lang="zh-CN" altLang="en-US" dirty="0" smtClean="0"/>
              <a:t>卖</a:t>
            </a:r>
            <a:r>
              <a:rPr lang="zh-CN" altLang="en-US" dirty="0"/>
              <a:t>家有过错的情况，需在亚马逊规定的最迟回复时间当天或者前一天在亚马逊</a:t>
            </a:r>
            <a:r>
              <a:rPr lang="en-US" altLang="zh-CN" dirty="0"/>
              <a:t>claim</a:t>
            </a:r>
            <a:r>
              <a:rPr lang="zh-CN" altLang="en-US" dirty="0"/>
              <a:t>处进行回复。因为一旦卖家提交处理</a:t>
            </a:r>
            <a:r>
              <a:rPr lang="en-US" altLang="zh-CN" dirty="0"/>
              <a:t>claim</a:t>
            </a:r>
            <a:r>
              <a:rPr lang="zh-CN" altLang="en-US" dirty="0"/>
              <a:t>，亚马逊便会介入调查，且大多数情况不利于卖家；</a:t>
            </a:r>
            <a:endParaRPr lang="zh-CN" altLang="en-US" dirty="0"/>
          </a:p>
          <a:p>
            <a:pPr marL="109855" indent="0">
              <a:buNone/>
            </a:pPr>
            <a:r>
              <a:rPr lang="en-US" altLang="zh-CN" dirty="0">
                <a:solidFill>
                  <a:srgbClr val="FF0000"/>
                </a:solidFill>
              </a:rPr>
              <a:t>4.</a:t>
            </a:r>
            <a:r>
              <a:rPr lang="zh-CN" altLang="en-US" dirty="0">
                <a:solidFill>
                  <a:srgbClr val="FF0000"/>
                </a:solidFill>
              </a:rPr>
              <a:t> 卖家</a:t>
            </a:r>
            <a:r>
              <a:rPr lang="zh-CN" altLang="en-US" dirty="0" smtClean="0">
                <a:solidFill>
                  <a:srgbClr val="FF0000"/>
                </a:solidFill>
              </a:rPr>
              <a:t>赢：</a:t>
            </a:r>
            <a:r>
              <a:rPr lang="zh-CN" altLang="en-US" dirty="0" smtClean="0"/>
              <a:t>包括</a:t>
            </a:r>
            <a:r>
              <a:rPr lang="zh-CN" altLang="en-US" dirty="0"/>
              <a:t>以下状态：</a:t>
            </a:r>
            <a:r>
              <a:rPr lang="en-US" altLang="zh-CN" dirty="0"/>
              <a:t>Claim Closed</a:t>
            </a:r>
            <a:r>
              <a:rPr lang="zh-CN" altLang="en-US" dirty="0"/>
              <a:t>，</a:t>
            </a:r>
            <a:r>
              <a:rPr lang="en-US" altLang="zh-CN" dirty="0"/>
              <a:t>Claim Withdrawn</a:t>
            </a:r>
            <a:endParaRPr lang="zh-CN" altLang="en-US" dirty="0"/>
          </a:p>
          <a:p>
            <a:pPr marL="109855" indent="0">
              <a:buNone/>
            </a:pPr>
            <a:r>
              <a:rPr lang="en-US" altLang="zh-CN" dirty="0">
                <a:solidFill>
                  <a:srgbClr val="FF0000"/>
                </a:solidFill>
              </a:rPr>
              <a:t>5.</a:t>
            </a:r>
            <a:r>
              <a:rPr lang="zh-CN" altLang="en-US" dirty="0">
                <a:solidFill>
                  <a:srgbClr val="FF0000"/>
                </a:solidFill>
              </a:rPr>
              <a:t>买家</a:t>
            </a:r>
            <a:r>
              <a:rPr lang="zh-CN" altLang="en-US" dirty="0" smtClean="0">
                <a:solidFill>
                  <a:srgbClr val="FF0000"/>
                </a:solidFill>
              </a:rPr>
              <a:t>赢：</a:t>
            </a:r>
            <a:r>
              <a:rPr lang="zh-CN" altLang="en-US" dirty="0" smtClean="0"/>
              <a:t>包括</a:t>
            </a:r>
            <a:r>
              <a:rPr lang="zh-CN" altLang="en-US" dirty="0"/>
              <a:t>以下状态：</a:t>
            </a:r>
            <a:r>
              <a:rPr lang="en-US" altLang="zh-CN" dirty="0"/>
              <a:t>Order Refunded</a:t>
            </a:r>
            <a:r>
              <a:rPr lang="zh-CN" altLang="en-US" dirty="0"/>
              <a:t>，</a:t>
            </a:r>
            <a:r>
              <a:rPr lang="en-US" altLang="zh-CN" dirty="0"/>
              <a:t>Claim Granted </a:t>
            </a:r>
            <a:r>
              <a:rPr lang="zh-CN" altLang="en-US" dirty="0"/>
              <a:t>（</a:t>
            </a:r>
            <a:r>
              <a:rPr lang="en-US" altLang="zh-CN" dirty="0"/>
              <a:t>Seller Funded</a:t>
            </a:r>
            <a:r>
              <a:rPr lang="zh-CN" altLang="en-US" dirty="0"/>
              <a:t>） </a:t>
            </a:r>
            <a:endParaRPr lang="zh-CN" altLang="en-US" dirty="0"/>
          </a:p>
          <a:p>
            <a:endParaRPr lang="zh-CN" altLang="en-US" dirty="0"/>
          </a:p>
        </p:txBody>
      </p:sp>
      <p:sp>
        <p:nvSpPr>
          <p:cNvPr id="3" name="标题 2"/>
          <p:cNvSpPr>
            <a:spLocks noGrp="1"/>
          </p:cNvSpPr>
          <p:nvPr>
            <p:ph type="title"/>
          </p:nvPr>
        </p:nvSpPr>
        <p:spPr>
          <a:xfrm>
            <a:off x="457200" y="274638"/>
            <a:ext cx="7139136" cy="706090"/>
          </a:xfrm>
        </p:spPr>
        <p:txBody>
          <a:bodyPr>
            <a:normAutofit fontScale="90000"/>
          </a:bodyPr>
          <a:lstStyle/>
          <a:p>
            <a:r>
              <a:rPr lang="en-US" altLang="zh-CN" dirty="0" smtClean="0">
                <a:effectLst/>
              </a:rPr>
              <a:t>4-3. A-Z </a:t>
            </a:r>
            <a:r>
              <a:rPr lang="en-US" altLang="zh-CN" dirty="0">
                <a:effectLst/>
              </a:rPr>
              <a:t>claim</a:t>
            </a:r>
            <a:r>
              <a:rPr lang="zh-CN" altLang="en-US" dirty="0">
                <a:effectLst/>
              </a:rPr>
              <a:t>处理流程及细则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1000"/>
                                        <p:tgtEl>
                                          <p:spTgt spid="2">
                                            <p:txEl>
                                              <p:pRg st="1" end="1"/>
                                            </p:txEl>
                                          </p:spTgt>
                                        </p:tgtEl>
                                      </p:cBhvr>
                                    </p:animEffect>
                                    <p:anim calcmode="lin" valueType="num">
                                      <p:cBhvr>
                                        <p:cTn id="1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1000"/>
                                        <p:tgtEl>
                                          <p:spTgt spid="2">
                                            <p:txEl>
                                              <p:pRg st="2" end="2"/>
                                            </p:txEl>
                                          </p:spTgt>
                                        </p:tgtEl>
                                      </p:cBhvr>
                                    </p:animEffect>
                                    <p:anim calcmode="lin" valueType="num">
                                      <p:cBhvr>
                                        <p:cTn id="2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fade">
                                      <p:cBhvr>
                                        <p:cTn id="33" dur="1000"/>
                                        <p:tgtEl>
                                          <p:spTgt spid="2">
                                            <p:txEl>
                                              <p:pRg st="4" end="4"/>
                                            </p:txEl>
                                          </p:spTgt>
                                        </p:tgtEl>
                                      </p:cBhvr>
                                    </p:animEffect>
                                    <p:anim calcmode="lin" valueType="num">
                                      <p:cBhvr>
                                        <p:cTn id="34"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fade">
                                      <p:cBhvr>
                                        <p:cTn id="38" dur="1000"/>
                                        <p:tgtEl>
                                          <p:spTgt spid="2">
                                            <p:txEl>
                                              <p:pRg st="5" end="5"/>
                                            </p:txEl>
                                          </p:spTgt>
                                        </p:tgtEl>
                                      </p:cBhvr>
                                    </p:animEffect>
                                    <p:anim calcmode="lin" valueType="num">
                                      <p:cBhvr>
                                        <p:cTn id="3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196752"/>
            <a:ext cx="8291264" cy="4810539"/>
          </a:xfrm>
        </p:spPr>
        <p:txBody>
          <a:bodyPr>
            <a:normAutofit fontScale="77500" lnSpcReduction="20000"/>
          </a:bodyPr>
          <a:lstStyle/>
          <a:p>
            <a:r>
              <a:rPr lang="en-US" altLang="zh-CN" sz="3100" b="1" dirty="0" smtClean="0">
                <a:solidFill>
                  <a:srgbClr val="0070C0"/>
                </a:solidFill>
              </a:rPr>
              <a:t>Chargeback Claims </a:t>
            </a:r>
            <a:r>
              <a:rPr lang="zh-CN" altLang="en-US" sz="3100" b="1" dirty="0" smtClean="0">
                <a:solidFill>
                  <a:srgbClr val="0070C0"/>
                </a:solidFill>
              </a:rPr>
              <a:t>细则说明：</a:t>
            </a:r>
            <a:endParaRPr lang="zh-CN" altLang="en-US" sz="3100" b="1" dirty="0">
              <a:solidFill>
                <a:srgbClr val="0070C0"/>
              </a:solidFill>
            </a:endParaRPr>
          </a:p>
          <a:p>
            <a:pPr marL="109855" indent="0">
              <a:buNone/>
            </a:pPr>
            <a:r>
              <a:rPr lang="en-US" altLang="zh-CN" dirty="0"/>
              <a:t>Chargeback claims</a:t>
            </a:r>
            <a:r>
              <a:rPr lang="zh-CN" altLang="en-US" dirty="0"/>
              <a:t>是指信用卡撤单，也叫信用卡退单，是指买家要求信用卡公司撤销已经结算的交易。买家可以根据信用卡组织的规则和时限向其发卡方提出退单。国际信用卡的拒付期一般是</a:t>
            </a:r>
            <a:r>
              <a:rPr lang="en-US" altLang="zh-CN" dirty="0"/>
              <a:t>180</a:t>
            </a:r>
            <a:r>
              <a:rPr lang="zh-CN" altLang="en-US" dirty="0"/>
              <a:t>天，所以买家发起退单有可能在数周甚至数月后，大部分的信用卡撤单是发生在交易</a:t>
            </a:r>
            <a:r>
              <a:rPr lang="en-US" altLang="zh-CN" dirty="0"/>
              <a:t>45</a:t>
            </a:r>
            <a:r>
              <a:rPr lang="zh-CN" altLang="en-US" dirty="0"/>
              <a:t>天以内。</a:t>
            </a:r>
            <a:endParaRPr lang="zh-CN" altLang="en-US" dirty="0"/>
          </a:p>
          <a:p>
            <a:pPr marL="109855" indent="0">
              <a:buNone/>
            </a:pPr>
            <a:endParaRPr lang="en-US" altLang="zh-CN" dirty="0" smtClean="0"/>
          </a:p>
          <a:p>
            <a:pPr marL="109855" indent="0">
              <a:buNone/>
            </a:pPr>
            <a:r>
              <a:rPr lang="en-US" altLang="zh-CN" dirty="0" smtClean="0">
                <a:solidFill>
                  <a:srgbClr val="FF0000"/>
                </a:solidFill>
              </a:rPr>
              <a:t>1.</a:t>
            </a:r>
            <a:r>
              <a:rPr lang="zh-CN" altLang="en-US" dirty="0" smtClean="0">
                <a:solidFill>
                  <a:srgbClr val="FF0000"/>
                </a:solidFill>
              </a:rPr>
              <a:t>常见</a:t>
            </a:r>
            <a:r>
              <a:rPr lang="zh-CN" altLang="en-US" dirty="0">
                <a:solidFill>
                  <a:srgbClr val="FF0000"/>
                </a:solidFill>
              </a:rPr>
              <a:t>的</a:t>
            </a:r>
            <a:r>
              <a:rPr lang="en-US" altLang="zh-CN" dirty="0">
                <a:solidFill>
                  <a:srgbClr val="FF0000"/>
                </a:solidFill>
              </a:rPr>
              <a:t>Chargeback claims</a:t>
            </a:r>
            <a:r>
              <a:rPr lang="zh-CN" altLang="en-US" dirty="0">
                <a:solidFill>
                  <a:srgbClr val="FF0000"/>
                </a:solidFill>
              </a:rPr>
              <a:t>有以下几种情况</a:t>
            </a:r>
            <a:r>
              <a:rPr lang="zh-CN" altLang="en-US" dirty="0"/>
              <a:t>：</a:t>
            </a:r>
            <a:endParaRPr lang="zh-CN" altLang="en-US" dirty="0"/>
          </a:p>
          <a:p>
            <a:pPr marL="109855" indent="0">
              <a:buNone/>
            </a:pPr>
            <a:r>
              <a:rPr lang="en-US" altLang="zh-CN" dirty="0"/>
              <a:t>1</a:t>
            </a:r>
            <a:r>
              <a:rPr lang="zh-CN" altLang="en-US" dirty="0"/>
              <a:t>）未经授权使用。就是持卡人的信用卡信息被人盗取，盗卡人以持卡人的名誉刷卡消费；</a:t>
            </a:r>
            <a:endParaRPr lang="zh-CN" altLang="en-US" dirty="0"/>
          </a:p>
          <a:p>
            <a:pPr marL="109855" indent="0">
              <a:buNone/>
            </a:pPr>
            <a:r>
              <a:rPr lang="en-US" altLang="zh-CN" dirty="0" smtClean="0"/>
              <a:t>2</a:t>
            </a:r>
            <a:r>
              <a:rPr lang="zh-CN" altLang="en-US" dirty="0"/>
              <a:t>）</a:t>
            </a:r>
            <a:r>
              <a:rPr lang="zh-CN" altLang="en-US" dirty="0" smtClean="0"/>
              <a:t>物品</a:t>
            </a:r>
            <a:r>
              <a:rPr lang="zh-CN" altLang="en-US" dirty="0"/>
              <a:t>与描述不符。买家付款后收到的物品与期望的显著不符</a:t>
            </a:r>
            <a:endParaRPr lang="zh-CN" altLang="en-US" dirty="0"/>
          </a:p>
          <a:p>
            <a:pPr marL="109855" indent="0">
              <a:buNone/>
            </a:pPr>
            <a:r>
              <a:rPr lang="en-US" altLang="zh-CN" dirty="0"/>
              <a:t>3</a:t>
            </a:r>
            <a:r>
              <a:rPr lang="zh-CN" altLang="en-US" dirty="0" smtClean="0"/>
              <a:t>）物品</a:t>
            </a:r>
            <a:r>
              <a:rPr lang="zh-CN" altLang="en-US" dirty="0"/>
              <a:t>未收到。买家付款后未收到物品</a:t>
            </a:r>
            <a:r>
              <a:rPr lang="zh-CN" altLang="en-US" dirty="0" smtClean="0"/>
              <a:t>。</a:t>
            </a:r>
            <a:endParaRPr lang="en-US" altLang="zh-CN" dirty="0" smtClean="0"/>
          </a:p>
          <a:p>
            <a:pPr marL="109855" indent="0">
              <a:buNone/>
            </a:pPr>
            <a:endParaRPr lang="en-US" altLang="zh-CN" b="1" dirty="0" smtClean="0"/>
          </a:p>
          <a:p>
            <a:pPr marL="109855" indent="0">
              <a:buNone/>
            </a:pPr>
            <a:r>
              <a:rPr lang="en-US" altLang="zh-CN" dirty="0" smtClean="0">
                <a:solidFill>
                  <a:srgbClr val="FF0000"/>
                </a:solidFill>
              </a:rPr>
              <a:t>2.</a:t>
            </a:r>
            <a:r>
              <a:rPr lang="zh-CN" altLang="en-US" dirty="0" smtClean="0">
                <a:solidFill>
                  <a:srgbClr val="FF0000"/>
                </a:solidFill>
              </a:rPr>
              <a:t>时间</a:t>
            </a:r>
            <a:r>
              <a:rPr lang="zh-CN" altLang="en-US" dirty="0">
                <a:solidFill>
                  <a:srgbClr val="FF0000"/>
                </a:solidFill>
              </a:rPr>
              <a:t>限制</a:t>
            </a:r>
            <a:r>
              <a:rPr lang="zh-CN" altLang="en-US" dirty="0" smtClean="0">
                <a:solidFill>
                  <a:srgbClr val="FF0000"/>
                </a:solidFill>
              </a:rPr>
              <a:t>：</a:t>
            </a:r>
            <a:r>
              <a:rPr lang="zh-CN" altLang="en-US" dirty="0" smtClean="0"/>
              <a:t>卖</a:t>
            </a:r>
            <a:r>
              <a:rPr lang="zh-CN" altLang="en-US" dirty="0"/>
              <a:t>家必须在</a:t>
            </a:r>
            <a:r>
              <a:rPr lang="en-US" altLang="zh-CN" dirty="0"/>
              <a:t>chargeback claim</a:t>
            </a:r>
            <a:r>
              <a:rPr lang="zh-CN" altLang="en-US" dirty="0"/>
              <a:t>开启后</a:t>
            </a:r>
            <a:r>
              <a:rPr lang="en-US" altLang="zh-CN" dirty="0"/>
              <a:t>7</a:t>
            </a:r>
            <a:r>
              <a:rPr lang="zh-CN" altLang="en-US" dirty="0"/>
              <a:t>天内进行回复，具体最迟回复时间可以看亚马逊提示； 若超过该时间不回复，亚马逊将会直接判定将款项退还给买家。</a:t>
            </a:r>
            <a:endParaRPr lang="zh-CN" altLang="en-US" dirty="0"/>
          </a:p>
          <a:p>
            <a:endParaRPr lang="zh-CN" altLang="en-US" dirty="0"/>
          </a:p>
        </p:txBody>
      </p:sp>
      <p:sp>
        <p:nvSpPr>
          <p:cNvPr id="5" name="标题 2"/>
          <p:cNvSpPr>
            <a:spLocks noGrp="1"/>
          </p:cNvSpPr>
          <p:nvPr>
            <p:ph type="title"/>
          </p:nvPr>
        </p:nvSpPr>
        <p:spPr>
          <a:xfrm>
            <a:off x="9174" y="116632"/>
            <a:ext cx="8964488" cy="850106"/>
          </a:xfrm>
        </p:spPr>
        <p:txBody>
          <a:bodyPr>
            <a:normAutofit fontScale="90000"/>
          </a:bodyPr>
          <a:lstStyle/>
          <a:p>
            <a:r>
              <a:rPr lang="en-US" altLang="zh-CN" dirty="0" smtClean="0">
                <a:effectLst/>
              </a:rPr>
              <a:t>4-4.Chargeback Claims</a:t>
            </a:r>
            <a:r>
              <a:rPr lang="zh-CN" altLang="en-US" dirty="0" smtClean="0">
                <a:effectLst/>
              </a:rPr>
              <a:t>处理</a:t>
            </a:r>
            <a:r>
              <a:rPr lang="zh-CN" altLang="en-US" dirty="0">
                <a:effectLst/>
              </a:rPr>
              <a:t>流程及细则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1000"/>
                                        <p:tgtEl>
                                          <p:spTgt spid="2">
                                            <p:txEl>
                                              <p:pRg st="1" end="1"/>
                                            </p:txEl>
                                          </p:spTgt>
                                        </p:tgtEl>
                                      </p:cBhvr>
                                    </p:animEffect>
                                    <p:anim calcmode="lin" valueType="num">
                                      <p:cBhvr>
                                        <p:cTn id="1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fade">
                                      <p:cBhvr>
                                        <p:cTn id="23" dur="1000"/>
                                        <p:tgtEl>
                                          <p:spTgt spid="2">
                                            <p:txEl>
                                              <p:pRg st="3" end="3"/>
                                            </p:txEl>
                                          </p:spTgt>
                                        </p:tgtEl>
                                      </p:cBhvr>
                                    </p:animEffect>
                                    <p:anim calcmode="lin" valueType="num">
                                      <p:cBhvr>
                                        <p:cTn id="2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fade">
                                      <p:cBhvr>
                                        <p:cTn id="33" dur="1000"/>
                                        <p:tgtEl>
                                          <p:spTgt spid="2">
                                            <p:txEl>
                                              <p:pRg st="5" end="5"/>
                                            </p:txEl>
                                          </p:spTgt>
                                        </p:tgtEl>
                                      </p:cBhvr>
                                    </p:animEffect>
                                    <p:anim calcmode="lin" valueType="num">
                                      <p:cBhvr>
                                        <p:cTn id="3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
                                            <p:txEl>
                                              <p:pRg st="6" end="6"/>
                                            </p:txEl>
                                          </p:spTgt>
                                        </p:tgtEl>
                                        <p:attrNameLst>
                                          <p:attrName>style.visibility</p:attrName>
                                        </p:attrNameLst>
                                      </p:cBhvr>
                                      <p:to>
                                        <p:strVal val="visible"/>
                                      </p:to>
                                    </p:set>
                                    <p:animEffect transition="in" filter="fade">
                                      <p:cBhvr>
                                        <p:cTn id="38" dur="1000"/>
                                        <p:tgtEl>
                                          <p:spTgt spid="2">
                                            <p:txEl>
                                              <p:pRg st="6" end="6"/>
                                            </p:txEl>
                                          </p:spTgt>
                                        </p:tgtEl>
                                      </p:cBhvr>
                                    </p:animEffect>
                                    <p:anim calcmode="lin" valueType="num">
                                      <p:cBhvr>
                                        <p:cTn id="3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Effect transition="in" filter="fade">
                                      <p:cBhvr>
                                        <p:cTn id="43" dur="1000"/>
                                        <p:tgtEl>
                                          <p:spTgt spid="2">
                                            <p:txEl>
                                              <p:pRg st="8" end="8"/>
                                            </p:txEl>
                                          </p:spTgt>
                                        </p:tgtEl>
                                      </p:cBhvr>
                                    </p:animEffect>
                                    <p:anim calcmode="lin" valueType="num">
                                      <p:cBhvr>
                                        <p:cTn id="4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0" y="778203"/>
            <a:ext cx="7668344" cy="6079797"/>
          </a:xfrm>
        </p:spPr>
      </p:pic>
      <p:sp>
        <p:nvSpPr>
          <p:cNvPr id="5" name="标题 2"/>
          <p:cNvSpPr>
            <a:spLocks noGrp="1"/>
          </p:cNvSpPr>
          <p:nvPr>
            <p:ph type="title"/>
          </p:nvPr>
        </p:nvSpPr>
        <p:spPr>
          <a:xfrm>
            <a:off x="-5341" y="0"/>
            <a:ext cx="8964488" cy="850106"/>
          </a:xfrm>
        </p:spPr>
        <p:txBody>
          <a:bodyPr>
            <a:normAutofit fontScale="90000"/>
          </a:bodyPr>
          <a:lstStyle/>
          <a:p>
            <a:r>
              <a:rPr lang="en-US" altLang="zh-CN" dirty="0" smtClean="0">
                <a:effectLst/>
              </a:rPr>
              <a:t>4-4.Chargeback Claims</a:t>
            </a:r>
            <a:r>
              <a:rPr lang="zh-CN" altLang="en-US" dirty="0" smtClean="0">
                <a:effectLst/>
              </a:rPr>
              <a:t>处理</a:t>
            </a:r>
            <a:r>
              <a:rPr lang="zh-CN" altLang="en-US" dirty="0">
                <a:effectLst/>
              </a:rPr>
              <a:t>流程及细则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124744"/>
            <a:ext cx="8352928" cy="5040560"/>
          </a:xfrm>
        </p:spPr>
        <p:txBody>
          <a:bodyPr>
            <a:normAutofit fontScale="70000" lnSpcReduction="20000"/>
          </a:bodyPr>
          <a:lstStyle/>
          <a:p>
            <a:r>
              <a:rPr lang="en-US" altLang="zh-CN" b="1" dirty="0">
                <a:solidFill>
                  <a:srgbClr val="0070C0"/>
                </a:solidFill>
              </a:rPr>
              <a:t>Chargeback Claims</a:t>
            </a:r>
            <a:r>
              <a:rPr lang="zh-CN" altLang="en-US" b="1" dirty="0">
                <a:solidFill>
                  <a:srgbClr val="0070C0"/>
                </a:solidFill>
              </a:rPr>
              <a:t>流程图说明：</a:t>
            </a:r>
            <a:endParaRPr lang="zh-CN" altLang="en-US" b="1" dirty="0">
              <a:solidFill>
                <a:srgbClr val="0070C0"/>
              </a:solidFill>
            </a:endParaRPr>
          </a:p>
          <a:p>
            <a:pPr marL="109855" indent="0">
              <a:buNone/>
            </a:pPr>
            <a:r>
              <a:rPr lang="en-US" altLang="zh-CN" dirty="0">
                <a:solidFill>
                  <a:srgbClr val="FF0000"/>
                </a:solidFill>
              </a:rPr>
              <a:t>1</a:t>
            </a:r>
            <a:r>
              <a:rPr lang="en-US" altLang="zh-CN" dirty="0" smtClean="0">
                <a:solidFill>
                  <a:srgbClr val="FF0000"/>
                </a:solidFill>
              </a:rPr>
              <a:t>.</a:t>
            </a:r>
            <a:r>
              <a:rPr lang="zh-CN" altLang="en-US" dirty="0" smtClean="0">
                <a:solidFill>
                  <a:srgbClr val="FF0000"/>
                </a:solidFill>
              </a:rPr>
              <a:t>新增</a:t>
            </a:r>
            <a:r>
              <a:rPr lang="en-US" altLang="zh-CN" dirty="0">
                <a:solidFill>
                  <a:srgbClr val="FF0000"/>
                </a:solidFill>
              </a:rPr>
              <a:t>chargeback </a:t>
            </a:r>
            <a:endParaRPr lang="en-US" altLang="zh-CN" dirty="0" smtClean="0">
              <a:solidFill>
                <a:srgbClr val="FF0000"/>
              </a:solidFill>
            </a:endParaRPr>
          </a:p>
          <a:p>
            <a:pPr marL="109855" indent="0">
              <a:buNone/>
            </a:pPr>
            <a:r>
              <a:rPr lang="zh-CN" altLang="en-US" dirty="0" smtClean="0"/>
              <a:t>当</a:t>
            </a:r>
            <a:r>
              <a:rPr lang="zh-CN" altLang="en-US" dirty="0"/>
              <a:t>有新增</a:t>
            </a:r>
            <a:r>
              <a:rPr lang="en-US" altLang="zh-CN" dirty="0"/>
              <a:t>chargeback claim,</a:t>
            </a:r>
            <a:r>
              <a:rPr lang="zh-CN" altLang="en-US" dirty="0"/>
              <a:t>亚马逊会发一封通知到</a:t>
            </a:r>
            <a:r>
              <a:rPr lang="en-US" altLang="zh-CN" dirty="0"/>
              <a:t>Gmail</a:t>
            </a:r>
            <a:r>
              <a:rPr lang="zh-CN" altLang="en-US" dirty="0"/>
              <a:t>，标题提示有</a:t>
            </a:r>
            <a:r>
              <a:rPr lang="en-US" altLang="zh-CN" dirty="0"/>
              <a:t>Charge Dispute Inquiry</a:t>
            </a:r>
            <a:r>
              <a:rPr lang="zh-CN" altLang="en-US" dirty="0"/>
              <a:t>，或者直接到亚马逊账号上面查看当天是否有新增</a:t>
            </a:r>
            <a:r>
              <a:rPr lang="en-US" altLang="zh-CN" dirty="0"/>
              <a:t>chargeback </a:t>
            </a:r>
            <a:r>
              <a:rPr lang="en-US" altLang="zh-CN" dirty="0" smtClean="0"/>
              <a:t>claim</a:t>
            </a:r>
            <a:endParaRPr lang="en-US" altLang="zh-CN" dirty="0" smtClean="0"/>
          </a:p>
          <a:p>
            <a:pPr marL="109855" indent="0">
              <a:buNone/>
            </a:pPr>
            <a:endParaRPr lang="en-US" altLang="zh-CN" dirty="0" smtClean="0"/>
          </a:p>
          <a:p>
            <a:pPr marL="109855" indent="0">
              <a:buNone/>
            </a:pPr>
            <a:r>
              <a:rPr lang="en-US" altLang="zh-CN" dirty="0" smtClean="0">
                <a:solidFill>
                  <a:srgbClr val="FF0000"/>
                </a:solidFill>
              </a:rPr>
              <a:t>2.</a:t>
            </a:r>
            <a:r>
              <a:rPr lang="zh-CN" altLang="en-US" dirty="0" smtClean="0">
                <a:solidFill>
                  <a:srgbClr val="FF0000"/>
                </a:solidFill>
              </a:rPr>
              <a:t>查看</a:t>
            </a:r>
            <a:r>
              <a:rPr lang="zh-CN" altLang="en-US" dirty="0">
                <a:solidFill>
                  <a:srgbClr val="FF0000"/>
                </a:solidFill>
              </a:rPr>
              <a:t>新增</a:t>
            </a:r>
            <a:r>
              <a:rPr lang="en-US" altLang="zh-CN" dirty="0">
                <a:solidFill>
                  <a:srgbClr val="FF0000"/>
                </a:solidFill>
              </a:rPr>
              <a:t>chargeback claim</a:t>
            </a:r>
            <a:r>
              <a:rPr lang="zh-CN" altLang="en-US" dirty="0">
                <a:solidFill>
                  <a:srgbClr val="FF0000"/>
                </a:solidFill>
              </a:rPr>
              <a:t>及跟进流程</a:t>
            </a:r>
            <a:endParaRPr lang="zh-CN" altLang="en-US" dirty="0">
              <a:solidFill>
                <a:srgbClr val="FF0000"/>
              </a:solidFill>
            </a:endParaRPr>
          </a:p>
          <a:p>
            <a:pPr marL="109855" indent="0">
              <a:buNone/>
            </a:pPr>
            <a:r>
              <a:rPr lang="zh-CN" altLang="en-US" dirty="0"/>
              <a:t>登入亚马逊账号</a:t>
            </a:r>
            <a:r>
              <a:rPr lang="en-US" altLang="zh-CN" dirty="0"/>
              <a:t>PERFORMANCE</a:t>
            </a:r>
            <a:r>
              <a:rPr lang="zh-CN" altLang="en-US" dirty="0"/>
              <a:t>下拉菜单</a:t>
            </a:r>
            <a:r>
              <a:rPr lang="en-US" altLang="zh-CN" dirty="0"/>
              <a:t>Chargeback Claims</a:t>
            </a:r>
            <a:r>
              <a:rPr lang="zh-CN" altLang="en-US" dirty="0"/>
              <a:t>可以查看新增</a:t>
            </a:r>
            <a:r>
              <a:rPr lang="en-US" altLang="zh-CN" dirty="0"/>
              <a:t>Chargeback Claims</a:t>
            </a:r>
            <a:r>
              <a:rPr lang="zh-CN" altLang="en-US" dirty="0"/>
              <a:t>情况。</a:t>
            </a:r>
            <a:r>
              <a:rPr lang="en-US" altLang="zh-CN" dirty="0"/>
              <a:t>Status</a:t>
            </a:r>
            <a:r>
              <a:rPr lang="zh-CN" altLang="en-US" dirty="0"/>
              <a:t>复选框还可以查看</a:t>
            </a:r>
            <a:r>
              <a:rPr lang="en-US" altLang="zh-CN" dirty="0" smtClean="0"/>
              <a:t>Resolved/Pending/Action Required/All </a:t>
            </a:r>
            <a:r>
              <a:rPr lang="zh-CN" altLang="en-US" dirty="0" smtClean="0"/>
              <a:t>四</a:t>
            </a:r>
            <a:r>
              <a:rPr lang="zh-CN" altLang="en-US" dirty="0"/>
              <a:t>种状态下的</a:t>
            </a:r>
            <a:r>
              <a:rPr lang="en-US" altLang="zh-CN" dirty="0"/>
              <a:t>chargeback claims. </a:t>
            </a:r>
            <a:endParaRPr lang="en-US" altLang="zh-CN" dirty="0"/>
          </a:p>
          <a:p>
            <a:pPr marL="109855" indent="0">
              <a:buNone/>
            </a:pPr>
            <a:endParaRPr lang="en-US" altLang="zh-CN" dirty="0"/>
          </a:p>
          <a:p>
            <a:pPr marL="109855" indent="0">
              <a:buNone/>
            </a:pPr>
            <a:r>
              <a:rPr lang="en-US" altLang="zh-CN" dirty="0">
                <a:solidFill>
                  <a:srgbClr val="FF0000"/>
                </a:solidFill>
              </a:rPr>
              <a:t>3</a:t>
            </a:r>
            <a:r>
              <a:rPr lang="en-US" altLang="zh-CN" dirty="0" smtClean="0">
                <a:solidFill>
                  <a:srgbClr val="FF0000"/>
                </a:solidFill>
              </a:rPr>
              <a:t>.</a:t>
            </a:r>
            <a:r>
              <a:rPr lang="zh-CN" altLang="en-US" dirty="0" smtClean="0">
                <a:solidFill>
                  <a:srgbClr val="FF0000"/>
                </a:solidFill>
              </a:rPr>
              <a:t>联系</a:t>
            </a:r>
            <a:r>
              <a:rPr lang="zh-CN" altLang="en-US" dirty="0">
                <a:solidFill>
                  <a:srgbClr val="FF0000"/>
                </a:solidFill>
              </a:rPr>
              <a:t>买家  </a:t>
            </a:r>
            <a:endParaRPr lang="en-US" altLang="zh-CN" dirty="0" smtClean="0">
              <a:solidFill>
                <a:srgbClr val="FF0000"/>
              </a:solidFill>
            </a:endParaRPr>
          </a:p>
          <a:p>
            <a:pPr marL="109855" indent="0">
              <a:buNone/>
            </a:pPr>
            <a:r>
              <a:rPr lang="zh-CN" altLang="en-US" dirty="0" smtClean="0"/>
              <a:t>联系</a:t>
            </a:r>
            <a:r>
              <a:rPr lang="zh-CN" altLang="en-US" dirty="0"/>
              <a:t>买家前先到</a:t>
            </a:r>
            <a:r>
              <a:rPr lang="en-US" altLang="zh-CN" dirty="0"/>
              <a:t>Gmail</a:t>
            </a:r>
            <a:r>
              <a:rPr lang="zh-CN" altLang="en-US" dirty="0"/>
              <a:t>查看是否有无沟通记录，确认问题类型并针对性跟进客人，如无沟通记录可到订单页面查看该订单是否有</a:t>
            </a:r>
            <a:r>
              <a:rPr lang="en-US" altLang="zh-CN" dirty="0"/>
              <a:t>TN</a:t>
            </a:r>
            <a:r>
              <a:rPr lang="zh-CN" altLang="en-US" dirty="0"/>
              <a:t>并确认物品是否已经被签收了再发邮件跟客人确认是否签收了包裹还是不满意物品质量，或者信用卡被盗用。</a:t>
            </a:r>
            <a:endParaRPr lang="zh-CN" altLang="en-US" dirty="0"/>
          </a:p>
          <a:p>
            <a:pPr marL="109855" indent="0">
              <a:buNone/>
            </a:pPr>
            <a:r>
              <a:rPr lang="zh-CN" altLang="en-US" b="1" dirty="0"/>
              <a:t> </a:t>
            </a:r>
            <a:endParaRPr lang="zh-CN" altLang="en-US" dirty="0"/>
          </a:p>
          <a:p>
            <a:pPr marL="109855" indent="0">
              <a:buNone/>
            </a:pPr>
            <a:r>
              <a:rPr lang="zh-CN" altLang="en-US" dirty="0"/>
              <a:t> </a:t>
            </a:r>
            <a:endParaRPr lang="zh-CN" altLang="en-US" dirty="0"/>
          </a:p>
        </p:txBody>
      </p:sp>
      <p:sp>
        <p:nvSpPr>
          <p:cNvPr id="3" name="标题 2"/>
          <p:cNvSpPr>
            <a:spLocks noGrp="1"/>
          </p:cNvSpPr>
          <p:nvPr>
            <p:ph type="title"/>
          </p:nvPr>
        </p:nvSpPr>
        <p:spPr>
          <a:xfrm>
            <a:off x="23125" y="116632"/>
            <a:ext cx="8964488" cy="850106"/>
          </a:xfrm>
        </p:spPr>
        <p:txBody>
          <a:bodyPr>
            <a:normAutofit fontScale="90000"/>
          </a:bodyPr>
          <a:lstStyle/>
          <a:p>
            <a:r>
              <a:rPr lang="en-US" altLang="zh-CN" dirty="0" smtClean="0">
                <a:effectLst/>
              </a:rPr>
              <a:t>4-4.Chargeback Claims</a:t>
            </a:r>
            <a:r>
              <a:rPr lang="zh-CN" altLang="en-US" dirty="0" smtClean="0">
                <a:effectLst/>
              </a:rPr>
              <a:t>处理</a:t>
            </a:r>
            <a:r>
              <a:rPr lang="zh-CN" altLang="en-US" dirty="0">
                <a:effectLst/>
              </a:rPr>
              <a:t>流程及细则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1000"/>
                                        <p:tgtEl>
                                          <p:spTgt spid="2">
                                            <p:txEl>
                                              <p:pRg st="1" end="1"/>
                                            </p:txEl>
                                          </p:spTgt>
                                        </p:tgtEl>
                                      </p:cBhvr>
                                    </p:animEffect>
                                    <p:anim calcmode="lin" valueType="num">
                                      <p:cBhvr>
                                        <p:cTn id="1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1000"/>
                                        <p:tgtEl>
                                          <p:spTgt spid="2">
                                            <p:txEl>
                                              <p:pRg st="2" end="2"/>
                                            </p:txEl>
                                          </p:spTgt>
                                        </p:tgtEl>
                                      </p:cBhvr>
                                    </p:animEffect>
                                    <p:anim calcmode="lin" valueType="num">
                                      <p:cBhvr>
                                        <p:cTn id="2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fade">
                                      <p:cBhvr>
                                        <p:cTn id="33" dur="1000"/>
                                        <p:tgtEl>
                                          <p:spTgt spid="2">
                                            <p:txEl>
                                              <p:pRg st="5" end="5"/>
                                            </p:txEl>
                                          </p:spTgt>
                                        </p:tgtEl>
                                      </p:cBhvr>
                                    </p:animEffect>
                                    <p:anim calcmode="lin" valueType="num">
                                      <p:cBhvr>
                                        <p:cTn id="3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Effect transition="in" filter="fade">
                                      <p:cBhvr>
                                        <p:cTn id="38" dur="1000"/>
                                        <p:tgtEl>
                                          <p:spTgt spid="2">
                                            <p:txEl>
                                              <p:pRg st="7" end="7"/>
                                            </p:txEl>
                                          </p:spTgt>
                                        </p:tgtEl>
                                      </p:cBhvr>
                                    </p:animEffect>
                                    <p:anim calcmode="lin" valueType="num">
                                      <p:cBhvr>
                                        <p:cTn id="39"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7" end="7"/>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Effect transition="in" filter="fade">
                                      <p:cBhvr>
                                        <p:cTn id="43" dur="1000"/>
                                        <p:tgtEl>
                                          <p:spTgt spid="2">
                                            <p:txEl>
                                              <p:pRg st="8" end="8"/>
                                            </p:txEl>
                                          </p:spTgt>
                                        </p:tgtEl>
                                      </p:cBhvr>
                                    </p:animEffect>
                                    <p:anim calcmode="lin" valueType="num">
                                      <p:cBhvr>
                                        <p:cTn id="4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
                                            <p:txEl>
                                              <p:pRg st="9" end="9"/>
                                            </p:txEl>
                                          </p:spTgt>
                                        </p:tgtEl>
                                        <p:attrNameLst>
                                          <p:attrName>style.visibility</p:attrName>
                                        </p:attrNameLst>
                                      </p:cBhvr>
                                      <p:to>
                                        <p:strVal val="visible"/>
                                      </p:to>
                                    </p:set>
                                    <p:anim calcmode="lin" valueType="num">
                                      <p:cBhvr additive="base">
                                        <p:cTn id="50"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2">
                                            <p:txEl>
                                              <p:pRg st="10" end="10"/>
                                            </p:txEl>
                                          </p:spTgt>
                                        </p:tgtEl>
                                        <p:attrNameLst>
                                          <p:attrName>style.visibility</p:attrName>
                                        </p:attrNameLst>
                                      </p:cBhvr>
                                      <p:to>
                                        <p:strVal val="visible"/>
                                      </p:to>
                                    </p:set>
                                    <p:anim calcmode="lin" valueType="num">
                                      <p:cBhvr additive="base">
                                        <p:cTn id="56"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normAutofit/>
          </a:bodyPr>
          <a:lstStyle/>
          <a:p>
            <a:r>
              <a:rPr lang="en-US" altLang="zh-CN" dirty="0" smtClean="0"/>
              <a:t>1.</a:t>
            </a:r>
            <a:r>
              <a:rPr lang="zh-CN" altLang="en-US" dirty="0" smtClean="0"/>
              <a:t>邮件分类</a:t>
            </a:r>
            <a:endParaRPr lang="en-US" altLang="zh-CN" dirty="0" smtClean="0"/>
          </a:p>
          <a:p>
            <a:r>
              <a:rPr lang="en-US" altLang="zh-CN" dirty="0"/>
              <a:t>2</a:t>
            </a:r>
            <a:r>
              <a:rPr lang="en-US" altLang="zh-CN" dirty="0" smtClean="0"/>
              <a:t>.</a:t>
            </a:r>
            <a:r>
              <a:rPr lang="zh-CN" altLang="en-US" dirty="0"/>
              <a:t>邮件沟通流程</a:t>
            </a:r>
            <a:r>
              <a:rPr lang="zh-CN" altLang="en-US" dirty="0" smtClean="0"/>
              <a:t>及处理效率；</a:t>
            </a:r>
            <a:endParaRPr lang="en-US" altLang="zh-CN" dirty="0"/>
          </a:p>
          <a:p>
            <a:pPr marL="109855" indent="0">
              <a:buNone/>
            </a:pPr>
            <a:r>
              <a:rPr lang="zh-CN" altLang="en-US" dirty="0" smtClean="0"/>
              <a:t>   </a:t>
            </a:r>
            <a:r>
              <a:rPr lang="zh-CN" altLang="en-US" sz="2400" dirty="0" smtClean="0">
                <a:solidFill>
                  <a:schemeClr val="tx2">
                    <a:lumMod val="50000"/>
                  </a:schemeClr>
                </a:solidFill>
              </a:rPr>
              <a:t>正确判定客诉问题</a:t>
            </a:r>
            <a:r>
              <a:rPr lang="en-US" altLang="zh-CN" sz="2400" dirty="0" smtClean="0">
                <a:solidFill>
                  <a:schemeClr val="tx2">
                    <a:lumMod val="50000"/>
                  </a:schemeClr>
                </a:solidFill>
              </a:rPr>
              <a:t>---</a:t>
            </a:r>
            <a:r>
              <a:rPr lang="zh-CN" altLang="en-US" sz="2400" dirty="0" smtClean="0">
                <a:solidFill>
                  <a:schemeClr val="tx2">
                    <a:lumMod val="50000"/>
                  </a:schemeClr>
                </a:solidFill>
              </a:rPr>
              <a:t>及时沟通可行解决方案</a:t>
            </a:r>
            <a:r>
              <a:rPr lang="en-US" altLang="zh-CN" sz="2400" dirty="0" smtClean="0">
                <a:solidFill>
                  <a:schemeClr val="tx2">
                    <a:lumMod val="50000"/>
                  </a:schemeClr>
                </a:solidFill>
              </a:rPr>
              <a:t>---</a:t>
            </a:r>
            <a:r>
              <a:rPr lang="zh-CN" altLang="en-US" sz="2400" dirty="0" smtClean="0">
                <a:solidFill>
                  <a:schemeClr val="tx2">
                    <a:lumMod val="50000"/>
                  </a:schemeClr>
                </a:solidFill>
              </a:rPr>
              <a:t>问题解决</a:t>
            </a:r>
            <a:endParaRPr lang="en-US" altLang="zh-CN" sz="2400" dirty="0">
              <a:solidFill>
                <a:schemeClr val="tx2">
                  <a:lumMod val="50000"/>
                </a:schemeClr>
              </a:solidFill>
            </a:endParaRPr>
          </a:p>
          <a:p>
            <a:r>
              <a:rPr lang="en-US" altLang="zh-CN" dirty="0"/>
              <a:t>3</a:t>
            </a:r>
            <a:r>
              <a:rPr lang="en-US" altLang="zh-CN" dirty="0" smtClean="0"/>
              <a:t>.</a:t>
            </a:r>
            <a:r>
              <a:rPr lang="zh-CN" altLang="en-US" dirty="0" smtClean="0"/>
              <a:t> </a:t>
            </a:r>
            <a:r>
              <a:rPr lang="zh-CN" altLang="en-US" dirty="0"/>
              <a:t>客服邮件模板</a:t>
            </a:r>
            <a:r>
              <a:rPr lang="zh-CN" altLang="en-US" dirty="0" smtClean="0"/>
              <a:t>；</a:t>
            </a:r>
            <a:endParaRPr lang="en-US" altLang="zh-CN" dirty="0"/>
          </a:p>
          <a:p>
            <a:r>
              <a:rPr lang="en-US" altLang="zh-CN" dirty="0"/>
              <a:t>4</a:t>
            </a:r>
            <a:r>
              <a:rPr lang="en-US" altLang="zh-CN" dirty="0" smtClean="0"/>
              <a:t>.</a:t>
            </a:r>
            <a:r>
              <a:rPr lang="zh-CN" altLang="en-US" dirty="0"/>
              <a:t>差评</a:t>
            </a:r>
            <a:r>
              <a:rPr lang="zh-CN" altLang="en-US" dirty="0" smtClean="0"/>
              <a:t>处理</a:t>
            </a:r>
            <a:endParaRPr lang="en-US" altLang="zh-CN" dirty="0" smtClean="0"/>
          </a:p>
          <a:p>
            <a:pPr marL="109855" indent="0">
              <a:buNone/>
            </a:pPr>
            <a:r>
              <a:rPr lang="en-US" altLang="zh-CN" dirty="0" smtClean="0"/>
              <a:t>   </a:t>
            </a:r>
            <a:r>
              <a:rPr lang="en-US" altLang="zh-CN" sz="2400" dirty="0" smtClean="0">
                <a:solidFill>
                  <a:schemeClr val="bg2">
                    <a:lumMod val="10000"/>
                  </a:schemeClr>
                </a:solidFill>
              </a:rPr>
              <a:t>Feedback</a:t>
            </a:r>
            <a:endParaRPr lang="en-US" altLang="zh-CN" sz="2400" dirty="0">
              <a:solidFill>
                <a:schemeClr val="bg2">
                  <a:lumMod val="10000"/>
                </a:schemeClr>
              </a:solidFill>
            </a:endParaRPr>
          </a:p>
          <a:p>
            <a:pPr marL="109855" indent="0">
              <a:buNone/>
            </a:pPr>
            <a:r>
              <a:rPr lang="en-US" altLang="zh-CN" sz="2400" dirty="0" smtClean="0">
                <a:solidFill>
                  <a:schemeClr val="bg2">
                    <a:lumMod val="10000"/>
                  </a:schemeClr>
                </a:solidFill>
              </a:rPr>
              <a:t>   Review</a:t>
            </a:r>
            <a:endParaRPr lang="en-US" altLang="zh-CN" sz="2400" dirty="0" smtClean="0">
              <a:solidFill>
                <a:schemeClr val="bg2">
                  <a:lumMod val="10000"/>
                </a:schemeClr>
              </a:solidFill>
            </a:endParaRPr>
          </a:p>
          <a:p>
            <a:pPr marL="109855" indent="0">
              <a:buNone/>
            </a:pPr>
            <a:r>
              <a:rPr lang="en-US" altLang="zh-CN" sz="2400" dirty="0" smtClean="0">
                <a:solidFill>
                  <a:schemeClr val="bg2">
                    <a:lumMod val="10000"/>
                  </a:schemeClr>
                </a:solidFill>
              </a:rPr>
              <a:t>   A-Z</a:t>
            </a:r>
            <a:endParaRPr lang="en-US" altLang="zh-CN" sz="2400" dirty="0" smtClean="0">
              <a:solidFill>
                <a:schemeClr val="bg2">
                  <a:lumMod val="10000"/>
                </a:schemeClr>
              </a:solidFill>
            </a:endParaRPr>
          </a:p>
          <a:p>
            <a:pPr marL="109855" indent="0">
              <a:buNone/>
            </a:pPr>
            <a:r>
              <a:rPr lang="en-US" altLang="zh-CN" sz="2400" dirty="0" smtClean="0">
                <a:solidFill>
                  <a:schemeClr val="bg2">
                    <a:lumMod val="10000"/>
                  </a:schemeClr>
                </a:solidFill>
              </a:rPr>
              <a:t>   Chargeback</a:t>
            </a:r>
            <a:endParaRPr lang="en-US" altLang="zh-CN" sz="2400" dirty="0" smtClean="0">
              <a:solidFill>
                <a:schemeClr val="bg2">
                  <a:lumMod val="10000"/>
                </a:schemeClr>
              </a:solidFill>
            </a:endParaRPr>
          </a:p>
          <a:p>
            <a:endParaRPr lang="zh-CN" altLang="en-US" dirty="0"/>
          </a:p>
        </p:txBody>
      </p:sp>
      <p:sp>
        <p:nvSpPr>
          <p:cNvPr id="2" name="标题 1"/>
          <p:cNvSpPr>
            <a:spLocks noGrp="1"/>
          </p:cNvSpPr>
          <p:nvPr>
            <p:ph type="title"/>
          </p:nvPr>
        </p:nvSpPr>
        <p:spPr/>
        <p:txBody>
          <a:bodyPr/>
          <a:lstStyle/>
          <a:p>
            <a:pPr marL="571500" indent="-571500">
              <a:buFont typeface="Wingdings" panose="05000000000000000000" pitchFamily="2" charset="2"/>
              <a:buChar char="Ø"/>
            </a:pPr>
            <a:r>
              <a:rPr lang="zh-CN" altLang="en-US" dirty="0" smtClean="0"/>
              <a:t>课程回顾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1000"/>
                                        <p:tgtEl>
                                          <p:spTgt spid="5">
                                            <p:txEl>
                                              <p:pRg st="0" end="0"/>
                                            </p:txEl>
                                          </p:spTgt>
                                        </p:tgtEl>
                                      </p:cBhvr>
                                    </p:animEffect>
                                    <p:anim calcmode="lin" valueType="num">
                                      <p:cBhvr>
                                        <p:cTn id="1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1000"/>
                                        <p:tgtEl>
                                          <p:spTgt spid="5">
                                            <p:txEl>
                                              <p:pRg st="1" end="1"/>
                                            </p:txEl>
                                          </p:spTgt>
                                        </p:tgtEl>
                                      </p:cBhvr>
                                    </p:animEffect>
                                    <p:anim calcmode="lin" valueType="num">
                                      <p:cBhvr>
                                        <p:cTn id="19"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fade">
                                      <p:cBhvr>
                                        <p:cTn id="23" dur="1000"/>
                                        <p:tgtEl>
                                          <p:spTgt spid="5">
                                            <p:txEl>
                                              <p:pRg st="2" end="2"/>
                                            </p:txEl>
                                          </p:spTgt>
                                        </p:tgtEl>
                                      </p:cBhvr>
                                    </p:animEffect>
                                    <p:anim calcmode="lin" valueType="num">
                                      <p:cBhvr>
                                        <p:cTn id="2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animEffect transition="in" filter="fade">
                                      <p:cBhvr>
                                        <p:cTn id="33" dur="1000"/>
                                        <p:tgtEl>
                                          <p:spTgt spid="5">
                                            <p:txEl>
                                              <p:pRg st="4" end="4"/>
                                            </p:txEl>
                                          </p:spTgt>
                                        </p:tgtEl>
                                      </p:cBhvr>
                                    </p:animEffect>
                                    <p:anim calcmode="lin" valueType="num">
                                      <p:cBhvr>
                                        <p:cTn id="34"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5">
                                            <p:txEl>
                                              <p:pRg st="5" end="5"/>
                                            </p:txEl>
                                          </p:spTgt>
                                        </p:tgtEl>
                                        <p:attrNameLst>
                                          <p:attrName>style.visibility</p:attrName>
                                        </p:attrNameLst>
                                      </p:cBhvr>
                                      <p:to>
                                        <p:strVal val="visible"/>
                                      </p:to>
                                    </p:set>
                                    <p:animEffect transition="in" filter="fade">
                                      <p:cBhvr>
                                        <p:cTn id="38" dur="1000"/>
                                        <p:tgtEl>
                                          <p:spTgt spid="5">
                                            <p:txEl>
                                              <p:pRg st="5" end="5"/>
                                            </p:txEl>
                                          </p:spTgt>
                                        </p:tgtEl>
                                      </p:cBhvr>
                                    </p:animEffect>
                                    <p:anim calcmode="lin" valueType="num">
                                      <p:cBhvr>
                                        <p:cTn id="39"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5">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Effect transition="in" filter="fade">
                                      <p:cBhvr>
                                        <p:cTn id="43" dur="1000"/>
                                        <p:tgtEl>
                                          <p:spTgt spid="5">
                                            <p:txEl>
                                              <p:pRg st="6" end="6"/>
                                            </p:txEl>
                                          </p:spTgt>
                                        </p:tgtEl>
                                      </p:cBhvr>
                                    </p:animEffect>
                                    <p:anim calcmode="lin" valueType="num">
                                      <p:cBhvr>
                                        <p:cTn id="44"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5">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5">
                                            <p:txEl>
                                              <p:pRg st="7" end="7"/>
                                            </p:txEl>
                                          </p:spTgt>
                                        </p:tgtEl>
                                        <p:attrNameLst>
                                          <p:attrName>style.visibility</p:attrName>
                                        </p:attrNameLst>
                                      </p:cBhvr>
                                      <p:to>
                                        <p:strVal val="visible"/>
                                      </p:to>
                                    </p:set>
                                    <p:animEffect transition="in" filter="fade">
                                      <p:cBhvr>
                                        <p:cTn id="48" dur="1000"/>
                                        <p:tgtEl>
                                          <p:spTgt spid="5">
                                            <p:txEl>
                                              <p:pRg st="7" end="7"/>
                                            </p:txEl>
                                          </p:spTgt>
                                        </p:tgtEl>
                                      </p:cBhvr>
                                    </p:animEffect>
                                    <p:anim calcmode="lin" valueType="num">
                                      <p:cBhvr>
                                        <p:cTn id="49"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5">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animEffect transition="in" filter="fade">
                                      <p:cBhvr>
                                        <p:cTn id="53" dur="1000"/>
                                        <p:tgtEl>
                                          <p:spTgt spid="5">
                                            <p:txEl>
                                              <p:pRg st="8" end="8"/>
                                            </p:txEl>
                                          </p:spTgt>
                                        </p:tgtEl>
                                      </p:cBhvr>
                                    </p:animEffect>
                                    <p:anim calcmode="lin" valueType="num">
                                      <p:cBhvr>
                                        <p:cTn id="54"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ctr"/>
            <a:endParaRPr lang="en-US" altLang="zh-CN" dirty="0" smtClean="0"/>
          </a:p>
          <a:p>
            <a:pPr marL="0" indent="0" algn="ctr">
              <a:buNone/>
            </a:pPr>
            <a:endParaRPr lang="en-US" altLang="zh-CN" dirty="0" smtClean="0"/>
          </a:p>
          <a:p>
            <a:pPr marL="0" indent="0" algn="ctr">
              <a:buNone/>
            </a:pPr>
            <a:endParaRPr lang="en-US" altLang="zh-CN" dirty="0"/>
          </a:p>
          <a:p>
            <a:pPr marL="0" indent="0" algn="ctr">
              <a:buNone/>
            </a:pPr>
            <a:r>
              <a:rPr lang="en-US" altLang="zh-CN" sz="9600" b="1" dirty="0" smtClean="0"/>
              <a:t>Q&amp;A</a:t>
            </a:r>
            <a:endParaRPr lang="zh-CN" altLang="en-US" sz="9600" b="1"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6608</Words>
  <Application>WPS 演示</Application>
  <PresentationFormat>全屏显示(4:3)</PresentationFormat>
  <Paragraphs>304</Paragraphs>
  <Slides>29</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29</vt:i4>
      </vt:variant>
    </vt:vector>
  </HeadingPairs>
  <TitlesOfParts>
    <vt:vector size="44" baseType="lpstr">
      <vt:lpstr>Arial</vt:lpstr>
      <vt:lpstr>宋体</vt:lpstr>
      <vt:lpstr>Wingdings</vt:lpstr>
      <vt:lpstr>Wingdings 3</vt:lpstr>
      <vt:lpstr>Symbol</vt:lpstr>
      <vt:lpstr>Verdana</vt:lpstr>
      <vt:lpstr>Wingdings 2</vt:lpstr>
      <vt:lpstr>Wingdings</vt:lpstr>
      <vt:lpstr>Lucida Sans Unicode</vt:lpstr>
      <vt:lpstr>黑体</vt:lpstr>
      <vt:lpstr>微软雅黑</vt:lpstr>
      <vt:lpstr>Arial Unicode MS</vt:lpstr>
      <vt:lpstr>Calibri</vt:lpstr>
      <vt:lpstr>华文隶书</vt:lpstr>
      <vt:lpstr>聚合</vt:lpstr>
      <vt:lpstr>亚马逊客服邮件沟通 及差评的处理</vt:lpstr>
      <vt:lpstr>目录</vt:lpstr>
      <vt:lpstr>1. 客服邮件问题分类（售前）</vt:lpstr>
      <vt:lpstr>1. 客服邮件问题分类（售中）</vt:lpstr>
      <vt:lpstr>1.客服邮件问题分类（售后）</vt:lpstr>
      <vt:lpstr>2. 邮件沟通流程及处理效率</vt:lpstr>
      <vt:lpstr>2-1. 邮件沟通流程</vt:lpstr>
      <vt:lpstr>3. 客服邮件模版</vt:lpstr>
      <vt:lpstr>3. 客服邮件模版</vt:lpstr>
      <vt:lpstr>3. 客服邮件模版</vt:lpstr>
      <vt:lpstr>3.客服邮件模版</vt:lpstr>
      <vt:lpstr>4. 差评处理</vt:lpstr>
      <vt:lpstr>4-1. feedback处理</vt:lpstr>
      <vt:lpstr>4-1. feedback处理</vt:lpstr>
      <vt:lpstr>PowerPoint 演示文稿</vt:lpstr>
      <vt:lpstr>4-1. feedback处理</vt:lpstr>
      <vt:lpstr>4-2.差评处理---review</vt:lpstr>
      <vt:lpstr>4-2. 差评处理---review</vt:lpstr>
      <vt:lpstr>4-2.差评处理---review </vt:lpstr>
      <vt:lpstr>4-2. 差评处理---review  </vt:lpstr>
      <vt:lpstr>4-3. A-Z claim处理流程及细则</vt:lpstr>
      <vt:lpstr>4-3. A-Z claim处理流程及细则</vt:lpstr>
      <vt:lpstr>PowerPoint 演示文稿</vt:lpstr>
      <vt:lpstr>4-3. A-Z claim处理流程及细则</vt:lpstr>
      <vt:lpstr>4-4.Chargeback Claims处理流程及细则</vt:lpstr>
      <vt:lpstr>4-4.Chargeback Claims处理流程及细则</vt:lpstr>
      <vt:lpstr>4-4.Chargeback Claims处理流程及细则</vt:lpstr>
      <vt:lpstr>课程回顾</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客户沟通/差评的处理</dc:title>
  <dc:creator/>
  <cp:lastModifiedBy>财源广进</cp:lastModifiedBy>
  <cp:revision>95</cp:revision>
  <dcterms:created xsi:type="dcterms:W3CDTF">2025-04-18T09:35:19Z</dcterms:created>
  <dcterms:modified xsi:type="dcterms:W3CDTF">2025-04-18T09:35:47Z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52E51FC136BD4657B9017B3C76C79B28_12</vt:lpwstr>
  </property>
  <property fmtid="{D5CDD505-2E9C-101B-9397-08002B2CF9AE}" pid="3" name="KSOProductBuildVer">
    <vt:lpwstr>2052-12.1.0.20784</vt:lpwstr>
  </property>
</Properties>
</file>