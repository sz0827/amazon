
<file path=[Content_Types].xml><?xml version="1.0" encoding="utf-8"?>
<Types xmlns="http://schemas.openxmlformats.org/package/2006/content-types">
  <Default Extension="vml" ContentType="application/vnd.openxmlformats-officedocument.vmlDrawing"/>
  <Default Extension="xlsx" ContentType="application/vnd.openxmlformats-officedocument.spreadsheetml.sheet"/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0" r:id="rId3"/>
  </p:sldMasterIdLst>
  <p:notesMasterIdLst>
    <p:notesMasterId r:id="rId33"/>
  </p:notesMasterIdLst>
  <p:handoutMasterIdLst>
    <p:handoutMasterId r:id="rId34"/>
  </p:handoutMasterIdLst>
  <p:sldIdLst>
    <p:sldId id="524" r:id="rId4"/>
    <p:sldId id="525" r:id="rId5"/>
    <p:sldId id="550" r:id="rId6"/>
    <p:sldId id="528" r:id="rId7"/>
    <p:sldId id="529" r:id="rId8"/>
    <p:sldId id="548" r:id="rId9"/>
    <p:sldId id="608" r:id="rId10"/>
    <p:sldId id="609" r:id="rId11"/>
    <p:sldId id="530" r:id="rId12"/>
    <p:sldId id="531" r:id="rId13"/>
    <p:sldId id="587" r:id="rId14"/>
    <p:sldId id="532" r:id="rId15"/>
    <p:sldId id="556" r:id="rId16"/>
    <p:sldId id="533" r:id="rId17"/>
    <p:sldId id="633" r:id="rId18"/>
    <p:sldId id="637" r:id="rId19"/>
    <p:sldId id="670" r:id="rId20"/>
    <p:sldId id="636" r:id="rId21"/>
    <p:sldId id="589" r:id="rId22"/>
    <p:sldId id="657" r:id="rId23"/>
    <p:sldId id="667" r:id="rId24"/>
    <p:sldId id="668" r:id="rId25"/>
    <p:sldId id="669" r:id="rId26"/>
    <p:sldId id="658" r:id="rId27"/>
    <p:sldId id="659" r:id="rId28"/>
    <p:sldId id="660" r:id="rId29"/>
    <p:sldId id="560" r:id="rId30"/>
    <p:sldId id="563" r:id="rId31"/>
    <p:sldId id="545" r:id="rId32"/>
  </p:sldIdLst>
  <p:sldSz cx="12192000" cy="6858000"/>
  <p:notesSz cx="6858000" cy="9144000"/>
  <p:embeddedFontLst>
    <p:embeddedFont>
      <p:font typeface="微软雅黑" panose="020B0503020204020204" pitchFamily="34" charset="-122"/>
      <p:regular r:id="rId39"/>
    </p:embeddedFont>
    <p:embeddedFont>
      <p:font typeface="等线" panose="02010600030101010101" charset="-122"/>
      <p:regular r:id="rId40"/>
    </p:embeddedFont>
    <p:embeddedFont>
      <p:font typeface="Calibri" panose="020F0502020204030204" charset="0"/>
      <p:regular r:id="rId41"/>
      <p:bold r:id="rId42"/>
      <p:italic r:id="rId43"/>
      <p:boldItalic r:id="rId44"/>
    </p:embeddedFont>
    <p:embeddedFont>
      <p:font typeface="华文楷体" panose="02010600040101010101" charset="-122"/>
      <p:regular r:id="rId45"/>
    </p:embeddedFont>
    <p:embeddedFont>
      <p:font typeface="等线 Light" panose="02010600030101010101" charset="-122"/>
      <p:regular r:id="rId46"/>
    </p:embeddedFont>
  </p:embeddedFontLst>
  <p:custDataLst>
    <p:tags r:id="rId4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3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88" userDrawn="1">
          <p15:clr>
            <a:srgbClr val="A4A3A4"/>
          </p15:clr>
        </p15:guide>
        <p15:guide id="4" orient="horz" pos="190" userDrawn="1">
          <p15:clr>
            <a:srgbClr val="A4A3A4"/>
          </p15:clr>
        </p15:guide>
        <p15:guide id="5" orient="horz" pos="4002" userDrawn="1">
          <p15:clr>
            <a:srgbClr val="A4A3A4"/>
          </p15:clr>
        </p15:guide>
        <p15:guide id="6" pos="7337" userDrawn="1">
          <p15:clr>
            <a:srgbClr val="A4A3A4"/>
          </p15:clr>
        </p15:guide>
        <p15:guide id="7" pos="787" userDrawn="1">
          <p15:clr>
            <a:srgbClr val="A4A3A4"/>
          </p15:clr>
        </p15:guide>
        <p15:guide id="8" pos="699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1" name="幸全" initials="幸全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3F6AB8"/>
    <a:srgbClr val="EEF2F9"/>
    <a:srgbClr val="F47B21"/>
    <a:srgbClr val="AAE3F7"/>
    <a:srgbClr val="A4CCD4"/>
    <a:srgbClr val="FBD0AF"/>
    <a:srgbClr val="E5D4CA"/>
    <a:srgbClr val="FDFCFC"/>
    <a:srgbClr val="EAEBF0"/>
    <a:srgbClr val="E5E6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636" y="78"/>
      </p:cViewPr>
      <p:guideLst>
        <p:guide orient="horz" pos="2103"/>
        <p:guide pos="3840"/>
        <p:guide pos="288"/>
        <p:guide orient="horz" pos="190"/>
        <p:guide orient="horz" pos="4002"/>
        <p:guide pos="7337"/>
        <p:guide pos="787"/>
        <p:guide pos="699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7" Type="http://schemas.openxmlformats.org/officeDocument/2006/relationships/tags" Target="tags/tag382.xml"/><Relationship Id="rId46" Type="http://schemas.openxmlformats.org/officeDocument/2006/relationships/font" Target="fonts/font8.fntdata"/><Relationship Id="rId45" Type="http://schemas.openxmlformats.org/officeDocument/2006/relationships/font" Target="fonts/font7.fntdata"/><Relationship Id="rId44" Type="http://schemas.openxmlformats.org/officeDocument/2006/relationships/font" Target="fonts/font6.fntdata"/><Relationship Id="rId43" Type="http://schemas.openxmlformats.org/officeDocument/2006/relationships/font" Target="fonts/font5.fntdata"/><Relationship Id="rId42" Type="http://schemas.openxmlformats.org/officeDocument/2006/relationships/font" Target="fonts/font4.fntdata"/><Relationship Id="rId41" Type="http://schemas.openxmlformats.org/officeDocument/2006/relationships/font" Target="fonts/font3.fntdata"/><Relationship Id="rId40" Type="http://schemas.openxmlformats.org/officeDocument/2006/relationships/font" Target="fonts/font2.fntdata"/><Relationship Id="rId4" Type="http://schemas.openxmlformats.org/officeDocument/2006/relationships/slide" Target="slides/slide1.xml"/><Relationship Id="rId39" Type="http://schemas.openxmlformats.org/officeDocument/2006/relationships/font" Target="fonts/font1.fntdata"/><Relationship Id="rId38" Type="http://schemas.openxmlformats.org/officeDocument/2006/relationships/commentAuthors" Target="commentAuthors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handoutMaster" Target="handoutMasters/handoutMaster1.xml"/><Relationship Id="rId33" Type="http://schemas.openxmlformats.org/officeDocument/2006/relationships/notesMaster" Target="notesMasters/notesMaster1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5CDCFE-1B51-4F4D-9C79-38CE90A301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6F747F-9458-46C0-8976-EDCB49B8FA5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tags" Target="../tags/tag4.xml"/><Relationship Id="rId7" Type="http://schemas.openxmlformats.org/officeDocument/2006/relationships/image" Target="../media/image4.png"/><Relationship Id="rId6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tags" Target="../tags/tag2.xml"/><Relationship Id="rId3" Type="http://schemas.openxmlformats.org/officeDocument/2006/relationships/image" Target="../media/image2.png"/><Relationship Id="rId2" Type="http://schemas.openxmlformats.org/officeDocument/2006/relationships/tags" Target="../tags/tag1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image" Target="../media/image6.png"/><Relationship Id="rId6" Type="http://schemas.openxmlformats.org/officeDocument/2006/relationships/tags" Target="../tags/tag12.xml"/><Relationship Id="rId5" Type="http://schemas.openxmlformats.org/officeDocument/2006/relationships/image" Target="../media/image5.png"/><Relationship Id="rId4" Type="http://schemas.openxmlformats.org/officeDocument/2006/relationships/tags" Target="../tags/tag11.xml"/><Relationship Id="rId3" Type="http://schemas.openxmlformats.org/officeDocument/2006/relationships/image" Target="../media/image2.png"/><Relationship Id="rId2" Type="http://schemas.openxmlformats.org/officeDocument/2006/relationships/tags" Target="../tags/tag10.xml"/><Relationship Id="rId12" Type="http://schemas.openxmlformats.org/officeDocument/2006/relationships/tags" Target="../tags/tag17.xml"/><Relationship Id="rId11" Type="http://schemas.openxmlformats.org/officeDocument/2006/relationships/tags" Target="../tags/tag16.xml"/><Relationship Id="rId10" Type="http://schemas.openxmlformats.org/officeDocument/2006/relationships/tags" Target="../tags/tag1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image" Target="../media/image8.png"/><Relationship Id="rId6" Type="http://schemas.openxmlformats.org/officeDocument/2006/relationships/tags" Target="../tags/tag20.xml"/><Relationship Id="rId5" Type="http://schemas.openxmlformats.org/officeDocument/2006/relationships/image" Target="../media/image7.png"/><Relationship Id="rId4" Type="http://schemas.openxmlformats.org/officeDocument/2006/relationships/tags" Target="../tags/tag19.xml"/><Relationship Id="rId3" Type="http://schemas.openxmlformats.org/officeDocument/2006/relationships/image" Target="../media/image2.png"/><Relationship Id="rId2" Type="http://schemas.openxmlformats.org/officeDocument/2006/relationships/tags" Target="../tags/tag18.xml"/><Relationship Id="rId14" Type="http://schemas.openxmlformats.org/officeDocument/2006/relationships/tags" Target="../tags/tag27.xml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image" Target="../media/image6.png"/><Relationship Id="rId6" Type="http://schemas.openxmlformats.org/officeDocument/2006/relationships/tags" Target="../tags/tag30.xml"/><Relationship Id="rId5" Type="http://schemas.openxmlformats.org/officeDocument/2006/relationships/image" Target="../media/image5.png"/><Relationship Id="rId4" Type="http://schemas.openxmlformats.org/officeDocument/2006/relationships/tags" Target="../tags/tag29.xml"/><Relationship Id="rId3" Type="http://schemas.openxmlformats.org/officeDocument/2006/relationships/image" Target="../media/image2.png"/><Relationship Id="rId2" Type="http://schemas.openxmlformats.org/officeDocument/2006/relationships/tags" Target="../tags/tag28.xml"/><Relationship Id="rId13" Type="http://schemas.openxmlformats.org/officeDocument/2006/relationships/tags" Target="../tags/tag36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tags" Target="../tags/tag40.xml"/><Relationship Id="rId7" Type="http://schemas.openxmlformats.org/officeDocument/2006/relationships/image" Target="../media/image6.png"/><Relationship Id="rId6" Type="http://schemas.openxmlformats.org/officeDocument/2006/relationships/tags" Target="../tags/tag39.xml"/><Relationship Id="rId5" Type="http://schemas.openxmlformats.org/officeDocument/2006/relationships/image" Target="../media/image5.png"/><Relationship Id="rId4" Type="http://schemas.openxmlformats.org/officeDocument/2006/relationships/tags" Target="../tags/tag38.xml"/><Relationship Id="rId3" Type="http://schemas.openxmlformats.org/officeDocument/2006/relationships/image" Target="../media/image2.png"/><Relationship Id="rId2" Type="http://schemas.openxmlformats.org/officeDocument/2006/relationships/tags" Target="../tags/tag37.xml"/><Relationship Id="rId15" Type="http://schemas.openxmlformats.org/officeDocument/2006/relationships/tags" Target="../tags/tag47.xml"/><Relationship Id="rId14" Type="http://schemas.openxmlformats.org/officeDocument/2006/relationships/tags" Target="../tags/tag46.xml"/><Relationship Id="rId13" Type="http://schemas.openxmlformats.org/officeDocument/2006/relationships/tags" Target="../tags/tag45.xml"/><Relationship Id="rId12" Type="http://schemas.openxmlformats.org/officeDocument/2006/relationships/tags" Target="../tags/tag44.xml"/><Relationship Id="rId11" Type="http://schemas.openxmlformats.org/officeDocument/2006/relationships/tags" Target="../tags/tag43.xml"/><Relationship Id="rId10" Type="http://schemas.openxmlformats.org/officeDocument/2006/relationships/tags" Target="../tags/tag42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52.xml"/><Relationship Id="rId8" Type="http://schemas.openxmlformats.org/officeDocument/2006/relationships/tags" Target="../tags/tag51.xml"/><Relationship Id="rId7" Type="http://schemas.openxmlformats.org/officeDocument/2006/relationships/image" Target="../media/image10.png"/><Relationship Id="rId6" Type="http://schemas.openxmlformats.org/officeDocument/2006/relationships/tags" Target="../tags/tag50.xml"/><Relationship Id="rId5" Type="http://schemas.openxmlformats.org/officeDocument/2006/relationships/image" Target="../media/image9.png"/><Relationship Id="rId4" Type="http://schemas.openxmlformats.org/officeDocument/2006/relationships/tags" Target="../tags/tag49.xml"/><Relationship Id="rId3" Type="http://schemas.openxmlformats.org/officeDocument/2006/relationships/image" Target="../media/image2.png"/><Relationship Id="rId2" Type="http://schemas.openxmlformats.org/officeDocument/2006/relationships/tags" Target="../tags/tag48.xml"/><Relationship Id="rId11" Type="http://schemas.openxmlformats.org/officeDocument/2006/relationships/tags" Target="../tags/tag54.xml"/><Relationship Id="rId10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tags" Target="../tags/tag61.xml"/><Relationship Id="rId7" Type="http://schemas.openxmlformats.org/officeDocument/2006/relationships/image" Target="../media/image6.png"/><Relationship Id="rId6" Type="http://schemas.openxmlformats.org/officeDocument/2006/relationships/tags" Target="../tags/tag60.xml"/><Relationship Id="rId5" Type="http://schemas.openxmlformats.org/officeDocument/2006/relationships/image" Target="../media/image5.png"/><Relationship Id="rId4" Type="http://schemas.openxmlformats.org/officeDocument/2006/relationships/tags" Target="../tags/tag59.xml"/><Relationship Id="rId3" Type="http://schemas.openxmlformats.org/officeDocument/2006/relationships/image" Target="../media/image2.png"/><Relationship Id="rId2" Type="http://schemas.openxmlformats.org/officeDocument/2006/relationships/tags" Target="../tags/tag58.xml"/><Relationship Id="rId13" Type="http://schemas.openxmlformats.org/officeDocument/2006/relationships/tags" Target="../tags/tag66.xml"/><Relationship Id="rId12" Type="http://schemas.openxmlformats.org/officeDocument/2006/relationships/tags" Target="../tags/tag65.xml"/><Relationship Id="rId11" Type="http://schemas.openxmlformats.org/officeDocument/2006/relationships/tags" Target="../tags/tag64.xml"/><Relationship Id="rId10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image" Target="../media/image6.png"/><Relationship Id="rId6" Type="http://schemas.openxmlformats.org/officeDocument/2006/relationships/tags" Target="../tags/tag69.xml"/><Relationship Id="rId5" Type="http://schemas.openxmlformats.org/officeDocument/2006/relationships/image" Target="../media/image5.png"/><Relationship Id="rId4" Type="http://schemas.openxmlformats.org/officeDocument/2006/relationships/tags" Target="../tags/tag68.xml"/><Relationship Id="rId3" Type="http://schemas.openxmlformats.org/officeDocument/2006/relationships/image" Target="../media/image2.png"/><Relationship Id="rId2" Type="http://schemas.openxmlformats.org/officeDocument/2006/relationships/tags" Target="../tags/tag67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image" Target="../media/image6.png"/><Relationship Id="rId6" Type="http://schemas.openxmlformats.org/officeDocument/2006/relationships/tags" Target="../tags/tag77.xml"/><Relationship Id="rId5" Type="http://schemas.openxmlformats.org/officeDocument/2006/relationships/image" Target="../media/image5.png"/><Relationship Id="rId4" Type="http://schemas.openxmlformats.org/officeDocument/2006/relationships/tags" Target="../tags/tag76.xml"/><Relationship Id="rId3" Type="http://schemas.openxmlformats.org/officeDocument/2006/relationships/image" Target="../media/image2.png"/><Relationship Id="rId2" Type="http://schemas.openxmlformats.org/officeDocument/2006/relationships/tags" Target="../tags/tag75.xml"/><Relationship Id="rId11" Type="http://schemas.openxmlformats.org/officeDocument/2006/relationships/tags" Target="../tags/tag81.xml"/><Relationship Id="rId10" Type="http://schemas.openxmlformats.org/officeDocument/2006/relationships/tags" Target="../tags/tag8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86.xml"/><Relationship Id="rId8" Type="http://schemas.openxmlformats.org/officeDocument/2006/relationships/tags" Target="../tags/tag85.xml"/><Relationship Id="rId7" Type="http://schemas.openxmlformats.org/officeDocument/2006/relationships/image" Target="../media/image12.png"/><Relationship Id="rId6" Type="http://schemas.openxmlformats.org/officeDocument/2006/relationships/tags" Target="../tags/tag84.xml"/><Relationship Id="rId5" Type="http://schemas.openxmlformats.org/officeDocument/2006/relationships/image" Target="../media/image11.png"/><Relationship Id="rId4" Type="http://schemas.openxmlformats.org/officeDocument/2006/relationships/tags" Target="../tags/tag83.xml"/><Relationship Id="rId3" Type="http://schemas.openxmlformats.org/officeDocument/2006/relationships/image" Target="../media/image2.png"/><Relationship Id="rId2" Type="http://schemas.openxmlformats.org/officeDocument/2006/relationships/tags" Target="../tags/tag82.xml"/><Relationship Id="rId13" Type="http://schemas.openxmlformats.org/officeDocument/2006/relationships/tags" Target="../tags/tag90.xml"/><Relationship Id="rId12" Type="http://schemas.openxmlformats.org/officeDocument/2006/relationships/tags" Target="../tags/tag89.xml"/><Relationship Id="rId11" Type="http://schemas.openxmlformats.org/officeDocument/2006/relationships/tags" Target="../tags/tag88.xml"/><Relationship Id="rId10" Type="http://schemas.openxmlformats.org/officeDocument/2006/relationships/tags" Target="../tags/tag87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95.xml"/><Relationship Id="rId8" Type="http://schemas.openxmlformats.org/officeDocument/2006/relationships/tags" Target="../tags/tag94.xml"/><Relationship Id="rId7" Type="http://schemas.openxmlformats.org/officeDocument/2006/relationships/image" Target="../media/image6.png"/><Relationship Id="rId6" Type="http://schemas.openxmlformats.org/officeDocument/2006/relationships/tags" Target="../tags/tag93.xml"/><Relationship Id="rId5" Type="http://schemas.openxmlformats.org/officeDocument/2006/relationships/image" Target="../media/image5.png"/><Relationship Id="rId4" Type="http://schemas.openxmlformats.org/officeDocument/2006/relationships/tags" Target="../tags/tag92.xml"/><Relationship Id="rId3" Type="http://schemas.openxmlformats.org/officeDocument/2006/relationships/image" Target="../media/image2.png"/><Relationship Id="rId2" Type="http://schemas.openxmlformats.org/officeDocument/2006/relationships/tags" Target="../tags/tag91.xml"/><Relationship Id="rId11" Type="http://schemas.openxmlformats.org/officeDocument/2006/relationships/tags" Target="../tags/tag97.xml"/><Relationship Id="rId10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102.xml"/><Relationship Id="rId8" Type="http://schemas.openxmlformats.org/officeDocument/2006/relationships/tags" Target="../tags/tag101.xml"/><Relationship Id="rId7" Type="http://schemas.openxmlformats.org/officeDocument/2006/relationships/image" Target="../media/image6.png"/><Relationship Id="rId6" Type="http://schemas.openxmlformats.org/officeDocument/2006/relationships/tags" Target="../tags/tag100.xml"/><Relationship Id="rId5" Type="http://schemas.openxmlformats.org/officeDocument/2006/relationships/image" Target="../media/image5.png"/><Relationship Id="rId4" Type="http://schemas.openxmlformats.org/officeDocument/2006/relationships/tags" Target="../tags/tag99.xml"/><Relationship Id="rId3" Type="http://schemas.openxmlformats.org/officeDocument/2006/relationships/image" Target="../media/image2.png"/><Relationship Id="rId2" Type="http://schemas.openxmlformats.org/officeDocument/2006/relationships/tags" Target="../tags/tag98.xml"/><Relationship Id="rId13" Type="http://schemas.openxmlformats.org/officeDocument/2006/relationships/tags" Target="../tags/tag106.xml"/><Relationship Id="rId12" Type="http://schemas.openxmlformats.org/officeDocument/2006/relationships/tags" Target="../tags/tag105.xml"/><Relationship Id="rId11" Type="http://schemas.openxmlformats.org/officeDocument/2006/relationships/tags" Target="../tags/tag104.xml"/><Relationship Id="rId10" Type="http://schemas.openxmlformats.org/officeDocument/2006/relationships/tags" Target="../tags/tag103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112.xml"/><Relationship Id="rId8" Type="http://schemas.openxmlformats.org/officeDocument/2006/relationships/tags" Target="../tags/tag111.xml"/><Relationship Id="rId7" Type="http://schemas.openxmlformats.org/officeDocument/2006/relationships/tags" Target="../tags/tag110.xml"/><Relationship Id="rId6" Type="http://schemas.openxmlformats.org/officeDocument/2006/relationships/image" Target="../media/image6.png"/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image" Target="../media/image2.png"/><Relationship Id="rId2" Type="http://schemas.openxmlformats.org/officeDocument/2006/relationships/tags" Target="../tags/tag107.xml"/><Relationship Id="rId12" Type="http://schemas.openxmlformats.org/officeDocument/2006/relationships/tags" Target="../tags/tag115.xml"/><Relationship Id="rId11" Type="http://schemas.openxmlformats.org/officeDocument/2006/relationships/tags" Target="../tags/tag114.xml"/><Relationship Id="rId10" Type="http://schemas.openxmlformats.org/officeDocument/2006/relationships/tags" Target="../tags/tag113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20.xml"/><Relationship Id="rId8" Type="http://schemas.openxmlformats.org/officeDocument/2006/relationships/image" Target="../media/image5.png"/><Relationship Id="rId7" Type="http://schemas.openxmlformats.org/officeDocument/2006/relationships/tags" Target="../tags/tag119.xml"/><Relationship Id="rId6" Type="http://schemas.openxmlformats.org/officeDocument/2006/relationships/image" Target="../media/image6.png"/><Relationship Id="rId5" Type="http://schemas.openxmlformats.org/officeDocument/2006/relationships/tags" Target="../tags/tag118.xml"/><Relationship Id="rId4" Type="http://schemas.openxmlformats.org/officeDocument/2006/relationships/tags" Target="../tags/tag117.xml"/><Relationship Id="rId3" Type="http://schemas.openxmlformats.org/officeDocument/2006/relationships/image" Target="../media/image2.png"/><Relationship Id="rId2" Type="http://schemas.openxmlformats.org/officeDocument/2006/relationships/tags" Target="../tags/tag116.xml"/><Relationship Id="rId14" Type="http://schemas.openxmlformats.org/officeDocument/2006/relationships/tags" Target="../tags/tag125.xml"/><Relationship Id="rId13" Type="http://schemas.openxmlformats.org/officeDocument/2006/relationships/tags" Target="../tags/tag124.xml"/><Relationship Id="rId12" Type="http://schemas.openxmlformats.org/officeDocument/2006/relationships/tags" Target="../tags/tag123.xml"/><Relationship Id="rId11" Type="http://schemas.openxmlformats.org/officeDocument/2006/relationships/tags" Target="../tags/tag122.xml"/><Relationship Id="rId10" Type="http://schemas.openxmlformats.org/officeDocument/2006/relationships/tags" Target="../tags/tag121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31.xml"/><Relationship Id="rId8" Type="http://schemas.openxmlformats.org/officeDocument/2006/relationships/tags" Target="../tags/tag130.xml"/><Relationship Id="rId7" Type="http://schemas.openxmlformats.org/officeDocument/2006/relationships/tags" Target="../tags/tag129.xml"/><Relationship Id="rId6" Type="http://schemas.openxmlformats.org/officeDocument/2006/relationships/image" Target="../media/image6.png"/><Relationship Id="rId5" Type="http://schemas.openxmlformats.org/officeDocument/2006/relationships/tags" Target="../tags/tag128.xml"/><Relationship Id="rId4" Type="http://schemas.openxmlformats.org/officeDocument/2006/relationships/tags" Target="../tags/tag127.xml"/><Relationship Id="rId3" Type="http://schemas.openxmlformats.org/officeDocument/2006/relationships/image" Target="../media/image2.png"/><Relationship Id="rId2" Type="http://schemas.openxmlformats.org/officeDocument/2006/relationships/tags" Target="../tags/tag126.xml"/><Relationship Id="rId12" Type="http://schemas.openxmlformats.org/officeDocument/2006/relationships/tags" Target="../tags/tag134.xml"/><Relationship Id="rId11" Type="http://schemas.openxmlformats.org/officeDocument/2006/relationships/tags" Target="../tags/tag133.xml"/><Relationship Id="rId10" Type="http://schemas.openxmlformats.org/officeDocument/2006/relationships/tags" Target="../tags/tag132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39.xml"/><Relationship Id="rId8" Type="http://schemas.openxmlformats.org/officeDocument/2006/relationships/image" Target="../media/image6.png"/><Relationship Id="rId7" Type="http://schemas.openxmlformats.org/officeDocument/2006/relationships/tags" Target="../tags/tag138.xml"/><Relationship Id="rId6" Type="http://schemas.openxmlformats.org/officeDocument/2006/relationships/image" Target="../media/image5.png"/><Relationship Id="rId5" Type="http://schemas.openxmlformats.org/officeDocument/2006/relationships/tags" Target="../tags/tag137.xml"/><Relationship Id="rId4" Type="http://schemas.openxmlformats.org/officeDocument/2006/relationships/tags" Target="../tags/tag136.xml"/><Relationship Id="rId3" Type="http://schemas.openxmlformats.org/officeDocument/2006/relationships/image" Target="../media/image2.png"/><Relationship Id="rId2" Type="http://schemas.openxmlformats.org/officeDocument/2006/relationships/tags" Target="../tags/tag135.xml"/><Relationship Id="rId16" Type="http://schemas.openxmlformats.org/officeDocument/2006/relationships/tags" Target="../tags/tag146.xml"/><Relationship Id="rId15" Type="http://schemas.openxmlformats.org/officeDocument/2006/relationships/tags" Target="../tags/tag145.xml"/><Relationship Id="rId14" Type="http://schemas.openxmlformats.org/officeDocument/2006/relationships/tags" Target="../tags/tag144.xml"/><Relationship Id="rId13" Type="http://schemas.openxmlformats.org/officeDocument/2006/relationships/tags" Target="../tags/tag143.xml"/><Relationship Id="rId12" Type="http://schemas.openxmlformats.org/officeDocument/2006/relationships/tags" Target="../tags/tag142.xml"/><Relationship Id="rId11" Type="http://schemas.openxmlformats.org/officeDocument/2006/relationships/tags" Target="../tags/tag141.xml"/><Relationship Id="rId10" Type="http://schemas.openxmlformats.org/officeDocument/2006/relationships/tags" Target="../tags/tag140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151.xml"/><Relationship Id="rId8" Type="http://schemas.openxmlformats.org/officeDocument/2006/relationships/image" Target="../media/image6.png"/><Relationship Id="rId7" Type="http://schemas.openxmlformats.org/officeDocument/2006/relationships/tags" Target="../tags/tag150.xml"/><Relationship Id="rId6" Type="http://schemas.openxmlformats.org/officeDocument/2006/relationships/image" Target="../media/image5.png"/><Relationship Id="rId5" Type="http://schemas.openxmlformats.org/officeDocument/2006/relationships/tags" Target="../tags/tag149.xml"/><Relationship Id="rId4" Type="http://schemas.openxmlformats.org/officeDocument/2006/relationships/tags" Target="../tags/tag148.xml"/><Relationship Id="rId3" Type="http://schemas.openxmlformats.org/officeDocument/2006/relationships/image" Target="../media/image2.png"/><Relationship Id="rId2" Type="http://schemas.openxmlformats.org/officeDocument/2006/relationships/tags" Target="../tags/tag147.xml"/><Relationship Id="rId13" Type="http://schemas.openxmlformats.org/officeDocument/2006/relationships/tags" Target="../tags/tag155.xml"/><Relationship Id="rId12" Type="http://schemas.openxmlformats.org/officeDocument/2006/relationships/tags" Target="../tags/tag154.xml"/><Relationship Id="rId11" Type="http://schemas.openxmlformats.org/officeDocument/2006/relationships/tags" Target="../tags/tag153.xml"/><Relationship Id="rId10" Type="http://schemas.openxmlformats.org/officeDocument/2006/relationships/tags" Target="../tags/tag152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37187-ADB2-4B54-A58E-F52F40868B6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A90C-8BF5-4DF1-B0CE-6EE04B751C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37187-ADB2-4B54-A58E-F52F40868B6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A90C-8BF5-4DF1-B0CE-6EE04B751C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37187-ADB2-4B54-A58E-F52F40868B6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A90C-8BF5-4DF1-B0CE-6EE04B751C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37187-ADB2-4B54-A58E-F52F40868B6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A90C-8BF5-4DF1-B0CE-6EE04B751C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37187-ADB2-4B54-A58E-F52F40868B6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A90C-8BF5-4DF1-B0CE-6EE04B751C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37187-ADB2-4B54-A58E-F52F40868B6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A90C-8BF5-4DF1-B0CE-6EE04B751C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37187-ADB2-4B54-A58E-F52F40868B6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A90C-8BF5-4DF1-B0CE-6EE04B751C5C}" type="slidenum">
              <a:rPr lang="zh-CN" altLang="en-US" smtClean="0"/>
            </a:fld>
            <a:endParaRPr lang="zh-CN" altLang="en-US"/>
          </a:p>
        </p:txBody>
      </p:sp>
      <p:sp>
        <p:nvSpPr>
          <p:cNvPr id="5" name="矩形: 圆顶角 4"/>
          <p:cNvSpPr/>
          <p:nvPr userDrawn="1"/>
        </p:nvSpPr>
        <p:spPr>
          <a:xfrm rot="5400000">
            <a:off x="501968" y="382270"/>
            <a:ext cx="556260" cy="528320"/>
          </a:xfrm>
          <a:prstGeom prst="round2SameRect">
            <a:avLst/>
          </a:prstGeom>
          <a:solidFill>
            <a:srgbClr val="3F6A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1271588" y="908040"/>
            <a:ext cx="1036955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37187-ADB2-4B54-A58E-F52F40868B6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A90C-8BF5-4DF1-B0CE-6EE04B751C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37187-ADB2-4B54-A58E-F52F40868B6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A90C-8BF5-4DF1-B0CE-6EE04B751C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37187-ADB2-4B54-A58E-F52F40868B6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A90C-8BF5-4DF1-B0CE-6EE04B751C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37187-ADB2-4B54-A58E-F52F40868B6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A90C-8BF5-4DF1-B0CE-6EE04B751C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NO.19-4_背景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-317"/>
            <a:ext cx="12192000" cy="6857683"/>
          </a:xfrm>
          <a:prstGeom prst="rect">
            <a:avLst/>
          </a:prstGeom>
        </p:spPr>
      </p:pic>
      <p:pic>
        <p:nvPicPr>
          <p:cNvPr id="25" name="图片 24" descr="NO.19-4_封面页装饰2 副本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9742170" y="911"/>
            <a:ext cx="2437752" cy="6856178"/>
          </a:xfrm>
          <a:prstGeom prst="rect">
            <a:avLst/>
          </a:prstGeom>
        </p:spPr>
      </p:pic>
      <p:pic>
        <p:nvPicPr>
          <p:cNvPr id="5" name="图片 4" descr="NO.19-4_封面页装饰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426366" y="895033"/>
            <a:ext cx="4778335" cy="5073967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2"/>
          <p:cNvSpPr/>
          <p:nvPr>
            <p:ph type="ctrTitle" idx="1" hasCustomPrompt="1"/>
            <p:custDataLst>
              <p:tags r:id="rId11"/>
            </p:custDataLst>
          </p:nvPr>
        </p:nvSpPr>
        <p:spPr>
          <a:xfrm>
            <a:off x="751205" y="1684438"/>
            <a:ext cx="8640432" cy="1414780"/>
          </a:xfrm>
          <a:noFill/>
        </p:spPr>
        <p:txBody>
          <a:bodyPr vert="horz" wrap="square" lIns="101600" tIns="38100" rIns="76200" bIns="3810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8000" b="1" i="0" u="none" strike="noStrike" kern="1200" cap="none" spc="400" normalizeH="0" baseline="0" noProof="1" dirty="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文黑-85简" panose="00020600040101010101" charset="-122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  <p:sp>
        <p:nvSpPr>
          <p:cNvPr id="4" name="文本占位符 3"/>
          <p:cNvSpPr/>
          <p:nvPr>
            <p:ph type="body" idx="2" hasCustomPrompt="1"/>
            <p:custDataLst>
              <p:tags r:id="rId12"/>
            </p:custDataLst>
          </p:nvPr>
        </p:nvSpPr>
        <p:spPr>
          <a:xfrm>
            <a:off x="1560829" y="3462299"/>
            <a:ext cx="7021183" cy="591041"/>
          </a:xfrm>
          <a:noFill/>
        </p:spPr>
        <p:txBody>
          <a:bodyPr vert="horz" wrap="square" lIns="101600" tIns="0" rIns="82550" bIns="0" rtlCol="0">
            <a:normAutofit/>
          </a:bodyPr>
          <a:lstStyle>
            <a:lvl1pPr marL="0" marR="0" indent="-2286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 kumimoji="0" lang="zh-CN" altLang="en-US" sz="2800" b="0" i="0" u="none" strike="noStrike" kern="1200" cap="none" spc="0" normalizeH="0" baseline="0" noProof="1" dirty="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单击此处添加文本</a:t>
            </a:r>
            <a:endParaRPr>
              <a:sym typeface="+mn-ea"/>
            </a:endParaRPr>
          </a:p>
        </p:txBody>
      </p:sp>
      <p:sp>
        <p:nvSpPr>
          <p:cNvPr id="6" name="文本占位符 4"/>
          <p:cNvSpPr/>
          <p:nvPr>
            <p:ph type="body" idx="3" hasCustomPrompt="1"/>
            <p:custDataLst>
              <p:tags r:id="rId13"/>
            </p:custDataLst>
          </p:nvPr>
        </p:nvSpPr>
        <p:spPr>
          <a:xfrm>
            <a:off x="3251844" y="4209206"/>
            <a:ext cx="3639153" cy="512236"/>
          </a:xfrm>
          <a:noFill/>
        </p:spPr>
        <p:txBody>
          <a:bodyPr vert="horz" wrap="square" lIns="101600" tIns="0" rIns="82550" bIns="0" rtlCol="0" anchor="ctr" anchorCtr="0">
            <a:normAutofit/>
          </a:bodyPr>
          <a:lstStyle>
            <a:lvl1pPr marL="0" marR="0" indent="-2286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 kumimoji="0" lang="zh-CN" altLang="en-US" sz="2400" b="0" i="0" u="none" strike="noStrike" kern="1200" cap="none" spc="0" normalizeH="0" baseline="0" noProof="1" dirty="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单击此处添加文本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NO.19-4_背景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图片 7" descr="NO.19-4_正文页装饰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0" y="-5080"/>
            <a:ext cx="511768" cy="6874497"/>
          </a:xfrm>
          <a:prstGeom prst="rect">
            <a:avLst/>
          </a:prstGeom>
        </p:spPr>
      </p:pic>
      <p:pic>
        <p:nvPicPr>
          <p:cNvPr id="7" name="图片 6" descr="NO.19-4_正文页装饰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1103337" y="-5080"/>
            <a:ext cx="1088650" cy="12109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9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NO.19-4_背景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-317"/>
            <a:ext cx="12192000" cy="6857683"/>
          </a:xfrm>
          <a:prstGeom prst="rect">
            <a:avLst/>
          </a:prstGeom>
        </p:spPr>
      </p:pic>
      <p:pic>
        <p:nvPicPr>
          <p:cNvPr id="3" name="图片 2" descr="NO.19-4_章节页装饰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9718041" y="4082"/>
            <a:ext cx="1918969" cy="5480776"/>
          </a:xfrm>
          <a:prstGeom prst="rect">
            <a:avLst/>
          </a:prstGeom>
        </p:spPr>
      </p:pic>
      <p:pic>
        <p:nvPicPr>
          <p:cNvPr id="2" name="图片 1" descr="NO.19-4_章节页装饰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447165" y="1263762"/>
            <a:ext cx="3816972" cy="4238401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/>
          <p:cNvCxnSpPr/>
          <p:nvPr>
            <p:custDataLst>
              <p:tags r:id="rId11"/>
            </p:custDataLst>
          </p:nvPr>
        </p:nvCxnSpPr>
        <p:spPr>
          <a:xfrm>
            <a:off x="6836626" y="4480299"/>
            <a:ext cx="1105103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标题 1"/>
          <p:cNvSpPr/>
          <p:nvPr>
            <p:ph type="ctrTitle" idx="2" hasCustomPrompt="1"/>
            <p:custDataLst>
              <p:tags r:id="rId12"/>
            </p:custDataLst>
          </p:nvPr>
        </p:nvSpPr>
        <p:spPr>
          <a:xfrm>
            <a:off x="4826173" y="2962320"/>
            <a:ext cx="5126644" cy="833755"/>
          </a:xfrm>
        </p:spPr>
        <p:txBody>
          <a:bodyPr vert="horz" wrap="square" lIns="101600" tIns="0" rIns="76200" bIns="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4800" b="0" i="0" u="none" strike="noStrike" kern="1200" cap="none" spc="200" normalizeH="0" baseline="0" noProof="1" dirty="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文黑-85简" panose="00020600040101010101" charset="-122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  <p:sp>
        <p:nvSpPr>
          <p:cNvPr id="10" name="副标题 4"/>
          <p:cNvSpPr/>
          <p:nvPr>
            <p:ph type="subTitle" idx="3" hasCustomPrompt="1"/>
            <p:custDataLst>
              <p:tags r:id="rId13"/>
            </p:custDataLst>
          </p:nvPr>
        </p:nvSpPr>
        <p:spPr>
          <a:xfrm>
            <a:off x="4826173" y="3837350"/>
            <a:ext cx="5126009" cy="324179"/>
          </a:xfrm>
        </p:spPr>
        <p:txBody>
          <a:bodyPr vert="horz" wrap="square" lIns="101600" tIns="0" rIns="82550" bIns="0" rtlCol="0" anchor="t" anchorCtr="0">
            <a:normAutofit/>
          </a:bodyPr>
          <a:lstStyle>
            <a:lvl1pPr marL="0" marR="0" indent="-22860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 kumimoji="0" lang="zh-CN" altLang="en-US" sz="1600" b="0" i="0" u="none" strike="noStrike" kern="1200" cap="none" spc="200" normalizeH="0" baseline="0" noProof="1" dirty="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  <a:endParaRPr>
              <a:sym typeface="+mn-ea"/>
            </a:endParaRPr>
          </a:p>
        </p:txBody>
      </p:sp>
      <p:sp>
        <p:nvSpPr>
          <p:cNvPr id="11" name="文本占位符 6"/>
          <p:cNvSpPr/>
          <p:nvPr>
            <p:ph type="body" idx="4" hasCustomPrompt="1"/>
            <p:custDataLst>
              <p:tags r:id="rId14"/>
            </p:custDataLst>
          </p:nvPr>
        </p:nvSpPr>
        <p:spPr>
          <a:xfrm>
            <a:off x="4825538" y="4595869"/>
            <a:ext cx="5127279" cy="439046"/>
          </a:xfrm>
        </p:spPr>
        <p:txBody>
          <a:bodyPr vert="horz" wrap="square" lIns="101600" tIns="0" rIns="82550" bIns="0" rtlCol="0" anchor="t" anchorCtr="0">
            <a:normAutofit/>
          </a:bodyPr>
          <a:lstStyle>
            <a:lvl1pPr marL="0" marR="0" indent="-22860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 kumimoji="0" lang="zh-CN" altLang="en-US" sz="1600" b="0" i="0" u="none" strike="noStrike" kern="1200" cap="none" spc="200" normalizeH="0" baseline="0" noProof="1" dirty="0" err="1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等线" panose="02010600030101010101" charset="-122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单击此处添加文本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NO.19-4_背景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图片 8" descr="NO.19-4_正文页装饰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0" y="-5080"/>
            <a:ext cx="511768" cy="6874497"/>
          </a:xfrm>
          <a:prstGeom prst="rect">
            <a:avLst/>
          </a:prstGeom>
        </p:spPr>
      </p:pic>
      <p:pic>
        <p:nvPicPr>
          <p:cNvPr id="8" name="图片 7" descr="NO.19-4_正文页装饰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1103337" y="-5080"/>
            <a:ext cx="1088650" cy="12109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0"/>
            </p:custDataLst>
          </p:nvPr>
        </p:nvSpPr>
        <p:spPr>
          <a:xfrm>
            <a:off x="6238877" y="952508"/>
            <a:ext cx="5283242" cy="5388907"/>
          </a:xfrm>
        </p:spPr>
        <p:txBody>
          <a:bodyPr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NO.19-4_背景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图片 10" descr="NO.19-4_正文页装饰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0" y="-5080"/>
            <a:ext cx="511768" cy="6874497"/>
          </a:xfrm>
          <a:prstGeom prst="rect">
            <a:avLst/>
          </a:prstGeom>
        </p:spPr>
      </p:pic>
      <p:pic>
        <p:nvPicPr>
          <p:cNvPr id="10" name="图片 9" descr="NO.19-4_正文页装饰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1103337" y="-5080"/>
            <a:ext cx="1088650" cy="12109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9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90170" tIns="46990" rIns="90170" bIns="46990" anchor="ctr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0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1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2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NO.19-4_背景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318"/>
            <a:ext cx="12192000" cy="6857683"/>
          </a:xfrm>
          <a:prstGeom prst="rect">
            <a:avLst/>
          </a:prstGeom>
        </p:spPr>
      </p:pic>
      <p:pic>
        <p:nvPicPr>
          <p:cNvPr id="7" name="图片 6" descr="NO.19-4_目录页装饰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0" y="1026"/>
            <a:ext cx="4241800" cy="6855947"/>
          </a:xfrm>
          <a:prstGeom prst="rect">
            <a:avLst/>
          </a:prstGeom>
        </p:spPr>
      </p:pic>
      <p:pic>
        <p:nvPicPr>
          <p:cNvPr id="6" name="图片 5" descr="NO.19-4_目录页装饰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894840" y="3981450"/>
            <a:ext cx="1037423" cy="5825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lt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NO.19-4_背景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图片 8" descr="NO.19-4_正文页装饰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0" y="-5080"/>
            <a:ext cx="511768" cy="6874497"/>
          </a:xfrm>
          <a:prstGeom prst="rect">
            <a:avLst/>
          </a:prstGeom>
        </p:spPr>
      </p:pic>
      <p:pic>
        <p:nvPicPr>
          <p:cNvPr id="8" name="图片 7" descr="NO.19-4_正文页装饰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1103337" y="-5080"/>
            <a:ext cx="1088650" cy="12109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NO.19-4_背景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图片 7" descr="NO.19-4_正文页装饰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0" y="-5080"/>
            <a:ext cx="511768" cy="6874497"/>
          </a:xfrm>
          <a:prstGeom prst="rect">
            <a:avLst/>
          </a:prstGeom>
        </p:spPr>
      </p:pic>
      <p:pic>
        <p:nvPicPr>
          <p:cNvPr id="7" name="图片 6" descr="NO.19-4_正文页装饰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1103337" y="-5080"/>
            <a:ext cx="1088650" cy="1210932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NO.19-4_背景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片 5" descr="NO.19-4_正文页装饰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0" y="-5080"/>
            <a:ext cx="511768" cy="6874497"/>
          </a:xfrm>
          <a:prstGeom prst="rect">
            <a:avLst/>
          </a:prstGeom>
        </p:spPr>
      </p:pic>
      <p:pic>
        <p:nvPicPr>
          <p:cNvPr id="2" name="图片 1" descr="NO.19-4_正文页装饰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1103337" y="-5080"/>
            <a:ext cx="1088650" cy="1210932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NO.19-4_背景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94" y="0"/>
            <a:ext cx="12192000" cy="6857683"/>
          </a:xfrm>
          <a:prstGeom prst="rect">
            <a:avLst/>
          </a:prstGeom>
        </p:spPr>
      </p:pic>
      <p:pic>
        <p:nvPicPr>
          <p:cNvPr id="6" name="图片 5" descr="NO.19-4_结束页装饰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490066" y="5457516"/>
            <a:ext cx="4692712" cy="1398898"/>
          </a:xfrm>
          <a:prstGeom prst="rect">
            <a:avLst/>
          </a:prstGeom>
        </p:spPr>
      </p:pic>
      <p:pic>
        <p:nvPicPr>
          <p:cNvPr id="2" name="图片 1" descr="NO.19-4_结束页装饰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35" y="0"/>
            <a:ext cx="195326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lt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/>
          <p:nvPr>
            <p:ph type="title" idx="1" hasCustomPrompt="1"/>
            <p:custDataLst>
              <p:tags r:id="rId11"/>
            </p:custDataLst>
          </p:nvPr>
        </p:nvSpPr>
        <p:spPr>
          <a:xfrm>
            <a:off x="2153288" y="2533739"/>
            <a:ext cx="7885427" cy="1353881"/>
          </a:xfrm>
          <a:noFill/>
        </p:spPr>
        <p:txBody>
          <a:bodyPr vert="horz" wrap="square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7200" b="1" i="0" u="none" strike="noStrike" kern="0" cap="none" spc="300" normalizeH="0" baseline="0" noProof="1" dirty="0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汉仪文黑-85简" panose="00020600040101010101" charset="-122"/>
                <a:cs typeface="+mj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  <p:sp>
        <p:nvSpPr>
          <p:cNvPr id="9" name="文本占位符 2"/>
          <p:cNvSpPr/>
          <p:nvPr>
            <p:ph type="body" idx="2" hasCustomPrompt="1"/>
            <p:custDataLst>
              <p:tags r:id="rId12"/>
            </p:custDataLst>
          </p:nvPr>
        </p:nvSpPr>
        <p:spPr>
          <a:xfrm flipH="1">
            <a:off x="2153285" y="3996025"/>
            <a:ext cx="7885428" cy="928995"/>
          </a:xfrm>
          <a:noFill/>
        </p:spPr>
        <p:txBody>
          <a:bodyPr vert="horz" wrap="square" lIns="0" tIns="0" rIns="0" bIns="0" rtlCol="0">
            <a:normAutofit/>
          </a:bodyPr>
          <a:lstStyle>
            <a:lvl1pPr marL="0" marR="0" indent="-228600" algn="l" defTabSz="914400" rtl="0" eaLnBrk="1" fontAlgn="auto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1800" b="0" i="0" u="none" strike="noStrike" kern="0" cap="none" spc="100" normalizeH="0" baseline="0" noProof="1" dirty="0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汉仪文黑-55简" panose="00020600040101010101" charset="-122"/>
                <a:cs typeface="+mj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单击此处添加文本</a:t>
            </a:r>
            <a:endParaRPr>
              <a:sym typeface="+mn-ea"/>
            </a:endParaRPr>
          </a:p>
        </p:txBody>
      </p:sp>
      <p:sp>
        <p:nvSpPr>
          <p:cNvPr id="10" name="副标题 3"/>
          <p:cNvSpPr/>
          <p:nvPr>
            <p:ph type="subTitle" idx="3" hasCustomPrompt="1"/>
            <p:custDataLst>
              <p:tags r:id="rId13"/>
            </p:custDataLst>
          </p:nvPr>
        </p:nvSpPr>
        <p:spPr>
          <a:xfrm>
            <a:off x="2153288" y="1932968"/>
            <a:ext cx="7885427" cy="492366"/>
          </a:xfrm>
          <a:noFill/>
        </p:spPr>
        <p:txBody>
          <a:bodyPr vert="horz" wrap="square" lIns="90000" tIns="46800" rIns="90000" bIns="46800" rtlCol="0">
            <a:normAutofit/>
          </a:bodyPr>
          <a:lstStyle>
            <a:lvl1pPr marL="0" marR="0" indent="-2286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2400" b="1" i="0" u="none" strike="noStrike" kern="0" cap="none" spc="600" normalizeH="0" baseline="0" noProof="1" dirty="0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汉仪文黑-55简" panose="00020600040101010101" charset="-122"/>
                <a:cs typeface="+mj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NO.19-4_背景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片 6" descr="NO.19-4_正文页装饰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0" y="-5080"/>
            <a:ext cx="511768" cy="6874497"/>
          </a:xfrm>
          <a:prstGeom prst="rect">
            <a:avLst/>
          </a:prstGeom>
        </p:spPr>
      </p:pic>
      <p:pic>
        <p:nvPicPr>
          <p:cNvPr id="6" name="图片 5" descr="NO.19-4_正文页装饰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1103337" y="-5080"/>
            <a:ext cx="1088650" cy="12109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NO.19-4_背景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-15876"/>
            <a:ext cx="12192000" cy="6873875"/>
          </a:xfrm>
          <a:prstGeom prst="rect">
            <a:avLst/>
          </a:prstGeom>
        </p:spPr>
      </p:pic>
      <p:pic>
        <p:nvPicPr>
          <p:cNvPr id="9" name="图片 8" descr="NO.19-4_正文页装饰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0" y="-5080"/>
            <a:ext cx="511768" cy="6874497"/>
          </a:xfrm>
          <a:prstGeom prst="rect">
            <a:avLst/>
          </a:prstGeom>
        </p:spPr>
      </p:pic>
      <p:pic>
        <p:nvPicPr>
          <p:cNvPr id="8" name="图片 7" descr="NO.19-4_正文页装饰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1103337" y="-5080"/>
            <a:ext cx="1088650" cy="1210932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8"/>
            </p:custDataLst>
          </p:nvPr>
        </p:nvSpPr>
        <p:spPr>
          <a:xfrm>
            <a:off x="292800" y="296261"/>
            <a:ext cx="11606400" cy="6249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NO.19-4_背景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 dirty="0">
              <a:solidFill>
                <a:schemeClr val="lt1"/>
              </a:solidFill>
              <a:sym typeface="+mn-ea"/>
            </a:endParaRPr>
          </a:p>
        </p:txBody>
      </p:sp>
      <p:pic>
        <p:nvPicPr>
          <p:cNvPr id="6" name="图片 5" descr="NO.19-4_正文页装饰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223234" y="0"/>
            <a:ext cx="968766" cy="107758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 anchorCtr="0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2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NO.19-4_背景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pic>
        <p:nvPicPr>
          <p:cNvPr id="8" name="图片 7" descr="NO.19-4_正文页装饰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437301" y="0"/>
            <a:ext cx="754699" cy="839470"/>
          </a:xfrm>
          <a:prstGeom prst="rect">
            <a:avLst/>
          </a:prstGeom>
        </p:spPr>
      </p:pic>
      <p:pic>
        <p:nvPicPr>
          <p:cNvPr id="6" name="图片 5" descr="NO.19-4_正文页装饰1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0" y="-5080"/>
            <a:ext cx="511768" cy="687449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NO.19-4_背景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-1143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pic>
        <p:nvPicPr>
          <p:cNvPr id="6" name="图片 5" descr="NO.19-4_正文页装饰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190112" y="0"/>
            <a:ext cx="1001888" cy="111442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 anchorCtr="0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2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NO.19-4_背景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pic>
        <p:nvPicPr>
          <p:cNvPr id="6" name="图片 5" descr="NO.19-4_正文页装饰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-5080"/>
            <a:ext cx="511768" cy="6874497"/>
          </a:xfrm>
          <a:prstGeom prst="rect">
            <a:avLst/>
          </a:prstGeom>
        </p:spPr>
      </p:pic>
      <p:pic>
        <p:nvPicPr>
          <p:cNvPr id="8" name="图片 7" descr="NO.19-4_正文页装饰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1437313" y="-5080"/>
            <a:ext cx="754687" cy="83945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NO.19-4_背景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pic>
        <p:nvPicPr>
          <p:cNvPr id="6" name="图片 5" descr="NO.19-4_正文页装饰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-5080"/>
            <a:ext cx="511768" cy="6874497"/>
          </a:xfrm>
          <a:prstGeom prst="rect">
            <a:avLst/>
          </a:prstGeom>
        </p:spPr>
      </p:pic>
      <p:pic>
        <p:nvPicPr>
          <p:cNvPr id="8" name="图片 7" descr="NO.19-4_正文页装饰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1103337" y="-5080"/>
            <a:ext cx="1088650" cy="12109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5" Type="http://schemas.openxmlformats.org/officeDocument/2006/relationships/theme" Target="../theme/theme2.xml"/><Relationship Id="rId24" Type="http://schemas.openxmlformats.org/officeDocument/2006/relationships/tags" Target="../tags/tag161.xml"/><Relationship Id="rId23" Type="http://schemas.openxmlformats.org/officeDocument/2006/relationships/tags" Target="../tags/tag160.xml"/><Relationship Id="rId22" Type="http://schemas.openxmlformats.org/officeDocument/2006/relationships/tags" Target="../tags/tag159.xml"/><Relationship Id="rId21" Type="http://schemas.openxmlformats.org/officeDocument/2006/relationships/tags" Target="../tags/tag158.xml"/><Relationship Id="rId20" Type="http://schemas.openxmlformats.org/officeDocument/2006/relationships/tags" Target="../tags/tag157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56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837187-ADB2-4B54-A58E-F52F40868B6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CDA90C-8BF5-4DF1-B0CE-6EE04B751C5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汉仪文黑-55简" panose="00020600040101010101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文黑-55简" panose="00020600040101010101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文黑-55简" panose="00020600040101010101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文黑-55简" panose="00020600040101010101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文黑-55简" panose="00020600040101010101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文黑-55简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63.xml"/><Relationship Id="rId1" Type="http://schemas.openxmlformats.org/officeDocument/2006/relationships/tags" Target="../tags/tag16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72.xml"/><Relationship Id="rId8" Type="http://schemas.openxmlformats.org/officeDocument/2006/relationships/tags" Target="../tags/tag171.xml"/><Relationship Id="rId7" Type="http://schemas.openxmlformats.org/officeDocument/2006/relationships/tags" Target="../tags/tag170.xml"/><Relationship Id="rId6" Type="http://schemas.openxmlformats.org/officeDocument/2006/relationships/tags" Target="../tags/tag169.xml"/><Relationship Id="rId5" Type="http://schemas.openxmlformats.org/officeDocument/2006/relationships/tags" Target="../tags/tag168.xml"/><Relationship Id="rId4" Type="http://schemas.openxmlformats.org/officeDocument/2006/relationships/tags" Target="../tags/tag167.xml"/><Relationship Id="rId3" Type="http://schemas.openxmlformats.org/officeDocument/2006/relationships/tags" Target="../tags/tag166.xml"/><Relationship Id="rId29" Type="http://schemas.openxmlformats.org/officeDocument/2006/relationships/slideLayout" Target="../slideLayouts/slideLayout17.xml"/><Relationship Id="rId28" Type="http://schemas.openxmlformats.org/officeDocument/2006/relationships/tags" Target="../tags/tag191.xml"/><Relationship Id="rId27" Type="http://schemas.openxmlformats.org/officeDocument/2006/relationships/tags" Target="../tags/tag190.xml"/><Relationship Id="rId26" Type="http://schemas.openxmlformats.org/officeDocument/2006/relationships/tags" Target="../tags/tag189.xml"/><Relationship Id="rId25" Type="http://schemas.openxmlformats.org/officeDocument/2006/relationships/tags" Target="../tags/tag188.xml"/><Relationship Id="rId24" Type="http://schemas.openxmlformats.org/officeDocument/2006/relationships/tags" Target="../tags/tag187.xml"/><Relationship Id="rId23" Type="http://schemas.openxmlformats.org/officeDocument/2006/relationships/tags" Target="../tags/tag186.xml"/><Relationship Id="rId22" Type="http://schemas.openxmlformats.org/officeDocument/2006/relationships/tags" Target="../tags/tag185.xml"/><Relationship Id="rId21" Type="http://schemas.openxmlformats.org/officeDocument/2006/relationships/tags" Target="../tags/tag184.xml"/><Relationship Id="rId20" Type="http://schemas.openxmlformats.org/officeDocument/2006/relationships/tags" Target="../tags/tag183.xml"/><Relationship Id="rId2" Type="http://schemas.openxmlformats.org/officeDocument/2006/relationships/tags" Target="../tags/tag165.xml"/><Relationship Id="rId19" Type="http://schemas.openxmlformats.org/officeDocument/2006/relationships/tags" Target="../tags/tag182.xml"/><Relationship Id="rId18" Type="http://schemas.openxmlformats.org/officeDocument/2006/relationships/tags" Target="../tags/tag181.xml"/><Relationship Id="rId17" Type="http://schemas.openxmlformats.org/officeDocument/2006/relationships/tags" Target="../tags/tag180.xml"/><Relationship Id="rId16" Type="http://schemas.openxmlformats.org/officeDocument/2006/relationships/tags" Target="../tags/tag179.xml"/><Relationship Id="rId15" Type="http://schemas.openxmlformats.org/officeDocument/2006/relationships/tags" Target="../tags/tag178.xml"/><Relationship Id="rId14" Type="http://schemas.openxmlformats.org/officeDocument/2006/relationships/tags" Target="../tags/tag177.xml"/><Relationship Id="rId13" Type="http://schemas.openxmlformats.org/officeDocument/2006/relationships/tags" Target="../tags/tag176.xml"/><Relationship Id="rId12" Type="http://schemas.openxmlformats.org/officeDocument/2006/relationships/tags" Target="../tags/tag175.xml"/><Relationship Id="rId11" Type="http://schemas.openxmlformats.org/officeDocument/2006/relationships/tags" Target="../tags/tag174.xml"/><Relationship Id="rId10" Type="http://schemas.openxmlformats.org/officeDocument/2006/relationships/tags" Target="../tags/tag173.xml"/><Relationship Id="rId1" Type="http://schemas.openxmlformats.org/officeDocument/2006/relationships/tags" Target="../tags/tag164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tags" Target="../tags/tag195.xml"/><Relationship Id="rId3" Type="http://schemas.openxmlformats.org/officeDocument/2006/relationships/tags" Target="../tags/tag194.xml"/><Relationship Id="rId2" Type="http://schemas.openxmlformats.org/officeDocument/2006/relationships/tags" Target="../tags/tag193.xml"/><Relationship Id="rId1" Type="http://schemas.openxmlformats.org/officeDocument/2006/relationships/tags" Target="../tags/tag19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13.png"/><Relationship Id="rId7" Type="http://schemas.openxmlformats.org/officeDocument/2006/relationships/hyperlink" Target="https://www.amazon.com/GOOTOP-Outdoor-Electric-Mosquito-90-130V/dp/B0C1CLHXC7/ref=sr_1_1?keywords=B0C1CLHXC7&amp;qid=1698913895&amp;sr=8-1" TargetMode="External"/><Relationship Id="rId6" Type="http://schemas.openxmlformats.org/officeDocument/2006/relationships/tags" Target="../tags/tag199.xml"/><Relationship Id="rId5" Type="http://schemas.openxmlformats.org/officeDocument/2006/relationships/tags" Target="../tags/tag198.xml"/><Relationship Id="rId4" Type="http://schemas.openxmlformats.org/officeDocument/2006/relationships/image" Target="../media/image6.png"/><Relationship Id="rId3" Type="http://schemas.openxmlformats.org/officeDocument/2006/relationships/tags" Target="../tags/tag197.xml"/><Relationship Id="rId2" Type="http://schemas.openxmlformats.org/officeDocument/2006/relationships/image" Target="../media/image5.png"/><Relationship Id="rId13" Type="http://schemas.openxmlformats.org/officeDocument/2006/relationships/slideLayout" Target="../slideLayouts/slideLayout18.xml"/><Relationship Id="rId12" Type="http://schemas.openxmlformats.org/officeDocument/2006/relationships/tags" Target="../tags/tag201.xml"/><Relationship Id="rId11" Type="http://schemas.openxmlformats.org/officeDocument/2006/relationships/image" Target="../media/image15.png"/><Relationship Id="rId10" Type="http://schemas.openxmlformats.org/officeDocument/2006/relationships/tags" Target="../tags/tag200.xml"/><Relationship Id="rId1" Type="http://schemas.openxmlformats.org/officeDocument/2006/relationships/tags" Target="../tags/tag196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tags" Target="../tags/tag206.xml"/><Relationship Id="rId7" Type="http://schemas.openxmlformats.org/officeDocument/2006/relationships/tags" Target="../tags/tag205.xml"/><Relationship Id="rId6" Type="http://schemas.openxmlformats.org/officeDocument/2006/relationships/image" Target="../media/image6.png"/><Relationship Id="rId5" Type="http://schemas.openxmlformats.org/officeDocument/2006/relationships/tags" Target="../tags/tag204.xml"/><Relationship Id="rId4" Type="http://schemas.openxmlformats.org/officeDocument/2006/relationships/image" Target="../media/image5.png"/><Relationship Id="rId3" Type="http://schemas.openxmlformats.org/officeDocument/2006/relationships/tags" Target="../tags/tag203.xml"/><Relationship Id="rId2" Type="http://schemas.openxmlformats.org/officeDocument/2006/relationships/image" Target="../media/image2.png"/><Relationship Id="rId12" Type="http://schemas.openxmlformats.org/officeDocument/2006/relationships/slideLayout" Target="../slideLayouts/slideLayout18.xml"/><Relationship Id="rId11" Type="http://schemas.openxmlformats.org/officeDocument/2006/relationships/tags" Target="../tags/tag208.xml"/><Relationship Id="rId10" Type="http://schemas.openxmlformats.org/officeDocument/2006/relationships/tags" Target="../tags/tag207.xml"/><Relationship Id="rId1" Type="http://schemas.openxmlformats.org/officeDocument/2006/relationships/tags" Target="../tags/tag20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tags" Target="../tags/tag213.xml"/><Relationship Id="rId7" Type="http://schemas.openxmlformats.org/officeDocument/2006/relationships/image" Target="../media/image17.png"/><Relationship Id="rId6" Type="http://schemas.openxmlformats.org/officeDocument/2006/relationships/tags" Target="../tags/tag212.xml"/><Relationship Id="rId5" Type="http://schemas.openxmlformats.org/officeDocument/2006/relationships/tags" Target="../tags/tag211.xml"/><Relationship Id="rId4" Type="http://schemas.openxmlformats.org/officeDocument/2006/relationships/image" Target="../media/image6.png"/><Relationship Id="rId3" Type="http://schemas.openxmlformats.org/officeDocument/2006/relationships/tags" Target="../tags/tag210.xml"/><Relationship Id="rId2" Type="http://schemas.openxmlformats.org/officeDocument/2006/relationships/image" Target="../media/image5.png"/><Relationship Id="rId1" Type="http://schemas.openxmlformats.org/officeDocument/2006/relationships/tags" Target="../tags/tag20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7" Type="http://schemas.openxmlformats.org/officeDocument/2006/relationships/tags" Target="../tags/tag218.xml"/><Relationship Id="rId6" Type="http://schemas.openxmlformats.org/officeDocument/2006/relationships/image" Target="../media/image19.png"/><Relationship Id="rId5" Type="http://schemas.openxmlformats.org/officeDocument/2006/relationships/tags" Target="../tags/tag217.xml"/><Relationship Id="rId4" Type="http://schemas.openxmlformats.org/officeDocument/2006/relationships/image" Target="../media/image18.png"/><Relationship Id="rId3" Type="http://schemas.openxmlformats.org/officeDocument/2006/relationships/tags" Target="../tags/tag216.xml"/><Relationship Id="rId2" Type="http://schemas.openxmlformats.org/officeDocument/2006/relationships/tags" Target="../tags/tag215.xml"/><Relationship Id="rId1" Type="http://schemas.openxmlformats.org/officeDocument/2006/relationships/tags" Target="../tags/tag214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221.xml"/><Relationship Id="rId3" Type="http://schemas.openxmlformats.org/officeDocument/2006/relationships/image" Target="../media/image20.png"/><Relationship Id="rId2" Type="http://schemas.openxmlformats.org/officeDocument/2006/relationships/tags" Target="../tags/tag220.xml"/><Relationship Id="rId1" Type="http://schemas.openxmlformats.org/officeDocument/2006/relationships/tags" Target="../tags/tag219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tags" Target="../tags/tag225.xml"/><Relationship Id="rId3" Type="http://schemas.openxmlformats.org/officeDocument/2006/relationships/tags" Target="../tags/tag224.xml"/><Relationship Id="rId2" Type="http://schemas.openxmlformats.org/officeDocument/2006/relationships/tags" Target="../tags/tag223.xml"/><Relationship Id="rId1" Type="http://schemas.openxmlformats.org/officeDocument/2006/relationships/tags" Target="../tags/tag22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image" Target="../media/image21.png"/><Relationship Id="rId6" Type="http://schemas.openxmlformats.org/officeDocument/2006/relationships/tags" Target="../tags/tag229.xml"/><Relationship Id="rId5" Type="http://schemas.openxmlformats.org/officeDocument/2006/relationships/tags" Target="../tags/tag228.xml"/><Relationship Id="rId4" Type="http://schemas.openxmlformats.org/officeDocument/2006/relationships/image" Target="../media/image6.png"/><Relationship Id="rId3" Type="http://schemas.openxmlformats.org/officeDocument/2006/relationships/tags" Target="../tags/tag227.xml"/><Relationship Id="rId2" Type="http://schemas.openxmlformats.org/officeDocument/2006/relationships/image" Target="../media/image5.png"/><Relationship Id="rId10" Type="http://schemas.openxmlformats.org/officeDocument/2006/relationships/slideLayout" Target="../slideLayouts/slideLayout18.xml"/><Relationship Id="rId1" Type="http://schemas.openxmlformats.org/officeDocument/2006/relationships/tags" Target="../tags/tag226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37.xml"/><Relationship Id="rId8" Type="http://schemas.openxmlformats.org/officeDocument/2006/relationships/tags" Target="../tags/tag236.xml"/><Relationship Id="rId7" Type="http://schemas.openxmlformats.org/officeDocument/2006/relationships/tags" Target="../tags/tag235.xml"/><Relationship Id="rId6" Type="http://schemas.openxmlformats.org/officeDocument/2006/relationships/image" Target="../media/image6.png"/><Relationship Id="rId5" Type="http://schemas.openxmlformats.org/officeDocument/2006/relationships/tags" Target="../tags/tag234.xml"/><Relationship Id="rId4" Type="http://schemas.openxmlformats.org/officeDocument/2006/relationships/image" Target="../media/image5.png"/><Relationship Id="rId3" Type="http://schemas.openxmlformats.org/officeDocument/2006/relationships/tags" Target="../tags/tag233.xml"/><Relationship Id="rId2" Type="http://schemas.openxmlformats.org/officeDocument/2006/relationships/image" Target="../media/image2.png"/><Relationship Id="rId14" Type="http://schemas.openxmlformats.org/officeDocument/2006/relationships/slideLayout" Target="../slideLayouts/slideLayout18.xml"/><Relationship Id="rId13" Type="http://schemas.openxmlformats.org/officeDocument/2006/relationships/tags" Target="../tags/tag239.xml"/><Relationship Id="rId12" Type="http://schemas.openxmlformats.org/officeDocument/2006/relationships/image" Target="../media/image23.png"/><Relationship Id="rId11" Type="http://schemas.openxmlformats.org/officeDocument/2006/relationships/tags" Target="../tags/tag238.xml"/><Relationship Id="rId10" Type="http://schemas.openxmlformats.org/officeDocument/2006/relationships/image" Target="../media/image22.png"/><Relationship Id="rId1" Type="http://schemas.openxmlformats.org/officeDocument/2006/relationships/tags" Target="../tags/tag23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45.xml"/><Relationship Id="rId8" Type="http://schemas.openxmlformats.org/officeDocument/2006/relationships/tags" Target="../tags/tag244.xml"/><Relationship Id="rId7" Type="http://schemas.openxmlformats.org/officeDocument/2006/relationships/tags" Target="../tags/tag243.xml"/><Relationship Id="rId6" Type="http://schemas.openxmlformats.org/officeDocument/2006/relationships/image" Target="../media/image6.png"/><Relationship Id="rId5" Type="http://schemas.openxmlformats.org/officeDocument/2006/relationships/tags" Target="../tags/tag242.xml"/><Relationship Id="rId4" Type="http://schemas.openxmlformats.org/officeDocument/2006/relationships/image" Target="../media/image5.png"/><Relationship Id="rId3" Type="http://schemas.openxmlformats.org/officeDocument/2006/relationships/tags" Target="../tags/tag241.xml"/><Relationship Id="rId2" Type="http://schemas.openxmlformats.org/officeDocument/2006/relationships/image" Target="../media/image2.png"/><Relationship Id="rId14" Type="http://schemas.openxmlformats.org/officeDocument/2006/relationships/slideLayout" Target="../slideLayouts/slideLayout18.xml"/><Relationship Id="rId13" Type="http://schemas.openxmlformats.org/officeDocument/2006/relationships/tags" Target="../tags/tag248.xml"/><Relationship Id="rId12" Type="http://schemas.openxmlformats.org/officeDocument/2006/relationships/tags" Target="../tags/tag247.xml"/><Relationship Id="rId11" Type="http://schemas.openxmlformats.org/officeDocument/2006/relationships/image" Target="../media/image24.png"/><Relationship Id="rId10" Type="http://schemas.openxmlformats.org/officeDocument/2006/relationships/tags" Target="../tags/tag246.xml"/><Relationship Id="rId1" Type="http://schemas.openxmlformats.org/officeDocument/2006/relationships/tags" Target="../tags/tag240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tags" Target="../tags/tag252.xml"/><Relationship Id="rId3" Type="http://schemas.openxmlformats.org/officeDocument/2006/relationships/tags" Target="../tags/tag251.xml"/><Relationship Id="rId2" Type="http://schemas.openxmlformats.org/officeDocument/2006/relationships/tags" Target="../tags/tag250.xml"/><Relationship Id="rId1" Type="http://schemas.openxmlformats.org/officeDocument/2006/relationships/tags" Target="../tags/tag249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259.xml"/><Relationship Id="rId8" Type="http://schemas.openxmlformats.org/officeDocument/2006/relationships/tags" Target="../tags/tag258.xml"/><Relationship Id="rId7" Type="http://schemas.openxmlformats.org/officeDocument/2006/relationships/tags" Target="../tags/tag257.xml"/><Relationship Id="rId6" Type="http://schemas.openxmlformats.org/officeDocument/2006/relationships/tags" Target="../tags/tag256.xml"/><Relationship Id="rId5" Type="http://schemas.openxmlformats.org/officeDocument/2006/relationships/tags" Target="../tags/tag255.xml"/><Relationship Id="rId4" Type="http://schemas.openxmlformats.org/officeDocument/2006/relationships/image" Target="../media/image6.png"/><Relationship Id="rId3" Type="http://schemas.openxmlformats.org/officeDocument/2006/relationships/tags" Target="../tags/tag254.xml"/><Relationship Id="rId2" Type="http://schemas.openxmlformats.org/officeDocument/2006/relationships/image" Target="../media/image5.png"/><Relationship Id="rId18" Type="http://schemas.openxmlformats.org/officeDocument/2006/relationships/vmlDrawing" Target="../drawings/vmlDrawing1.vml"/><Relationship Id="rId17" Type="http://schemas.openxmlformats.org/officeDocument/2006/relationships/slideLayout" Target="../slideLayouts/slideLayout18.xml"/><Relationship Id="rId16" Type="http://schemas.openxmlformats.org/officeDocument/2006/relationships/tags" Target="../tags/tag263.xml"/><Relationship Id="rId15" Type="http://schemas.openxmlformats.org/officeDocument/2006/relationships/image" Target="../media/image26.wmf"/><Relationship Id="rId14" Type="http://schemas.openxmlformats.org/officeDocument/2006/relationships/package" Target="../embeddings/Workbook1.xlsx"/><Relationship Id="rId13" Type="http://schemas.openxmlformats.org/officeDocument/2006/relationships/image" Target="../media/image25.png"/><Relationship Id="rId12" Type="http://schemas.openxmlformats.org/officeDocument/2006/relationships/tags" Target="../tags/tag262.xml"/><Relationship Id="rId11" Type="http://schemas.openxmlformats.org/officeDocument/2006/relationships/tags" Target="../tags/tag261.xml"/><Relationship Id="rId10" Type="http://schemas.openxmlformats.org/officeDocument/2006/relationships/tags" Target="../tags/tag260.xml"/><Relationship Id="rId1" Type="http://schemas.openxmlformats.org/officeDocument/2006/relationships/tags" Target="../tags/tag253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270.xml"/><Relationship Id="rId8" Type="http://schemas.openxmlformats.org/officeDocument/2006/relationships/tags" Target="../tags/tag269.xml"/><Relationship Id="rId7" Type="http://schemas.openxmlformats.org/officeDocument/2006/relationships/tags" Target="../tags/tag268.xml"/><Relationship Id="rId6" Type="http://schemas.openxmlformats.org/officeDocument/2006/relationships/tags" Target="../tags/tag267.xml"/><Relationship Id="rId5" Type="http://schemas.openxmlformats.org/officeDocument/2006/relationships/tags" Target="../tags/tag266.xml"/><Relationship Id="rId4" Type="http://schemas.openxmlformats.org/officeDocument/2006/relationships/image" Target="../media/image6.png"/><Relationship Id="rId3" Type="http://schemas.openxmlformats.org/officeDocument/2006/relationships/tags" Target="../tags/tag265.xml"/><Relationship Id="rId2" Type="http://schemas.openxmlformats.org/officeDocument/2006/relationships/image" Target="../media/image5.png"/><Relationship Id="rId15" Type="http://schemas.openxmlformats.org/officeDocument/2006/relationships/slideLayout" Target="../slideLayouts/slideLayout18.xml"/><Relationship Id="rId14" Type="http://schemas.openxmlformats.org/officeDocument/2006/relationships/tags" Target="../tags/tag274.xml"/><Relationship Id="rId13" Type="http://schemas.openxmlformats.org/officeDocument/2006/relationships/image" Target="../media/image27.png"/><Relationship Id="rId12" Type="http://schemas.openxmlformats.org/officeDocument/2006/relationships/tags" Target="../tags/tag273.xml"/><Relationship Id="rId11" Type="http://schemas.openxmlformats.org/officeDocument/2006/relationships/tags" Target="../tags/tag272.xml"/><Relationship Id="rId10" Type="http://schemas.openxmlformats.org/officeDocument/2006/relationships/tags" Target="../tags/tag271.xml"/><Relationship Id="rId1" Type="http://schemas.openxmlformats.org/officeDocument/2006/relationships/tags" Target="../tags/tag264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281.xml"/><Relationship Id="rId8" Type="http://schemas.openxmlformats.org/officeDocument/2006/relationships/tags" Target="../tags/tag280.xml"/><Relationship Id="rId7" Type="http://schemas.openxmlformats.org/officeDocument/2006/relationships/tags" Target="../tags/tag279.xml"/><Relationship Id="rId6" Type="http://schemas.openxmlformats.org/officeDocument/2006/relationships/tags" Target="../tags/tag278.xml"/><Relationship Id="rId5" Type="http://schemas.openxmlformats.org/officeDocument/2006/relationships/tags" Target="../tags/tag277.xml"/><Relationship Id="rId4" Type="http://schemas.openxmlformats.org/officeDocument/2006/relationships/image" Target="../media/image6.png"/><Relationship Id="rId3" Type="http://schemas.openxmlformats.org/officeDocument/2006/relationships/tags" Target="../tags/tag276.xml"/><Relationship Id="rId2" Type="http://schemas.openxmlformats.org/officeDocument/2006/relationships/image" Target="../media/image5.png"/><Relationship Id="rId15" Type="http://schemas.openxmlformats.org/officeDocument/2006/relationships/slideLayout" Target="../slideLayouts/slideLayout18.xml"/><Relationship Id="rId14" Type="http://schemas.openxmlformats.org/officeDocument/2006/relationships/tags" Target="../tags/tag285.xml"/><Relationship Id="rId13" Type="http://schemas.openxmlformats.org/officeDocument/2006/relationships/image" Target="../media/image27.png"/><Relationship Id="rId12" Type="http://schemas.openxmlformats.org/officeDocument/2006/relationships/tags" Target="../tags/tag284.xml"/><Relationship Id="rId11" Type="http://schemas.openxmlformats.org/officeDocument/2006/relationships/tags" Target="../tags/tag283.xml"/><Relationship Id="rId10" Type="http://schemas.openxmlformats.org/officeDocument/2006/relationships/tags" Target="../tags/tag282.xml"/><Relationship Id="rId1" Type="http://schemas.openxmlformats.org/officeDocument/2006/relationships/tags" Target="../tags/tag275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292.xml"/><Relationship Id="rId8" Type="http://schemas.openxmlformats.org/officeDocument/2006/relationships/tags" Target="../tags/tag291.xml"/><Relationship Id="rId7" Type="http://schemas.openxmlformats.org/officeDocument/2006/relationships/tags" Target="../tags/tag290.xml"/><Relationship Id="rId6" Type="http://schemas.openxmlformats.org/officeDocument/2006/relationships/tags" Target="../tags/tag289.xml"/><Relationship Id="rId5" Type="http://schemas.openxmlformats.org/officeDocument/2006/relationships/tags" Target="../tags/tag288.xml"/><Relationship Id="rId4" Type="http://schemas.openxmlformats.org/officeDocument/2006/relationships/image" Target="../media/image6.png"/><Relationship Id="rId3" Type="http://schemas.openxmlformats.org/officeDocument/2006/relationships/tags" Target="../tags/tag287.xml"/><Relationship Id="rId2" Type="http://schemas.openxmlformats.org/officeDocument/2006/relationships/image" Target="../media/image5.png"/><Relationship Id="rId15" Type="http://schemas.openxmlformats.org/officeDocument/2006/relationships/slideLayout" Target="../slideLayouts/slideLayout18.xml"/><Relationship Id="rId14" Type="http://schemas.openxmlformats.org/officeDocument/2006/relationships/tags" Target="../tags/tag296.xml"/><Relationship Id="rId13" Type="http://schemas.openxmlformats.org/officeDocument/2006/relationships/tags" Target="../tags/tag295.xml"/><Relationship Id="rId12" Type="http://schemas.openxmlformats.org/officeDocument/2006/relationships/image" Target="../media/image28.png"/><Relationship Id="rId11" Type="http://schemas.openxmlformats.org/officeDocument/2006/relationships/tags" Target="../tags/tag294.xml"/><Relationship Id="rId10" Type="http://schemas.openxmlformats.org/officeDocument/2006/relationships/tags" Target="../tags/tag293.xml"/><Relationship Id="rId1" Type="http://schemas.openxmlformats.org/officeDocument/2006/relationships/tags" Target="../tags/tag286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303.xml"/><Relationship Id="rId8" Type="http://schemas.openxmlformats.org/officeDocument/2006/relationships/tags" Target="../tags/tag302.xml"/><Relationship Id="rId7" Type="http://schemas.openxmlformats.org/officeDocument/2006/relationships/tags" Target="../tags/tag301.xml"/><Relationship Id="rId6" Type="http://schemas.openxmlformats.org/officeDocument/2006/relationships/tags" Target="../tags/tag300.xml"/><Relationship Id="rId5" Type="http://schemas.openxmlformats.org/officeDocument/2006/relationships/tags" Target="../tags/tag299.xml"/><Relationship Id="rId4" Type="http://schemas.openxmlformats.org/officeDocument/2006/relationships/image" Target="../media/image6.png"/><Relationship Id="rId3" Type="http://schemas.openxmlformats.org/officeDocument/2006/relationships/tags" Target="../tags/tag298.xml"/><Relationship Id="rId2" Type="http://schemas.openxmlformats.org/officeDocument/2006/relationships/image" Target="../media/image5.png"/><Relationship Id="rId15" Type="http://schemas.openxmlformats.org/officeDocument/2006/relationships/slideLayout" Target="../slideLayouts/slideLayout18.xml"/><Relationship Id="rId14" Type="http://schemas.openxmlformats.org/officeDocument/2006/relationships/tags" Target="../tags/tag307.xml"/><Relationship Id="rId13" Type="http://schemas.openxmlformats.org/officeDocument/2006/relationships/image" Target="../media/image29.png"/><Relationship Id="rId12" Type="http://schemas.openxmlformats.org/officeDocument/2006/relationships/tags" Target="../tags/tag306.xml"/><Relationship Id="rId11" Type="http://schemas.openxmlformats.org/officeDocument/2006/relationships/tags" Target="../tags/tag305.xml"/><Relationship Id="rId10" Type="http://schemas.openxmlformats.org/officeDocument/2006/relationships/tags" Target="../tags/tag304.xml"/><Relationship Id="rId1" Type="http://schemas.openxmlformats.org/officeDocument/2006/relationships/tags" Target="../tags/tag297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png"/><Relationship Id="rId8" Type="http://schemas.openxmlformats.org/officeDocument/2006/relationships/tags" Target="../tags/tag313.xml"/><Relationship Id="rId7" Type="http://schemas.openxmlformats.org/officeDocument/2006/relationships/tags" Target="../tags/tag312.xml"/><Relationship Id="rId6" Type="http://schemas.openxmlformats.org/officeDocument/2006/relationships/tags" Target="../tags/tag311.xml"/><Relationship Id="rId5" Type="http://schemas.openxmlformats.org/officeDocument/2006/relationships/tags" Target="../tags/tag310.xml"/><Relationship Id="rId4" Type="http://schemas.openxmlformats.org/officeDocument/2006/relationships/image" Target="../media/image6.png"/><Relationship Id="rId3" Type="http://schemas.openxmlformats.org/officeDocument/2006/relationships/tags" Target="../tags/tag309.xml"/><Relationship Id="rId2" Type="http://schemas.openxmlformats.org/officeDocument/2006/relationships/image" Target="../media/image5.png"/><Relationship Id="rId11" Type="http://schemas.openxmlformats.org/officeDocument/2006/relationships/slideLayout" Target="../slideLayouts/slideLayout18.xml"/><Relationship Id="rId10" Type="http://schemas.openxmlformats.org/officeDocument/2006/relationships/tags" Target="../tags/tag314.xml"/><Relationship Id="rId1" Type="http://schemas.openxmlformats.org/officeDocument/2006/relationships/tags" Target="../tags/tag308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png"/><Relationship Id="rId8" Type="http://schemas.openxmlformats.org/officeDocument/2006/relationships/tags" Target="../tags/tag320.xml"/><Relationship Id="rId7" Type="http://schemas.openxmlformats.org/officeDocument/2006/relationships/tags" Target="../tags/tag319.xml"/><Relationship Id="rId6" Type="http://schemas.openxmlformats.org/officeDocument/2006/relationships/tags" Target="../tags/tag318.xml"/><Relationship Id="rId5" Type="http://schemas.openxmlformats.org/officeDocument/2006/relationships/tags" Target="../tags/tag317.xml"/><Relationship Id="rId4" Type="http://schemas.openxmlformats.org/officeDocument/2006/relationships/image" Target="../media/image6.png"/><Relationship Id="rId3" Type="http://schemas.openxmlformats.org/officeDocument/2006/relationships/tags" Target="../tags/tag316.xml"/><Relationship Id="rId2" Type="http://schemas.openxmlformats.org/officeDocument/2006/relationships/image" Target="../media/image5.png"/><Relationship Id="rId14" Type="http://schemas.openxmlformats.org/officeDocument/2006/relationships/vmlDrawing" Target="../drawings/vmlDrawing2.vml"/><Relationship Id="rId13" Type="http://schemas.openxmlformats.org/officeDocument/2006/relationships/slideLayout" Target="../slideLayouts/slideLayout18.xml"/><Relationship Id="rId12" Type="http://schemas.openxmlformats.org/officeDocument/2006/relationships/tags" Target="../tags/tag321.xml"/><Relationship Id="rId11" Type="http://schemas.openxmlformats.org/officeDocument/2006/relationships/image" Target="../media/image32.wmf"/><Relationship Id="rId10" Type="http://schemas.openxmlformats.org/officeDocument/2006/relationships/package" Target="../embeddings/Workbook2.xlsx"/><Relationship Id="rId1" Type="http://schemas.openxmlformats.org/officeDocument/2006/relationships/tags" Target="../tags/tag315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328.xml"/><Relationship Id="rId8" Type="http://schemas.openxmlformats.org/officeDocument/2006/relationships/tags" Target="../tags/tag327.xml"/><Relationship Id="rId7" Type="http://schemas.openxmlformats.org/officeDocument/2006/relationships/tags" Target="../tags/tag326.xml"/><Relationship Id="rId6" Type="http://schemas.openxmlformats.org/officeDocument/2006/relationships/tags" Target="../tags/tag325.xml"/><Relationship Id="rId5" Type="http://schemas.openxmlformats.org/officeDocument/2006/relationships/tags" Target="../tags/tag324.xml"/><Relationship Id="rId4" Type="http://schemas.openxmlformats.org/officeDocument/2006/relationships/image" Target="../media/image6.png"/><Relationship Id="rId3" Type="http://schemas.openxmlformats.org/officeDocument/2006/relationships/tags" Target="../tags/tag323.xml"/><Relationship Id="rId2" Type="http://schemas.openxmlformats.org/officeDocument/2006/relationships/image" Target="../media/image5.png"/><Relationship Id="rId14" Type="http://schemas.openxmlformats.org/officeDocument/2006/relationships/slideLayout" Target="../slideLayouts/slideLayout18.xml"/><Relationship Id="rId13" Type="http://schemas.openxmlformats.org/officeDocument/2006/relationships/tags" Target="../tags/tag331.xml"/><Relationship Id="rId12" Type="http://schemas.openxmlformats.org/officeDocument/2006/relationships/image" Target="../media/image33.jpeg"/><Relationship Id="rId11" Type="http://schemas.openxmlformats.org/officeDocument/2006/relationships/tags" Target="../tags/tag330.xml"/><Relationship Id="rId10" Type="http://schemas.openxmlformats.org/officeDocument/2006/relationships/tags" Target="../tags/tag329.xml"/><Relationship Id="rId1" Type="http://schemas.openxmlformats.org/officeDocument/2006/relationships/tags" Target="../tags/tag322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338.xml"/><Relationship Id="rId8" Type="http://schemas.openxmlformats.org/officeDocument/2006/relationships/tags" Target="../tags/tag337.xml"/><Relationship Id="rId7" Type="http://schemas.openxmlformats.org/officeDocument/2006/relationships/tags" Target="../tags/tag336.xml"/><Relationship Id="rId6" Type="http://schemas.openxmlformats.org/officeDocument/2006/relationships/tags" Target="../tags/tag335.xml"/><Relationship Id="rId5" Type="http://schemas.openxmlformats.org/officeDocument/2006/relationships/tags" Target="../tags/tag334.xml"/><Relationship Id="rId4" Type="http://schemas.openxmlformats.org/officeDocument/2006/relationships/image" Target="../media/image6.png"/><Relationship Id="rId3" Type="http://schemas.openxmlformats.org/officeDocument/2006/relationships/tags" Target="../tags/tag333.xml"/><Relationship Id="rId2" Type="http://schemas.openxmlformats.org/officeDocument/2006/relationships/image" Target="../media/image5.png"/><Relationship Id="rId14" Type="http://schemas.openxmlformats.org/officeDocument/2006/relationships/slideLayout" Target="../slideLayouts/slideLayout18.xml"/><Relationship Id="rId13" Type="http://schemas.openxmlformats.org/officeDocument/2006/relationships/tags" Target="../tags/tag341.xml"/><Relationship Id="rId12" Type="http://schemas.openxmlformats.org/officeDocument/2006/relationships/image" Target="../media/image34.jpeg"/><Relationship Id="rId11" Type="http://schemas.openxmlformats.org/officeDocument/2006/relationships/tags" Target="../tags/tag340.xml"/><Relationship Id="rId10" Type="http://schemas.openxmlformats.org/officeDocument/2006/relationships/tags" Target="../tags/tag339.xml"/><Relationship Id="rId1" Type="http://schemas.openxmlformats.org/officeDocument/2006/relationships/tags" Target="../tags/tag332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348.xml"/><Relationship Id="rId8" Type="http://schemas.openxmlformats.org/officeDocument/2006/relationships/tags" Target="../tags/tag347.xml"/><Relationship Id="rId7" Type="http://schemas.openxmlformats.org/officeDocument/2006/relationships/tags" Target="../tags/tag346.xml"/><Relationship Id="rId6" Type="http://schemas.openxmlformats.org/officeDocument/2006/relationships/tags" Target="../tags/tag345.xml"/><Relationship Id="rId5" Type="http://schemas.openxmlformats.org/officeDocument/2006/relationships/tags" Target="../tags/tag344.xml"/><Relationship Id="rId4" Type="http://schemas.openxmlformats.org/officeDocument/2006/relationships/image" Target="../media/image6.png"/><Relationship Id="rId3" Type="http://schemas.openxmlformats.org/officeDocument/2006/relationships/tags" Target="../tags/tag343.xml"/><Relationship Id="rId2" Type="http://schemas.openxmlformats.org/officeDocument/2006/relationships/image" Target="../media/image5.png"/><Relationship Id="rId16" Type="http://schemas.openxmlformats.org/officeDocument/2006/relationships/slideLayout" Target="../slideLayouts/slideLayout18.xml"/><Relationship Id="rId15" Type="http://schemas.openxmlformats.org/officeDocument/2006/relationships/tags" Target="../tags/tag352.xml"/><Relationship Id="rId14" Type="http://schemas.openxmlformats.org/officeDocument/2006/relationships/image" Target="../media/image35.png"/><Relationship Id="rId13" Type="http://schemas.openxmlformats.org/officeDocument/2006/relationships/tags" Target="../tags/tag351.xml"/><Relationship Id="rId12" Type="http://schemas.openxmlformats.org/officeDocument/2006/relationships/hyperlink" Target="&#31449;&#22806;&#24773;&#20917;" TargetMode="External"/><Relationship Id="rId11" Type="http://schemas.openxmlformats.org/officeDocument/2006/relationships/tags" Target="../tags/tag350.xml"/><Relationship Id="rId10" Type="http://schemas.openxmlformats.org/officeDocument/2006/relationships/tags" Target="../tags/tag349.xml"/><Relationship Id="rId1" Type="http://schemas.openxmlformats.org/officeDocument/2006/relationships/tags" Target="../tags/tag342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tags" Target="../tags/tag356.xml"/><Relationship Id="rId3" Type="http://schemas.openxmlformats.org/officeDocument/2006/relationships/tags" Target="../tags/tag355.xml"/><Relationship Id="rId2" Type="http://schemas.openxmlformats.org/officeDocument/2006/relationships/tags" Target="../tags/tag354.xml"/><Relationship Id="rId1" Type="http://schemas.openxmlformats.org/officeDocument/2006/relationships/tags" Target="../tags/tag353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362.xml"/><Relationship Id="rId8" Type="http://schemas.openxmlformats.org/officeDocument/2006/relationships/tags" Target="../tags/tag361.xml"/><Relationship Id="rId7" Type="http://schemas.openxmlformats.org/officeDocument/2006/relationships/hyperlink" Target="https://www.sif.com/adxray-searchterm?country=US" TargetMode="External"/><Relationship Id="rId6" Type="http://schemas.openxmlformats.org/officeDocument/2006/relationships/tags" Target="../tags/tag360.xml"/><Relationship Id="rId5" Type="http://schemas.openxmlformats.org/officeDocument/2006/relationships/tags" Target="../tags/tag359.xml"/><Relationship Id="rId4" Type="http://schemas.openxmlformats.org/officeDocument/2006/relationships/image" Target="../media/image6.png"/><Relationship Id="rId3" Type="http://schemas.openxmlformats.org/officeDocument/2006/relationships/tags" Target="../tags/tag358.xml"/><Relationship Id="rId2" Type="http://schemas.openxmlformats.org/officeDocument/2006/relationships/image" Target="../media/image5.png"/><Relationship Id="rId12" Type="http://schemas.openxmlformats.org/officeDocument/2006/relationships/slideLayout" Target="../slideLayouts/slideLayout18.xml"/><Relationship Id="rId11" Type="http://schemas.openxmlformats.org/officeDocument/2006/relationships/tags" Target="../tags/tag363.xml"/><Relationship Id="rId10" Type="http://schemas.openxmlformats.org/officeDocument/2006/relationships/image" Target="../media/image36.png"/><Relationship Id="rId1" Type="http://schemas.openxmlformats.org/officeDocument/2006/relationships/tags" Target="../tags/tag357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tags" Target="../tags/tag369.xml"/><Relationship Id="rId7" Type="http://schemas.openxmlformats.org/officeDocument/2006/relationships/tags" Target="../tags/tag368.xml"/><Relationship Id="rId6" Type="http://schemas.openxmlformats.org/officeDocument/2006/relationships/tags" Target="../tags/tag367.xml"/><Relationship Id="rId5" Type="http://schemas.openxmlformats.org/officeDocument/2006/relationships/tags" Target="../tags/tag366.xml"/><Relationship Id="rId4" Type="http://schemas.openxmlformats.org/officeDocument/2006/relationships/image" Target="../media/image6.png"/><Relationship Id="rId3" Type="http://schemas.openxmlformats.org/officeDocument/2006/relationships/tags" Target="../tags/tag365.xml"/><Relationship Id="rId2" Type="http://schemas.openxmlformats.org/officeDocument/2006/relationships/image" Target="../media/image5.png"/><Relationship Id="rId1" Type="http://schemas.openxmlformats.org/officeDocument/2006/relationships/tags" Target="../tags/tag364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tags" Target="../tags/tag373.xml"/><Relationship Id="rId3" Type="http://schemas.openxmlformats.org/officeDocument/2006/relationships/tags" Target="../tags/tag372.xml"/><Relationship Id="rId2" Type="http://schemas.openxmlformats.org/officeDocument/2006/relationships/tags" Target="../tags/tag371.xml"/><Relationship Id="rId1" Type="http://schemas.openxmlformats.org/officeDocument/2006/relationships/tags" Target="../tags/tag370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7" Type="http://schemas.openxmlformats.org/officeDocument/2006/relationships/tags" Target="../tags/tag378.xml"/><Relationship Id="rId6" Type="http://schemas.openxmlformats.org/officeDocument/2006/relationships/tags" Target="../tags/tag377.xml"/><Relationship Id="rId5" Type="http://schemas.openxmlformats.org/officeDocument/2006/relationships/tags" Target="../tags/tag376.xml"/><Relationship Id="rId4" Type="http://schemas.openxmlformats.org/officeDocument/2006/relationships/image" Target="../media/image6.png"/><Relationship Id="rId3" Type="http://schemas.openxmlformats.org/officeDocument/2006/relationships/tags" Target="../tags/tag375.xml"/><Relationship Id="rId2" Type="http://schemas.openxmlformats.org/officeDocument/2006/relationships/image" Target="../media/image5.png"/><Relationship Id="rId1" Type="http://schemas.openxmlformats.org/officeDocument/2006/relationships/tags" Target="../tags/tag374.xml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2.xml"/><Relationship Id="rId5" Type="http://schemas.openxmlformats.org/officeDocument/2006/relationships/tags" Target="../tags/tag381.xml"/><Relationship Id="rId4" Type="http://schemas.openxmlformats.org/officeDocument/2006/relationships/image" Target="../media/image38.png"/><Relationship Id="rId3" Type="http://schemas.openxmlformats.org/officeDocument/2006/relationships/tags" Target="../tags/tag380.xml"/><Relationship Id="rId2" Type="http://schemas.openxmlformats.org/officeDocument/2006/relationships/tags" Target="../tags/tag379.xml"/><Relationship Id="rId1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/>
          <p:nvPr>
            <p:ph type="ctrTitle" idx="1"/>
            <p:custDataLst>
              <p:tags r:id="rId1"/>
            </p:custDataLst>
          </p:nvPr>
        </p:nvSpPr>
        <p:spPr>
          <a:xfrm>
            <a:off x="821055" y="2432050"/>
            <a:ext cx="8866505" cy="1693545"/>
          </a:xfrm>
          <a:effectLst>
            <a:innerShdw blurRad="63500" dist="50800">
              <a:prstClr val="black">
                <a:alpha val="50000"/>
              </a:prstClr>
            </a:innerShdw>
          </a:effectLst>
        </p:spPr>
        <p:txBody>
          <a:bodyPr>
            <a:noAutofit/>
          </a:bodyPr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6000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优秀竞品推广策略拆解</a:t>
            </a:r>
            <a:endParaRPr sz="6000" spc="200" dirty="0">
              <a:ln w="22225">
                <a:noFill/>
                <a:prstDash val="solid"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Text"/>
          <p:cNvSpPr txBox="1"/>
          <p:nvPr>
            <p:custDataLst>
              <p:tags r:id="rId1"/>
            </p:custDataLst>
          </p:nvPr>
        </p:nvSpPr>
        <p:spPr>
          <a:xfrm>
            <a:off x="5814060" y="622300"/>
            <a:ext cx="1786890" cy="96901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6000" b="1" i="0" u="none" strike="noStrike" kern="1200" cap="none" spc="200" normalizeH="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目录</a:t>
            </a:r>
            <a:endParaRPr kumimoji="0" lang="zh-CN" altLang="en-US" sz="6000" b="1" i="0" u="none" strike="noStrike" kern="1200" cap="none" spc="0" normalizeH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>
            <a:off x="5789295" y="1943377"/>
            <a:ext cx="5038268" cy="524974"/>
            <a:chOff x="2255" y="4042"/>
            <a:chExt cx="5529" cy="642"/>
          </a:xfrm>
        </p:grpSpPr>
        <p:sp>
          <p:nvSpPr>
            <p:cNvPr id="5" name="菱形 4"/>
            <p:cNvSpPr/>
            <p:nvPr>
              <p:custDataLst>
                <p:tags r:id="rId3"/>
              </p:custDataLst>
            </p:nvPr>
          </p:nvSpPr>
          <p:spPr>
            <a:xfrm>
              <a:off x="2255" y="4045"/>
              <a:ext cx="639" cy="639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0" bIns="4572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lt1"/>
                </a:solidFill>
                <a:latin typeface="汉仪文黑-75简" panose="00020600040101010101" charset="-122"/>
                <a:ea typeface="汉仪文黑-55简" panose="00020600040101010101" charset="-122"/>
                <a:cs typeface="+mn-ea"/>
                <a:sym typeface="+mn-lt"/>
              </a:endParaRPr>
            </a:p>
          </p:txBody>
        </p:sp>
        <p:sp>
          <p:nvSpPr>
            <p:cNvPr id="2" name="文本框 17"/>
            <p:cNvSpPr txBox="1"/>
            <p:nvPr>
              <p:custDataLst>
                <p:tags r:id="rId4"/>
              </p:custDataLst>
            </p:nvPr>
          </p:nvSpPr>
          <p:spPr>
            <a:xfrm>
              <a:off x="4673" y="4074"/>
              <a:ext cx="3111" cy="580"/>
            </a:xfrm>
            <a:prstGeom prst="rect">
              <a:avLst/>
            </a:prstGeom>
            <a:noFill/>
          </p:spPr>
          <p:txBody>
            <a:bodyPr wrap="square" lIns="91440" tIns="45720" rIns="0" bIns="45720" rtlCol="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zh-CN" altLang="en-US" sz="3200" b="1" spc="200" dirty="0">
                  <a:ln w="22225">
                    <a:noFill/>
                    <a:prstDash val="solid"/>
                  </a:ln>
                  <a:gradFill>
                    <a:gsLst>
                      <a:gs pos="50000">
                        <a:schemeClr val="accent1"/>
                      </a:gs>
                      <a:gs pos="0">
                        <a:schemeClr val="accent1">
                          <a:lumMod val="25000"/>
                          <a:lumOff val="75000"/>
                        </a:schemeClr>
                      </a:gs>
                      <a:gs pos="100000">
                        <a:schemeClr val="accent1">
                          <a:lumMod val="85000"/>
                        </a:schemeClr>
                      </a:gs>
                    </a:gsLst>
                    <a:lin ang="5400000" scaled="1"/>
                  </a:gra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亮点分析解读</a:t>
              </a:r>
              <a:endParaRPr lang="zh-CN" altLang="en-US" sz="32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6" name="矩形 5"/>
            <p:cNvSpPr/>
            <p:nvPr>
              <p:custDataLst>
                <p:tags r:id="rId5"/>
              </p:custDataLst>
            </p:nvPr>
          </p:nvSpPr>
          <p:spPr>
            <a:xfrm>
              <a:off x="3142" y="4341"/>
              <a:ext cx="1335" cy="4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0" bIns="45720" rtlCol="0" anchor="ctr">
              <a:normAutofit/>
            </a:bodyPr>
            <a:lstStyle/>
            <a:p>
              <a:pPr algn="ctr"/>
              <a:endParaRPr lang="zh-CN" altLang="en-US" sz="2800">
                <a:solidFill>
                  <a:schemeClr val="lt1"/>
                </a:solidFill>
                <a:latin typeface="汉仪文黑-75简" panose="00020600040101010101" charset="-122"/>
                <a:ea typeface="汉仪文黑-55简" panose="00020600040101010101" charset="-122"/>
              </a:endParaRPr>
            </a:p>
          </p:txBody>
        </p:sp>
        <p:sp>
          <p:nvSpPr>
            <p:cNvPr id="7" name="文本框 6"/>
            <p:cNvSpPr txBox="1"/>
            <p:nvPr>
              <p:custDataLst>
                <p:tags r:id="rId6"/>
              </p:custDataLst>
            </p:nvPr>
          </p:nvSpPr>
          <p:spPr>
            <a:xfrm>
              <a:off x="2373" y="4042"/>
              <a:ext cx="483" cy="55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2800" dirty="0">
                  <a:solidFill>
                    <a:schemeClr val="lt1"/>
                  </a:solidFill>
                  <a:latin typeface="汉仪文黑-75简" panose="00020600040101010101" charset="-122"/>
                  <a:ea typeface="汉仪文黑-55简" panose="00020600040101010101" charset="-122"/>
                </a:rPr>
                <a:t>1</a:t>
              </a:r>
              <a:endParaRPr lang="en-US" altLang="zh-CN" sz="2800" dirty="0">
                <a:solidFill>
                  <a:schemeClr val="lt1"/>
                </a:solidFill>
                <a:latin typeface="汉仪文黑-75简" panose="00020600040101010101" charset="-122"/>
                <a:ea typeface="汉仪文黑-55简" panose="00020600040101010101" charset="-122"/>
              </a:endParaRPr>
            </a:p>
          </p:txBody>
        </p:sp>
      </p:grpSp>
      <p:grpSp>
        <p:nvGrpSpPr>
          <p:cNvPr id="8" name="组合 7"/>
          <p:cNvGrpSpPr/>
          <p:nvPr>
            <p:custDataLst>
              <p:tags r:id="rId7"/>
            </p:custDataLst>
          </p:nvPr>
        </p:nvGrpSpPr>
        <p:grpSpPr>
          <a:xfrm>
            <a:off x="5789295" y="2821913"/>
            <a:ext cx="5082008" cy="522521"/>
            <a:chOff x="2255" y="5047"/>
            <a:chExt cx="5577" cy="639"/>
          </a:xfrm>
        </p:grpSpPr>
        <p:sp>
          <p:nvSpPr>
            <p:cNvPr id="18" name="菱形 17"/>
            <p:cNvSpPr/>
            <p:nvPr>
              <p:custDataLst>
                <p:tags r:id="rId8"/>
              </p:custDataLst>
            </p:nvPr>
          </p:nvSpPr>
          <p:spPr>
            <a:xfrm>
              <a:off x="2255" y="5047"/>
              <a:ext cx="639" cy="639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0" bIns="4572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lt1"/>
                </a:solidFill>
                <a:latin typeface="汉仪文黑-75简" panose="00020600040101010101" charset="-122"/>
                <a:ea typeface="汉仪文黑-55简" panose="00020600040101010101" charset="-122"/>
                <a:cs typeface="+mn-ea"/>
                <a:sym typeface="+mn-lt"/>
              </a:endParaRPr>
            </a:p>
          </p:txBody>
        </p:sp>
        <p:sp>
          <p:nvSpPr>
            <p:cNvPr id="19" name="文本框 17"/>
            <p:cNvSpPr txBox="1"/>
            <p:nvPr>
              <p:custDataLst>
                <p:tags r:id="rId9"/>
              </p:custDataLst>
            </p:nvPr>
          </p:nvSpPr>
          <p:spPr>
            <a:xfrm>
              <a:off x="4673" y="5076"/>
              <a:ext cx="3159" cy="538"/>
            </a:xfrm>
            <a:prstGeom prst="rect">
              <a:avLst/>
            </a:prstGeom>
            <a:noFill/>
          </p:spPr>
          <p:txBody>
            <a:bodyPr wrap="square" lIns="91440" tIns="45720" rIns="0" bIns="45720" rtlCol="0" anchor="ctr">
              <a:noAutofit/>
              <a:scene3d>
                <a:camera prst="orthographicFront"/>
                <a:lightRig rig="threePt" dir="t"/>
              </a:scene3d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zh-CN" altLang="en-US" sz="3200" b="1" spc="200" dirty="0">
                  <a:ln w="22225">
                    <a:noFill/>
                    <a:prstDash val="solid"/>
                  </a:ln>
                  <a:gradFill>
                    <a:gsLst>
                      <a:gs pos="50000">
                        <a:schemeClr val="accent1"/>
                      </a:gs>
                      <a:gs pos="0">
                        <a:schemeClr val="accent1">
                          <a:lumMod val="25000"/>
                          <a:lumOff val="75000"/>
                        </a:schemeClr>
                      </a:gs>
                      <a:gs pos="100000">
                        <a:schemeClr val="accent1">
                          <a:lumMod val="85000"/>
                        </a:schemeClr>
                      </a:gs>
                    </a:gsLst>
                    <a:lin ang="5400000" scaled="1"/>
                  </a:gradFill>
                  <a:effectLst/>
                  <a:latin typeface="+mn-ea"/>
                </a:rPr>
                <a:t>定价促销分析</a:t>
              </a:r>
              <a:endParaRPr lang="zh-CN" altLang="en-US" sz="32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n-ea"/>
              </a:endParaRPr>
            </a:p>
          </p:txBody>
        </p:sp>
        <p:sp>
          <p:nvSpPr>
            <p:cNvPr id="20" name="矩形 19"/>
            <p:cNvSpPr/>
            <p:nvPr>
              <p:custDataLst>
                <p:tags r:id="rId10"/>
              </p:custDataLst>
            </p:nvPr>
          </p:nvSpPr>
          <p:spPr>
            <a:xfrm>
              <a:off x="3142" y="5344"/>
              <a:ext cx="1335" cy="4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0" bIns="45720" rtlCol="0" anchor="ctr">
              <a:normAutofit/>
            </a:bodyPr>
            <a:lstStyle/>
            <a:p>
              <a:pPr algn="ctr"/>
              <a:endParaRPr lang="zh-CN" altLang="en-US" sz="2800">
                <a:solidFill>
                  <a:schemeClr val="lt1"/>
                </a:solidFill>
                <a:latin typeface="汉仪文黑-75简" panose="00020600040101010101" charset="-122"/>
                <a:ea typeface="汉仪文黑-55简" panose="00020600040101010101" charset="-122"/>
              </a:endParaRPr>
            </a:p>
          </p:txBody>
        </p:sp>
        <p:sp>
          <p:nvSpPr>
            <p:cNvPr id="21" name="文本框 20"/>
            <p:cNvSpPr txBox="1"/>
            <p:nvPr>
              <p:custDataLst>
                <p:tags r:id="rId11"/>
              </p:custDataLst>
            </p:nvPr>
          </p:nvSpPr>
          <p:spPr>
            <a:xfrm>
              <a:off x="2386" y="5048"/>
              <a:ext cx="483" cy="55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2800" dirty="0">
                  <a:solidFill>
                    <a:schemeClr val="lt1"/>
                  </a:solidFill>
                  <a:latin typeface="汉仪文黑-75简" panose="00020600040101010101" charset="-122"/>
                  <a:ea typeface="汉仪文黑-55简" panose="00020600040101010101" charset="-122"/>
                </a:rPr>
                <a:t>2</a:t>
              </a:r>
              <a:endParaRPr lang="en-US" altLang="zh-CN" sz="2800" dirty="0">
                <a:solidFill>
                  <a:schemeClr val="lt1"/>
                </a:solidFill>
                <a:latin typeface="汉仪文黑-75简" panose="00020600040101010101" charset="-122"/>
                <a:ea typeface="汉仪文黑-55简" panose="00020600040101010101" charset="-122"/>
              </a:endParaRPr>
            </a:p>
          </p:txBody>
        </p:sp>
      </p:grpSp>
      <p:grpSp>
        <p:nvGrpSpPr>
          <p:cNvPr id="22" name="组合 21"/>
          <p:cNvGrpSpPr/>
          <p:nvPr>
            <p:custDataLst>
              <p:tags r:id="rId12"/>
            </p:custDataLst>
          </p:nvPr>
        </p:nvGrpSpPr>
        <p:grpSpPr>
          <a:xfrm>
            <a:off x="5789295" y="3697996"/>
            <a:ext cx="4710220" cy="522521"/>
            <a:chOff x="2255" y="6049"/>
            <a:chExt cx="5169" cy="639"/>
          </a:xfrm>
        </p:grpSpPr>
        <p:sp>
          <p:nvSpPr>
            <p:cNvPr id="23" name="菱形 22"/>
            <p:cNvSpPr/>
            <p:nvPr>
              <p:custDataLst>
                <p:tags r:id="rId13"/>
              </p:custDataLst>
            </p:nvPr>
          </p:nvSpPr>
          <p:spPr>
            <a:xfrm>
              <a:off x="2255" y="6049"/>
              <a:ext cx="639" cy="639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0" bIns="4572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lt1"/>
                </a:solidFill>
                <a:latin typeface="汉仪文黑-75简" panose="00020600040101010101" charset="-122"/>
                <a:ea typeface="汉仪文黑-55简" panose="00020600040101010101" charset="-122"/>
                <a:cs typeface="+mn-ea"/>
                <a:sym typeface="+mn-lt"/>
              </a:endParaRPr>
            </a:p>
          </p:txBody>
        </p:sp>
        <p:sp>
          <p:nvSpPr>
            <p:cNvPr id="24" name="文本框 17"/>
            <p:cNvSpPr txBox="1"/>
            <p:nvPr>
              <p:custDataLst>
                <p:tags r:id="rId14"/>
              </p:custDataLst>
            </p:nvPr>
          </p:nvSpPr>
          <p:spPr>
            <a:xfrm>
              <a:off x="4673" y="6079"/>
              <a:ext cx="2751" cy="567"/>
            </a:xfrm>
            <a:prstGeom prst="rect">
              <a:avLst/>
            </a:prstGeom>
            <a:noFill/>
          </p:spPr>
          <p:txBody>
            <a:bodyPr wrap="square" lIns="91440" tIns="45720" rIns="0" bIns="45720" rtlCol="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zh-CN" altLang="en-US" sz="3200" b="1" spc="200" dirty="0">
                  <a:ln w="22225">
                    <a:noFill/>
                    <a:prstDash val="solid"/>
                  </a:ln>
                  <a:gradFill>
                    <a:gsLst>
                      <a:gs pos="50000">
                        <a:schemeClr val="accent1"/>
                      </a:gs>
                      <a:gs pos="0">
                        <a:schemeClr val="accent1">
                          <a:lumMod val="25000"/>
                          <a:lumOff val="75000"/>
                        </a:schemeClr>
                      </a:gs>
                      <a:gs pos="100000">
                        <a:schemeClr val="accent1">
                          <a:lumMod val="85000"/>
                        </a:schemeClr>
                      </a:gs>
                    </a:gsLst>
                    <a:lin ang="5400000" scaled="1"/>
                  </a:gradFill>
                  <a:effectLst/>
                  <a:latin typeface="Calibri" panose="020F0502020204030204" charset="0"/>
                </a:rPr>
                <a:t>转折点分析</a:t>
              </a:r>
              <a:endParaRPr lang="zh-CN" altLang="en-US" sz="32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Calibri" panose="020F0502020204030204" charset="0"/>
              </a:endParaRPr>
            </a:p>
          </p:txBody>
        </p:sp>
        <p:sp>
          <p:nvSpPr>
            <p:cNvPr id="25" name="矩形 24"/>
            <p:cNvSpPr/>
            <p:nvPr>
              <p:custDataLst>
                <p:tags r:id="rId15"/>
              </p:custDataLst>
            </p:nvPr>
          </p:nvSpPr>
          <p:spPr>
            <a:xfrm>
              <a:off x="3142" y="6346"/>
              <a:ext cx="1335" cy="4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0" bIns="45720" rtlCol="0" anchor="ctr">
              <a:normAutofit/>
            </a:bodyPr>
            <a:lstStyle/>
            <a:p>
              <a:pPr algn="ctr"/>
              <a:endParaRPr lang="zh-CN" altLang="en-US" sz="2800">
                <a:solidFill>
                  <a:schemeClr val="lt1"/>
                </a:solidFill>
                <a:latin typeface="汉仪文黑-75简" panose="00020600040101010101" charset="-122"/>
                <a:ea typeface="汉仪文黑-55简" panose="00020600040101010101" charset="-122"/>
              </a:endParaRPr>
            </a:p>
          </p:txBody>
        </p:sp>
        <p:sp>
          <p:nvSpPr>
            <p:cNvPr id="26" name="文本框 25"/>
            <p:cNvSpPr txBox="1"/>
            <p:nvPr>
              <p:custDataLst>
                <p:tags r:id="rId16"/>
              </p:custDataLst>
            </p:nvPr>
          </p:nvSpPr>
          <p:spPr>
            <a:xfrm>
              <a:off x="2373" y="6065"/>
              <a:ext cx="483" cy="55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2800" dirty="0">
                  <a:solidFill>
                    <a:schemeClr val="lt1"/>
                  </a:solidFill>
                  <a:latin typeface="汉仪文黑-75简" panose="00020600040101010101" charset="-122"/>
                  <a:ea typeface="汉仪文黑-55简" panose="00020600040101010101" charset="-122"/>
                </a:rPr>
                <a:t>3</a:t>
              </a:r>
              <a:endParaRPr lang="en-US" altLang="zh-CN" sz="2800" dirty="0">
                <a:solidFill>
                  <a:schemeClr val="lt1"/>
                </a:solidFill>
                <a:latin typeface="汉仪文黑-75简" panose="00020600040101010101" charset="-122"/>
                <a:ea typeface="汉仪文黑-55简" panose="00020600040101010101" charset="-122"/>
              </a:endParaRPr>
            </a:p>
          </p:txBody>
        </p:sp>
      </p:grpSp>
      <p:grpSp>
        <p:nvGrpSpPr>
          <p:cNvPr id="27" name="组合 26"/>
          <p:cNvGrpSpPr/>
          <p:nvPr>
            <p:custDataLst>
              <p:tags r:id="rId17"/>
            </p:custDataLst>
          </p:nvPr>
        </p:nvGrpSpPr>
        <p:grpSpPr>
          <a:xfrm>
            <a:off x="5800725" y="4610622"/>
            <a:ext cx="5133037" cy="532334"/>
            <a:chOff x="2255" y="7039"/>
            <a:chExt cx="5633" cy="651"/>
          </a:xfrm>
        </p:grpSpPr>
        <p:sp>
          <p:nvSpPr>
            <p:cNvPr id="28" name="菱形 27"/>
            <p:cNvSpPr/>
            <p:nvPr>
              <p:custDataLst>
                <p:tags r:id="rId18"/>
              </p:custDataLst>
            </p:nvPr>
          </p:nvSpPr>
          <p:spPr>
            <a:xfrm>
              <a:off x="2255" y="7051"/>
              <a:ext cx="639" cy="639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0" bIns="4572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lt1"/>
                </a:solidFill>
                <a:latin typeface="汉仪文黑-75简" panose="00020600040101010101" charset="-122"/>
                <a:ea typeface="汉仪文黑-55简" panose="00020600040101010101" charset="-122"/>
                <a:cs typeface="+mn-ea"/>
                <a:sym typeface="+mn-lt"/>
              </a:endParaRPr>
            </a:p>
          </p:txBody>
        </p:sp>
        <p:sp>
          <p:nvSpPr>
            <p:cNvPr id="29" name="文本框 17"/>
            <p:cNvSpPr txBox="1"/>
            <p:nvPr>
              <p:custDataLst>
                <p:tags r:id="rId19"/>
              </p:custDataLst>
            </p:nvPr>
          </p:nvSpPr>
          <p:spPr>
            <a:xfrm>
              <a:off x="4673" y="7081"/>
              <a:ext cx="3215" cy="580"/>
            </a:xfrm>
            <a:prstGeom prst="rect">
              <a:avLst/>
            </a:prstGeom>
            <a:noFill/>
          </p:spPr>
          <p:txBody>
            <a:bodyPr wrap="square" lIns="91440" tIns="45720" rIns="0" bIns="45720" rtlCol="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zh-CN" altLang="en-US" sz="3200" b="1" spc="200" dirty="0">
                  <a:ln w="22225">
                    <a:noFill/>
                    <a:prstDash val="solid"/>
                  </a:ln>
                  <a:gradFill>
                    <a:gsLst>
                      <a:gs pos="50000">
                        <a:schemeClr val="accent1"/>
                      </a:gs>
                      <a:gs pos="0">
                        <a:schemeClr val="accent1">
                          <a:lumMod val="25000"/>
                          <a:lumOff val="75000"/>
                        </a:schemeClr>
                      </a:gs>
                      <a:gs pos="100000">
                        <a:schemeClr val="accent1">
                          <a:lumMod val="85000"/>
                        </a:schemeClr>
                      </a:gs>
                    </a:gsLst>
                    <a:lin ang="5400000" scaled="1"/>
                  </a:gra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广告投放分析</a:t>
              </a:r>
              <a:endParaRPr lang="zh-CN" altLang="en-US" sz="32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矩形 29"/>
            <p:cNvSpPr/>
            <p:nvPr>
              <p:custDataLst>
                <p:tags r:id="rId20"/>
              </p:custDataLst>
            </p:nvPr>
          </p:nvSpPr>
          <p:spPr>
            <a:xfrm>
              <a:off x="3142" y="7348"/>
              <a:ext cx="1335" cy="4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0" bIns="45720" rtlCol="0" anchor="ctr">
              <a:normAutofit/>
            </a:bodyPr>
            <a:lstStyle/>
            <a:p>
              <a:pPr algn="ctr"/>
              <a:endParaRPr lang="zh-CN" altLang="en-US" sz="2800">
                <a:solidFill>
                  <a:schemeClr val="lt1"/>
                </a:solidFill>
                <a:latin typeface="汉仪文黑-75简" panose="00020600040101010101" charset="-122"/>
                <a:ea typeface="汉仪文黑-55简" panose="00020600040101010101" charset="-122"/>
              </a:endParaRPr>
            </a:p>
          </p:txBody>
        </p:sp>
        <p:sp>
          <p:nvSpPr>
            <p:cNvPr id="31" name="文本框 30"/>
            <p:cNvSpPr txBox="1"/>
            <p:nvPr>
              <p:custDataLst>
                <p:tags r:id="rId21"/>
              </p:custDataLst>
            </p:nvPr>
          </p:nvSpPr>
          <p:spPr>
            <a:xfrm>
              <a:off x="2347" y="7039"/>
              <a:ext cx="483" cy="55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2800" dirty="0">
                  <a:solidFill>
                    <a:schemeClr val="lt1"/>
                  </a:solidFill>
                  <a:latin typeface="汉仪文黑-75简" panose="00020600040101010101" charset="-122"/>
                  <a:ea typeface="汉仪文黑-55简" panose="00020600040101010101" charset="-122"/>
                </a:rPr>
                <a:t>4</a:t>
              </a:r>
              <a:endParaRPr lang="en-US" altLang="zh-CN" sz="2800" dirty="0">
                <a:solidFill>
                  <a:schemeClr val="lt1"/>
                </a:solidFill>
                <a:latin typeface="汉仪文黑-75简" panose="00020600040101010101" charset="-122"/>
                <a:ea typeface="汉仪文黑-55简" panose="00020600040101010101" charset="-122"/>
              </a:endParaRPr>
            </a:p>
          </p:txBody>
        </p:sp>
      </p:grpSp>
      <p:sp>
        <p:nvSpPr>
          <p:cNvPr id="32" name="Footer Text"/>
          <p:cNvSpPr txBox="1"/>
          <p:nvPr>
            <p:custDataLst>
              <p:tags r:id="rId22"/>
            </p:custDataLst>
          </p:nvPr>
        </p:nvSpPr>
        <p:spPr>
          <a:xfrm>
            <a:off x="7875905" y="1001395"/>
            <a:ext cx="2665730" cy="511175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600" b="1" i="0" u="none" strike="noStrike" kern="1200" cap="none" spc="200" normalizeH="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汉仪文黑-75简" panose="00020600040101010101" charset="-122"/>
                <a:ea typeface="汉仪文黑-55简" panose="00020600040101010101" charset="-122"/>
                <a:sym typeface="+mn-lt"/>
              </a:rPr>
              <a:t>/CONTENTS</a:t>
            </a:r>
            <a:endParaRPr kumimoji="0" lang="en-US" altLang="zh-CN" sz="3600" b="1" i="0" u="none" strike="noStrike" kern="1200" cap="none" spc="200" normalizeH="0" dirty="0">
              <a:ln w="22225">
                <a:noFill/>
                <a:prstDash val="solid"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汉仪文黑-75简" panose="00020600040101010101" charset="-122"/>
              <a:ea typeface="汉仪文黑-55简" panose="00020600040101010101" charset="-122"/>
              <a:sym typeface="+mn-lt"/>
            </a:endParaRPr>
          </a:p>
        </p:txBody>
      </p:sp>
      <p:grpSp>
        <p:nvGrpSpPr>
          <p:cNvPr id="9" name="组合 8"/>
          <p:cNvGrpSpPr/>
          <p:nvPr>
            <p:custDataLst>
              <p:tags r:id="rId23"/>
            </p:custDataLst>
          </p:nvPr>
        </p:nvGrpSpPr>
        <p:grpSpPr>
          <a:xfrm>
            <a:off x="5843905" y="5600587"/>
            <a:ext cx="5133037" cy="532334"/>
            <a:chOff x="2255" y="7039"/>
            <a:chExt cx="5633" cy="651"/>
          </a:xfrm>
        </p:grpSpPr>
        <p:sp>
          <p:nvSpPr>
            <p:cNvPr id="10" name="菱形 9"/>
            <p:cNvSpPr/>
            <p:nvPr>
              <p:custDataLst>
                <p:tags r:id="rId24"/>
              </p:custDataLst>
            </p:nvPr>
          </p:nvSpPr>
          <p:spPr>
            <a:xfrm>
              <a:off x="2255" y="7051"/>
              <a:ext cx="639" cy="639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0" bIns="4572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lt1"/>
                </a:solidFill>
                <a:latin typeface="汉仪文黑-75简" panose="00020600040101010101" charset="-122"/>
                <a:ea typeface="汉仪文黑-55简" panose="00020600040101010101" charset="-122"/>
                <a:cs typeface="+mn-ea"/>
                <a:sym typeface="+mn-lt"/>
              </a:endParaRPr>
            </a:p>
          </p:txBody>
        </p:sp>
        <p:sp>
          <p:nvSpPr>
            <p:cNvPr id="11" name="文本框 17"/>
            <p:cNvSpPr txBox="1"/>
            <p:nvPr>
              <p:custDataLst>
                <p:tags r:id="rId25"/>
              </p:custDataLst>
            </p:nvPr>
          </p:nvSpPr>
          <p:spPr>
            <a:xfrm>
              <a:off x="4673" y="7081"/>
              <a:ext cx="3215" cy="580"/>
            </a:xfrm>
            <a:prstGeom prst="rect">
              <a:avLst/>
            </a:prstGeom>
            <a:noFill/>
          </p:spPr>
          <p:txBody>
            <a:bodyPr wrap="square" lIns="91440" tIns="45720" rIns="0" bIns="45720" rtlCol="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zh-CN" altLang="en-US" sz="3200" b="1" spc="200" dirty="0">
                  <a:ln w="22225">
                    <a:noFill/>
                    <a:prstDash val="solid"/>
                  </a:ln>
                  <a:gradFill>
                    <a:gsLst>
                      <a:gs pos="50000">
                        <a:schemeClr val="accent1"/>
                      </a:gs>
                      <a:gs pos="0">
                        <a:schemeClr val="accent1">
                          <a:lumMod val="25000"/>
                          <a:lumOff val="75000"/>
                        </a:schemeClr>
                      </a:gs>
                      <a:gs pos="100000">
                        <a:schemeClr val="accent1">
                          <a:lumMod val="85000"/>
                        </a:schemeClr>
                      </a:gs>
                    </a:gsLst>
                    <a:lin ang="5400000" scaled="1"/>
                  </a:gra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总结和借鉴</a:t>
              </a:r>
              <a:endParaRPr lang="zh-CN" altLang="en-US" sz="32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26"/>
              </p:custDataLst>
            </p:nvPr>
          </p:nvSpPr>
          <p:spPr>
            <a:xfrm>
              <a:off x="3142" y="7348"/>
              <a:ext cx="1335" cy="4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0" bIns="45720" rtlCol="0" anchor="ctr">
              <a:normAutofit/>
            </a:bodyPr>
            <a:lstStyle/>
            <a:p>
              <a:pPr algn="ctr"/>
              <a:endParaRPr lang="zh-CN" altLang="en-US" sz="2800">
                <a:solidFill>
                  <a:schemeClr val="lt1"/>
                </a:solidFill>
                <a:latin typeface="汉仪文黑-75简" panose="00020600040101010101" charset="-122"/>
                <a:ea typeface="汉仪文黑-55简" panose="00020600040101010101" charset="-122"/>
              </a:endParaRPr>
            </a:p>
          </p:txBody>
        </p:sp>
        <p:sp>
          <p:nvSpPr>
            <p:cNvPr id="13" name="文本框 12"/>
            <p:cNvSpPr txBox="1"/>
            <p:nvPr>
              <p:custDataLst>
                <p:tags r:id="rId27"/>
              </p:custDataLst>
            </p:nvPr>
          </p:nvSpPr>
          <p:spPr>
            <a:xfrm>
              <a:off x="2347" y="7039"/>
              <a:ext cx="483" cy="55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2800" dirty="0">
                  <a:solidFill>
                    <a:schemeClr val="lt1"/>
                  </a:solidFill>
                  <a:latin typeface="汉仪文黑-75简" panose="00020600040101010101" charset="-122"/>
                  <a:ea typeface="汉仪文黑-55简" panose="00020600040101010101" charset="-122"/>
                </a:rPr>
                <a:t>5</a:t>
              </a:r>
              <a:endParaRPr lang="en-US" altLang="zh-CN" sz="2800" dirty="0">
                <a:solidFill>
                  <a:schemeClr val="lt1"/>
                </a:solidFill>
                <a:latin typeface="汉仪文黑-75简" panose="00020600040101010101" charset="-122"/>
                <a:ea typeface="汉仪文黑-55简" panose="00020600040101010101" charset="-122"/>
              </a:endParaRPr>
            </a:p>
          </p:txBody>
        </p:sp>
      </p:grpSp>
    </p:spTree>
    <p:custDataLst>
      <p:tags r:id="rId28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/>
          <p:nvPr>
            <p:ph type="ctrTitle" idx="2"/>
            <p:custDataLst>
              <p:tags r:id="rId1"/>
            </p:custDataLst>
          </p:nvPr>
        </p:nvSpPr>
        <p:spPr>
          <a:xfrm>
            <a:off x="4682663" y="2962320"/>
            <a:ext cx="5126644" cy="833755"/>
          </a:xfrm>
        </p:spPr>
        <p:txBody>
          <a:bodyPr>
            <a:normAutofit fontScale="90000"/>
          </a:bodyPr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6665" b="1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亮点分析解读</a:t>
            </a:r>
            <a:endParaRPr lang="en-US" altLang="zh-CN" sz="6665" b="1" dirty="0">
              <a:ln w="22225">
                <a:noFill/>
                <a:prstDash val="solid"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+mn-lt"/>
              <a:ea typeface="微软雅黑" panose="020B0503020204020204" pitchFamily="34" charset="-122"/>
              <a:cs typeface="+mn-lt"/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216198" y="2609215"/>
            <a:ext cx="3466119" cy="1639615"/>
          </a:xfrm>
          <a:prstGeom prst="rect">
            <a:avLst/>
          </a:prstGeom>
          <a:noFill/>
        </p:spPr>
        <p:txBody>
          <a:bodyPr wrap="square" tIns="0" bIns="0" rtlCol="0" anchor="b" anchorCtr="0">
            <a:normAutofit/>
          </a:bodyPr>
          <a:p>
            <a:pPr algn="ctr"/>
            <a:r>
              <a:rPr lang="en-US" altLang="zh-CN" sz="7200" b="1" spc="200" dirty="0">
                <a:ln w="22225">
                  <a:noFill/>
                  <a:prstDash val="solid"/>
                </a:ln>
                <a:solidFill>
                  <a:schemeClr val="bg2"/>
                </a:solidFill>
                <a:effectLst/>
                <a:uFillTx/>
                <a:ea typeface="微软雅黑" panose="020B0503020204020204" pitchFamily="34" charset="-122"/>
                <a:cs typeface="+mn-lt"/>
              </a:rPr>
              <a:t>01</a:t>
            </a:r>
            <a:endParaRPr lang="en-US" altLang="zh-CN" sz="7200" b="1" spc="200" dirty="0">
              <a:ln w="22225">
                <a:noFill/>
                <a:prstDash val="solid"/>
              </a:ln>
              <a:solidFill>
                <a:schemeClr val="bg2"/>
              </a:solidFill>
              <a:effectLst/>
              <a:uFillTx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p>
            <a:fld id="{C8837187-ADB2-4B54-A58E-F52F40868B69}" type="datetime10">
              <a:rPr lang="zh-CN" altLang="en-US" smtClean="0">
                <a:solidFill>
                  <a:schemeClr val="dk1">
                    <a:tint val="75000"/>
                  </a:schemeClr>
                </a:solidFill>
              </a:rPr>
            </a:fld>
            <a:endParaRPr lang="zh-CN" altLang="en-US" smtClean="0">
              <a:solidFill>
                <a:schemeClr val="dk1">
                  <a:tint val="75000"/>
                </a:schemeClr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 descr="NO.19-4_正文页装饰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-5080"/>
            <a:ext cx="511768" cy="6874497"/>
          </a:xfrm>
          <a:prstGeom prst="rect">
            <a:avLst/>
          </a:prstGeom>
        </p:spPr>
      </p:pic>
      <p:pic>
        <p:nvPicPr>
          <p:cNvPr id="20" name="图片 19" descr="NO.19-4_正文页装饰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103337" y="-5080"/>
            <a:ext cx="1088650" cy="1210932"/>
          </a:xfrm>
          <a:prstGeom prst="rect">
            <a:avLst/>
          </a:prstGeom>
        </p:spPr>
      </p:pic>
      <p:cxnSp>
        <p:nvCxnSpPr>
          <p:cNvPr id="13" name="直接连接符 12"/>
          <p:cNvCxnSpPr/>
          <p:nvPr>
            <p:custDataLst>
              <p:tags r:id="rId5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文本框 6"/>
          <p:cNvSpPr txBox="1"/>
          <p:nvPr>
            <p:custDataLst>
              <p:tags r:id="rId6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200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1.1 </a:t>
            </a:r>
            <a:r>
              <a:rPr lang="zh-CN" altLang="en-US" sz="3200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主图视频</a:t>
            </a:r>
            <a:endParaRPr lang="zh-CN" altLang="en-US" sz="3200" spc="200" dirty="0">
              <a:ln w="22225">
                <a:noFill/>
                <a:prstDash val="solid"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+mj-ea"/>
              <a:ea typeface="+mj-ea"/>
              <a:cs typeface="+mj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38980" y="1205865"/>
            <a:ext cx="5610860" cy="2205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  <a:hlinkClick r:id="rId7" tooltip="" action="ppaction://hlinkfile"/>
              </a:rPr>
              <a:t>主图视频</a:t>
            </a:r>
            <a:r>
              <a:rPr lang="zh-CN" altLang="en-US" sz="20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，美国女性，适用场景和使用解读</a:t>
            </a:r>
            <a:endParaRPr lang="zh-CN" altLang="en-US" sz="2000" b="1" spc="200" dirty="0">
              <a:ln w="22225">
                <a:noFill/>
                <a:prstDash val="solid"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+mj-ea"/>
              <a:ea typeface="+mj-ea"/>
              <a:cs typeface="+mj-ea"/>
            </a:endParaRPr>
          </a:p>
        </p:txBody>
      </p:sp>
      <p:pic>
        <p:nvPicPr>
          <p:cNvPr id="6" name="https://img7.file.cache.docer.com/storage/1636032406079258113/c800a79766b4dfc7a92cc95a3f6a8cd0.png" descr="templates\picture_hover\&amp;pky98176463128&amp;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02240" y="4911090"/>
            <a:ext cx="1899285" cy="1899285"/>
          </a:xfrm>
          <a:prstGeom prst="rect">
            <a:avLst/>
          </a:prstGeom>
        </p:spPr>
      </p:pic>
      <p:pic>
        <p:nvPicPr>
          <p:cNvPr id="7" name="图片 6" descr="1">
            <a:hlinkClick r:id="rId7" tooltip="" action="ppaction://hlinkfile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315" y="1922145"/>
            <a:ext cx="7315200" cy="40576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8057515" y="2239010"/>
            <a:ext cx="3488690" cy="2379345"/>
          </a:xfrm>
          <a:prstGeom prst="rect">
            <a:avLst/>
          </a:prstGeom>
        </p:spPr>
      </p:pic>
    </p:spTree>
    <p:custDataLst>
      <p:tags r:id="rId1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NO.19-4_背景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6" name="图片 15" descr="NO.19-4_正文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-5080"/>
            <a:ext cx="511768" cy="6874497"/>
          </a:xfrm>
          <a:prstGeom prst="rect">
            <a:avLst/>
          </a:prstGeom>
        </p:spPr>
      </p:pic>
      <p:pic>
        <p:nvPicPr>
          <p:cNvPr id="15" name="图片 14" descr="NO.19-4_正文页装饰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103337" y="-5080"/>
            <a:ext cx="1088650" cy="1210932"/>
          </a:xfrm>
          <a:prstGeom prst="rect">
            <a:avLst/>
          </a:prstGeom>
        </p:spPr>
      </p:pic>
      <p:cxnSp>
        <p:nvCxnSpPr>
          <p:cNvPr id="4" name="直接连接符 3"/>
          <p:cNvCxnSpPr/>
          <p:nvPr>
            <p:custDataLst>
              <p:tags r:id="rId7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框 6"/>
          <p:cNvSpPr txBox="1"/>
          <p:nvPr>
            <p:custDataLst>
              <p:tags r:id="rId8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3555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1.2 360</a:t>
            </a:r>
            <a:r>
              <a:rPr lang="zh-CN" altLang="en-US" sz="3555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度图片</a:t>
            </a:r>
            <a:endParaRPr lang="zh-CN" altLang="en-US" sz="3555" spc="200" dirty="0">
              <a:ln w="22225">
                <a:noFill/>
                <a:prstDash val="solid"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+mj-ea"/>
              <a:ea typeface="+mj-ea"/>
              <a:cs typeface="+mj-ea"/>
            </a:endParaRPr>
          </a:p>
        </p:txBody>
      </p:sp>
      <p:pic>
        <p:nvPicPr>
          <p:cNvPr id="2" name="图片 1" descr="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69685" y="1945005"/>
            <a:ext cx="5365115" cy="4429760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10"/>
            </p:custDataLst>
          </p:nvPr>
        </p:nvSpPr>
        <p:spPr>
          <a:xfrm>
            <a:off x="1816100" y="3056890"/>
            <a:ext cx="5610860" cy="2205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客户直接与产品进行交互，</a:t>
            </a:r>
            <a:endParaRPr lang="zh-CN" altLang="en-US" sz="2000" b="1" spc="200" dirty="0">
              <a:ln w="22225">
                <a:noFill/>
                <a:prstDash val="solid"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+mj-ea"/>
              <a:ea typeface="+mj-ea"/>
              <a:cs typeface="+mj-ea"/>
            </a:endParaRPr>
          </a:p>
          <a:p>
            <a:r>
              <a:rPr lang="zh-CN" altLang="en-US" sz="20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旋转产品，从不同的角度检查</a:t>
            </a:r>
            <a:endParaRPr lang="zh-CN" altLang="en-US" sz="2000" b="1" spc="200" dirty="0">
              <a:ln w="22225">
                <a:noFill/>
                <a:prstDash val="solid"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+mj-ea"/>
              <a:ea typeface="+mj-ea"/>
              <a:cs typeface="+mj-ea"/>
            </a:endParaRPr>
          </a:p>
        </p:txBody>
      </p:sp>
    </p:spTree>
    <p:custDataLst>
      <p:tags r:id="rId1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NO.19-4_正文页装饰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-5080"/>
            <a:ext cx="511768" cy="6874497"/>
          </a:xfrm>
          <a:prstGeom prst="rect">
            <a:avLst/>
          </a:prstGeom>
        </p:spPr>
      </p:pic>
      <p:pic>
        <p:nvPicPr>
          <p:cNvPr id="15" name="图片 14" descr="NO.19-4_正文页装饰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103337" y="-5080"/>
            <a:ext cx="1088650" cy="1210932"/>
          </a:xfrm>
          <a:prstGeom prst="rect">
            <a:avLst/>
          </a:prstGeom>
        </p:spPr>
      </p:pic>
      <p:cxnSp>
        <p:nvCxnSpPr>
          <p:cNvPr id="4" name="直接连接符 3"/>
          <p:cNvCxnSpPr/>
          <p:nvPr>
            <p:custDataLst>
              <p:tags r:id="rId5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框 6"/>
          <p:cNvSpPr txBox="1"/>
          <p:nvPr>
            <p:custDataLst>
              <p:tags r:id="rId6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3555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1.3 </a:t>
            </a:r>
            <a:r>
              <a:rPr lang="zh-CN" altLang="en-US" sz="3555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透明计划与小企业标志</a:t>
            </a:r>
            <a:endParaRPr lang="zh-CN" altLang="en-US" sz="3555" spc="200" dirty="0">
              <a:ln w="22225">
                <a:noFill/>
                <a:prstDash val="solid"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+mj-ea"/>
              <a:ea typeface="+mj-ea"/>
              <a:cs typeface="+mj-ea"/>
            </a:endParaRPr>
          </a:p>
        </p:txBody>
      </p:sp>
      <p:sp>
        <p:nvSpPr>
          <p:cNvPr id="5" name="下箭头 4"/>
          <p:cNvSpPr/>
          <p:nvPr/>
        </p:nvSpPr>
        <p:spPr>
          <a:xfrm>
            <a:off x="4058285" y="4448810"/>
            <a:ext cx="216000" cy="553720"/>
          </a:xfrm>
          <a:prstGeom prst="downArrow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下箭头 5"/>
          <p:cNvSpPr/>
          <p:nvPr/>
        </p:nvSpPr>
        <p:spPr>
          <a:xfrm>
            <a:off x="7696200" y="4448810"/>
            <a:ext cx="216000" cy="565150"/>
          </a:xfrm>
          <a:prstGeom prst="downArrow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202045" y="4980940"/>
            <a:ext cx="3852545" cy="1551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 fontAlgn="auto">
              <a:lnSpc>
                <a:spcPct val="150000"/>
              </a:lnSpc>
              <a:buClrTx/>
              <a:buSzTx/>
              <a:buNone/>
            </a:pPr>
            <a:r>
              <a:rPr lang="en-US" altLang="zh-CN" sz="20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       </a:t>
            </a:r>
            <a:r>
              <a:rPr lang="zh-CN" altLang="en-US" sz="20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小企业标识：</a:t>
            </a:r>
            <a:endParaRPr lang="zh-CN" altLang="en-US" sz="2000" b="1" spc="200" dirty="0">
              <a:ln w="22225">
                <a:noFill/>
                <a:prstDash val="solid"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+mj-ea"/>
              <a:ea typeface="+mj-ea"/>
              <a:cs typeface="+mj-ea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20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参加商城额外促销活动</a:t>
            </a:r>
            <a:endParaRPr lang="zh-CN" altLang="en-US" sz="2000" b="1" spc="200" dirty="0">
              <a:ln w="22225">
                <a:noFill/>
                <a:prstDash val="solid"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+mj-ea"/>
              <a:ea typeface="+mj-ea"/>
              <a:cs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047875" y="5013960"/>
            <a:ext cx="392620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en-US" altLang="zh-CN" sz="20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              </a:t>
            </a:r>
            <a:r>
              <a:rPr lang="zh-CN" altLang="en-US" sz="20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透明计划：</a:t>
            </a:r>
            <a:endParaRPr lang="zh-CN" altLang="en-US" sz="2000" b="1" spc="200" dirty="0">
              <a:ln w="22225">
                <a:noFill/>
                <a:prstDash val="solid"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+mj-ea"/>
              <a:ea typeface="+mj-ea"/>
              <a:cs typeface="+mj-ea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0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保护产品，从源头避免被跟卖</a:t>
            </a:r>
            <a:endParaRPr lang="zh-CN" altLang="en-US" sz="2000" b="1" spc="200" dirty="0">
              <a:ln w="22225">
                <a:noFill/>
                <a:prstDash val="solid"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+mj-ea"/>
              <a:ea typeface="+mj-ea"/>
              <a:cs typeface="+mj-ea"/>
            </a:endParaRPr>
          </a:p>
        </p:txBody>
      </p:sp>
      <p:pic>
        <p:nvPicPr>
          <p:cNvPr id="7" name="图片 6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52040" y="1666875"/>
            <a:ext cx="7886700" cy="2117725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219075"/>
            <a:ext cx="10852150" cy="695325"/>
          </a:xfrm>
        </p:spPr>
        <p:txBody>
          <a:bodyPr/>
          <a:p>
            <a:r>
              <a:rPr lang="en-US" altLang="zh-CN" sz="320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1.4 </a:t>
            </a:r>
            <a:r>
              <a:rPr sz="320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高级</a:t>
            </a:r>
            <a:r>
              <a:rPr lang="en-US" altLang="zh-CN" sz="320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A+</a:t>
            </a:r>
            <a:endParaRPr lang="en-US" altLang="zh-CN" sz="3200">
              <a:ln w="22225">
                <a:noFill/>
                <a:prstDash val="solid"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+mj-ea"/>
              <a:ea typeface="+mj-ea"/>
              <a:cs typeface="+mj-ea"/>
            </a:endParaRPr>
          </a:p>
        </p:txBody>
      </p:sp>
      <p:cxnSp>
        <p:nvCxnSpPr>
          <p:cNvPr id="5" name="直接连接符 4"/>
          <p:cNvCxnSpPr/>
          <p:nvPr>
            <p:custDataLst>
              <p:tags r:id="rId1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椭圆形标注 90"/>
          <p:cNvSpPr/>
          <p:nvPr/>
        </p:nvSpPr>
        <p:spPr>
          <a:xfrm>
            <a:off x="8532495" y="4576445"/>
            <a:ext cx="3202305" cy="1735455"/>
          </a:xfrm>
          <a:prstGeom prst="wedgeEllipseCallout">
            <a:avLst/>
          </a:prstGeom>
          <a:gradFill>
            <a:gsLst>
              <a:gs pos="64000">
                <a:schemeClr val="accent1">
                  <a:lumMod val="90000"/>
                  <a:lumOff val="10000"/>
                </a:schemeClr>
              </a:gs>
              <a:gs pos="24000">
                <a:schemeClr val="accent1">
                  <a:lumMod val="95000"/>
                  <a:lumOff val="5000"/>
                  <a:alpha val="75000"/>
                </a:schemeClr>
              </a:gs>
              <a:gs pos="85000">
                <a:schemeClr val="accent1">
                  <a:lumMod val="95000"/>
                  <a:lumOff val="5000"/>
                </a:schemeClr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 spc="200" dirty="0">
                <a:ln w="22225">
                  <a:noFill/>
                  <a:prstDash val="solid"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高级</a:t>
            </a:r>
            <a:r>
              <a:rPr lang="en-US" altLang="zh-CN" b="1" spc="200" dirty="0">
                <a:ln w="22225">
                  <a:noFill/>
                  <a:prstDash val="solid"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A+</a:t>
            </a:r>
            <a:r>
              <a:rPr lang="zh-CN" altLang="en-US" b="1" spc="200" dirty="0">
                <a:ln w="22225">
                  <a:noFill/>
                  <a:prstDash val="solid"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你有吗？</a:t>
            </a:r>
            <a:endParaRPr lang="zh-CN" altLang="en-US" b="1" spc="200" dirty="0">
              <a:ln w="22225">
                <a:noFill/>
                <a:prstDash val="solid"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1630680" y="1315720"/>
            <a:ext cx="338836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0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视频、</a:t>
            </a:r>
            <a:r>
              <a:rPr lang="zh-CN" altLang="en-US" sz="20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  <a:sym typeface="+mn-ea"/>
              </a:rPr>
              <a:t>图、文 三个维度展示，全面展示了产品亮点。</a:t>
            </a:r>
            <a:endParaRPr lang="zh-CN" altLang="en-US" sz="2000" b="1" spc="200" dirty="0">
              <a:ln w="22225">
                <a:noFill/>
                <a:prstDash val="solid"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+mj-ea"/>
              <a:ea typeface="+mj-ea"/>
              <a:cs typeface="+mj-ea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endParaRPr lang="en-US" altLang="zh-CN" sz="2000" b="1" spc="200" dirty="0">
              <a:ln w="22225">
                <a:noFill/>
                <a:prstDash val="solid"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+mj-ea"/>
              <a:ea typeface="+mj-ea"/>
              <a:cs typeface="+mj-ea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68020" y="2903855"/>
            <a:ext cx="7864475" cy="372935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419090" y="1083310"/>
            <a:ext cx="5761990" cy="182054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sz="320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高级</a:t>
            </a:r>
            <a:r>
              <a:rPr lang="en-US" altLang="zh-CN" sz="320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A+</a:t>
            </a:r>
            <a:r>
              <a:rPr sz="320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要求变化</a:t>
            </a:r>
            <a:endParaRPr sz="3200">
              <a:ln w="22225">
                <a:noFill/>
                <a:prstDash val="solid"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+mj-ea"/>
              <a:ea typeface="+mj-ea"/>
              <a:cs typeface="+mj-ea"/>
            </a:endParaRPr>
          </a:p>
        </p:txBody>
      </p:sp>
      <p:cxnSp>
        <p:nvCxnSpPr>
          <p:cNvPr id="7" name="直接连接符 6"/>
          <p:cNvCxnSpPr/>
          <p:nvPr>
            <p:custDataLst>
              <p:tags r:id="rId1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69925" y="1360170"/>
            <a:ext cx="10902950" cy="326580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688465" y="4935220"/>
            <a:ext cx="1004633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  <a:sym typeface="+mn-ea"/>
              </a:rPr>
              <a:t>要求</a:t>
            </a:r>
            <a:r>
              <a:rPr lang="en-US" altLang="zh-CN" sz="20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  <a:sym typeface="+mn-ea"/>
              </a:rPr>
              <a:t>2</a:t>
            </a:r>
            <a:r>
              <a:rPr lang="zh-CN" altLang="en-US" sz="20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  <a:sym typeface="+mn-ea"/>
              </a:rPr>
              <a:t>从至少提交</a:t>
            </a:r>
            <a:r>
              <a:rPr lang="en-US" altLang="zh-CN" sz="20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  <a:sym typeface="+mn-ea"/>
              </a:rPr>
              <a:t>15</a:t>
            </a:r>
            <a:r>
              <a:rPr lang="zh-CN" altLang="en-US" sz="20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  <a:sym typeface="+mn-ea"/>
              </a:rPr>
              <a:t>个</a:t>
            </a:r>
            <a:r>
              <a:rPr lang="en-US" altLang="zh-CN" sz="20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  <a:sym typeface="+mn-ea"/>
              </a:rPr>
              <a:t>A+</a:t>
            </a:r>
            <a:r>
              <a:rPr lang="zh-CN" altLang="en-US" sz="20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  <a:sym typeface="+mn-ea"/>
              </a:rPr>
              <a:t>内容项目被核准</a:t>
            </a:r>
            <a:endParaRPr lang="zh-CN" altLang="en-US" sz="2000" b="1" spc="200" dirty="0">
              <a:ln w="22225">
                <a:noFill/>
                <a:prstDash val="solid"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+mj-ea"/>
              <a:ea typeface="+mj-ea"/>
              <a:cs typeface="+mj-ea"/>
              <a:sym typeface="+mn-ea"/>
            </a:endParaRPr>
          </a:p>
          <a:p>
            <a:r>
              <a:rPr lang="en-US" altLang="zh-CN" sz="20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  <a:sym typeface="+mn-ea"/>
              </a:rPr>
              <a:t>→</a:t>
            </a:r>
            <a:r>
              <a:rPr lang="zh-CN" altLang="en-US" sz="20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  <a:sym typeface="+mn-ea"/>
              </a:rPr>
              <a:t>到</a:t>
            </a:r>
            <a:r>
              <a:rPr lang="en-US" altLang="zh-CN" sz="20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  <a:sym typeface="+mn-ea"/>
              </a:rPr>
              <a:t>8</a:t>
            </a:r>
            <a:r>
              <a:rPr lang="zh-CN" altLang="en-US" sz="20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  <a:sym typeface="+mn-ea"/>
              </a:rPr>
              <a:t>个</a:t>
            </a:r>
            <a:r>
              <a:rPr lang="en-US" altLang="zh-CN" sz="20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  <a:sym typeface="+mn-ea"/>
              </a:rPr>
              <a:t>→</a:t>
            </a:r>
            <a:r>
              <a:rPr lang="en-US" altLang="zh-CN" sz="20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  <a:sym typeface="+mn-ea"/>
              </a:rPr>
              <a:t>5</a:t>
            </a:r>
            <a:r>
              <a:rPr lang="zh-CN" altLang="en-US" sz="20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  <a:sym typeface="+mn-ea"/>
              </a:rPr>
              <a:t>个高级</a:t>
            </a:r>
            <a:r>
              <a:rPr lang="en-US" altLang="zh-CN" sz="20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  <a:sym typeface="+mn-ea"/>
              </a:rPr>
              <a:t>A+</a:t>
            </a:r>
            <a:r>
              <a:rPr lang="zh-CN" altLang="en-US" sz="20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  <a:sym typeface="+mn-ea"/>
              </a:rPr>
              <a:t>会普遍化</a:t>
            </a:r>
            <a:endParaRPr lang="zh-CN" altLang="en-US" sz="2000" b="1" spc="200" dirty="0">
              <a:ln w="22225">
                <a:noFill/>
                <a:prstDash val="solid"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+mj-ea"/>
              <a:ea typeface="+mj-ea"/>
              <a:cs typeface="+mj-ea"/>
            </a:endParaRPr>
          </a:p>
          <a:p>
            <a:endParaRPr lang="zh-CN" altLang="en-US" sz="2000"/>
          </a:p>
        </p:txBody>
      </p:sp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/>
          <p:nvPr>
            <p:ph type="ctrTitle" idx="2"/>
            <p:custDataLst>
              <p:tags r:id="rId1"/>
            </p:custDataLst>
          </p:nvPr>
        </p:nvSpPr>
        <p:spPr>
          <a:xfrm>
            <a:off x="4290695" y="2962275"/>
            <a:ext cx="5642610" cy="833755"/>
          </a:xfrm>
        </p:spPr>
        <p:txBody>
          <a:bodyPr>
            <a:noAutofit/>
          </a:bodyPr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sz="6000" b="1" dirty="0">
                <a:solidFill>
                  <a:schemeClr val="accent1"/>
                </a:solidFill>
                <a:sym typeface="+mn-ea"/>
              </a:rPr>
              <a:t>定价</a:t>
            </a:r>
            <a:r>
              <a:rPr lang="en-US" altLang="zh-CN" sz="6000" b="1" dirty="0">
                <a:solidFill>
                  <a:schemeClr val="accent1"/>
                </a:solidFill>
                <a:sym typeface="+mn-ea"/>
              </a:rPr>
              <a:t>&amp;</a:t>
            </a:r>
            <a:r>
              <a:rPr lang="zh-CN" sz="6000" b="1" dirty="0">
                <a:solidFill>
                  <a:schemeClr val="accent1"/>
                </a:solidFill>
                <a:sym typeface="+mn-ea"/>
              </a:rPr>
              <a:t>促销分析</a:t>
            </a:r>
            <a:endParaRPr lang="zh-CN" sz="6000" b="1" dirty="0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249853" y="2518410"/>
            <a:ext cx="3466119" cy="1639615"/>
          </a:xfrm>
          <a:prstGeom prst="rect">
            <a:avLst/>
          </a:prstGeom>
          <a:noFill/>
        </p:spPr>
        <p:txBody>
          <a:bodyPr wrap="square" tIns="0" bIns="0" rtlCol="0" anchor="b" anchorCtr="0">
            <a:normAutofit/>
          </a:bodyPr>
          <a:p>
            <a:pPr algn="ctr"/>
            <a:r>
              <a:rPr lang="en-US" altLang="zh-CN" sz="7200" b="1" spc="200" dirty="0">
                <a:ln w="22225">
                  <a:noFill/>
                  <a:prstDash val="solid"/>
                </a:ln>
                <a:solidFill>
                  <a:schemeClr val="bg2"/>
                </a:solidFill>
                <a:effectLst/>
                <a:uFillTx/>
                <a:ea typeface="微软雅黑" panose="020B0503020204020204" pitchFamily="34" charset="-122"/>
                <a:cs typeface="+mn-lt"/>
              </a:rPr>
              <a:t>02</a:t>
            </a:r>
            <a:endParaRPr lang="en-US" altLang="zh-CN" sz="7200" b="1" spc="200" dirty="0">
              <a:ln w="22225">
                <a:noFill/>
                <a:prstDash val="solid"/>
              </a:ln>
              <a:solidFill>
                <a:schemeClr val="bg2"/>
              </a:solidFill>
              <a:effectLst/>
              <a:uFillTx/>
              <a:latin typeface="汉仪文黑-75简" panose="00020600040101010101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p>
            <a:fld id="{C8837187-ADB2-4B54-A58E-F52F40868B69}" type="datetime10">
              <a:rPr lang="zh-CN" altLang="en-US" smtClean="0">
                <a:solidFill>
                  <a:schemeClr val="dk1">
                    <a:tint val="75000"/>
                  </a:schemeClr>
                </a:solidFill>
              </a:rPr>
            </a:fld>
            <a:endParaRPr lang="zh-CN" altLang="en-US" smtClean="0">
              <a:solidFill>
                <a:schemeClr val="dk1">
                  <a:tint val="75000"/>
                </a:schemeClr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NO.19-4_正文页装饰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-5080"/>
            <a:ext cx="511768" cy="6874497"/>
          </a:xfrm>
          <a:prstGeom prst="rect">
            <a:avLst/>
          </a:prstGeom>
        </p:spPr>
      </p:pic>
      <p:pic>
        <p:nvPicPr>
          <p:cNvPr id="13" name="图片 12" descr="NO.19-4_正文页装饰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103337" y="-5080"/>
            <a:ext cx="1088650" cy="1210932"/>
          </a:xfrm>
          <a:prstGeom prst="rect">
            <a:avLst/>
          </a:prstGeom>
        </p:spPr>
      </p:pic>
      <p:cxnSp>
        <p:nvCxnSpPr>
          <p:cNvPr id="4" name="直接连接符 3"/>
          <p:cNvCxnSpPr/>
          <p:nvPr>
            <p:custDataLst>
              <p:tags r:id="rId5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6"/>
          <p:cNvSpPr txBox="1"/>
          <p:nvPr>
            <p:custDataLst>
              <p:tags r:id="rId6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3555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 2.1 </a:t>
            </a:r>
            <a:r>
              <a:rPr lang="zh-CN" altLang="en-US" sz="3555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定价策略曲线图</a:t>
            </a:r>
            <a:endParaRPr lang="zh-CN" altLang="en-US" sz="3555" spc="200" dirty="0">
              <a:ln w="22225">
                <a:noFill/>
                <a:prstDash val="solid"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+mj-ea"/>
              <a:ea typeface="+mj-ea"/>
              <a:cs typeface="+mj-ea"/>
            </a:endParaRPr>
          </a:p>
        </p:txBody>
      </p:sp>
      <p:pic>
        <p:nvPicPr>
          <p:cNvPr id="3" name="图片 2" descr="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490" y="1795780"/>
            <a:ext cx="11099165" cy="3816985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1057275" y="1079500"/>
            <a:ext cx="100463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0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  <a:sym typeface="+mn-ea"/>
              </a:rPr>
              <a:t>中等定价</a:t>
            </a:r>
            <a:r>
              <a:rPr lang="en-US" altLang="zh-CN" sz="20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  <a:sym typeface="+mn-ea"/>
              </a:rPr>
              <a:t>→</a:t>
            </a:r>
            <a:r>
              <a:rPr lang="zh-CN" altLang="en-US" sz="20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  <a:sym typeface="+mn-ea"/>
              </a:rPr>
              <a:t>高价</a:t>
            </a:r>
            <a:r>
              <a:rPr lang="en-US" altLang="zh-CN" sz="20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  <a:sym typeface="+mn-ea"/>
              </a:rPr>
              <a:t>→</a:t>
            </a:r>
            <a:r>
              <a:rPr lang="zh-CN" altLang="en-US" sz="20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  <a:sym typeface="+mn-ea"/>
              </a:rPr>
              <a:t>中低价</a:t>
            </a:r>
            <a:endParaRPr lang="zh-CN" altLang="en-US" sz="2000" b="1" spc="200" dirty="0">
              <a:ln w="22225">
                <a:noFill/>
                <a:prstDash val="solid"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+mj-ea"/>
              <a:ea typeface="+mj-ea"/>
              <a:cs typeface="+mj-ea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45490" y="6083300"/>
            <a:ext cx="7355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tx1">
                    <a:lumMod val="50000"/>
                    <a:lumOff val="50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时间线备注：</a:t>
            </a:r>
            <a:r>
              <a:rPr lang="en-US" altLang="zh-CN">
                <a:solidFill>
                  <a:schemeClr val="tx1">
                    <a:lumMod val="50000"/>
                    <a:lumOff val="50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4.18  4.19-4.29  5.11  5.12</a:t>
            </a:r>
            <a:r>
              <a:rPr lang="zh-CN" altLang="en-US">
                <a:solidFill>
                  <a:schemeClr val="tx1">
                    <a:lumMod val="50000"/>
                    <a:lumOff val="50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及其以后</a:t>
            </a:r>
            <a:r>
              <a:rPr lang="en-US" altLang="zh-CN">
                <a:solidFill>
                  <a:schemeClr val="tx1">
                    <a:lumMod val="50000"/>
                    <a:lumOff val="50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</a:t>
            </a:r>
            <a:endParaRPr lang="en-US" altLang="zh-CN">
              <a:solidFill>
                <a:schemeClr val="tx1">
                  <a:lumMod val="50000"/>
                  <a:lumOff val="50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  <p:custDataLst>
      <p:tags r:id="rId9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NO.19-4_背景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11430"/>
            <a:ext cx="12192000" cy="6858000"/>
          </a:xfrm>
          <a:prstGeom prst="rect">
            <a:avLst/>
          </a:prstGeom>
        </p:spPr>
      </p:pic>
      <p:pic>
        <p:nvPicPr>
          <p:cNvPr id="16" name="图片 15" descr="NO.19-4_正文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-5080"/>
            <a:ext cx="511768" cy="6874497"/>
          </a:xfrm>
          <a:prstGeom prst="rect">
            <a:avLst/>
          </a:prstGeom>
        </p:spPr>
      </p:pic>
      <p:pic>
        <p:nvPicPr>
          <p:cNvPr id="15" name="图片 14" descr="NO.19-4_正文页装饰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103337" y="-5080"/>
            <a:ext cx="1088650" cy="1210932"/>
          </a:xfrm>
          <a:prstGeom prst="rect">
            <a:avLst/>
          </a:prstGeom>
        </p:spPr>
      </p:pic>
      <p:cxnSp>
        <p:nvCxnSpPr>
          <p:cNvPr id="4" name="直接连接符 3"/>
          <p:cNvCxnSpPr/>
          <p:nvPr>
            <p:custDataLst>
              <p:tags r:id="rId7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框 6"/>
          <p:cNvSpPr txBox="1"/>
          <p:nvPr>
            <p:custDataLst>
              <p:tags r:id="rId8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3555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2.2 </a:t>
            </a:r>
            <a:r>
              <a:rPr lang="zh-CN" altLang="en-US" sz="3555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促销策略分析</a:t>
            </a:r>
            <a:endParaRPr lang="zh-CN" altLang="en-US" sz="3555" spc="200" dirty="0">
              <a:ln w="22225">
                <a:noFill/>
                <a:prstDash val="solid"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+mj-ea"/>
              <a:ea typeface="+mj-ea"/>
              <a:cs typeface="+mj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5920740" y="1891030"/>
            <a:ext cx="5814060" cy="42976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836930" y="1891030"/>
            <a:ext cx="6846570" cy="3409315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 descr="NO.19-4_背景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2860" y="0"/>
            <a:ext cx="12192000" cy="6858000"/>
          </a:xfrm>
          <a:prstGeom prst="rect">
            <a:avLst/>
          </a:prstGeom>
        </p:spPr>
      </p:pic>
      <p:pic>
        <p:nvPicPr>
          <p:cNvPr id="18" name="图片 17" descr="NO.19-4_正文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-5080"/>
            <a:ext cx="511768" cy="6874497"/>
          </a:xfrm>
          <a:prstGeom prst="rect">
            <a:avLst/>
          </a:prstGeom>
        </p:spPr>
      </p:pic>
      <p:pic>
        <p:nvPicPr>
          <p:cNvPr id="17" name="图片 16" descr="NO.19-4_正文页装饰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103337" y="-5080"/>
            <a:ext cx="1088650" cy="1210932"/>
          </a:xfrm>
          <a:prstGeom prst="rect">
            <a:avLst/>
          </a:prstGeom>
        </p:spPr>
      </p:pic>
      <p:cxnSp>
        <p:nvCxnSpPr>
          <p:cNvPr id="4" name="直接连接符 3"/>
          <p:cNvCxnSpPr/>
          <p:nvPr>
            <p:custDataLst>
              <p:tags r:id="rId7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6"/>
          <p:cNvSpPr txBox="1"/>
          <p:nvPr>
            <p:custDataLst>
              <p:tags r:id="rId8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3555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2.3 </a:t>
            </a:r>
            <a:r>
              <a:rPr lang="zh-CN" altLang="en-US" sz="3555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专项折扣抓取工具</a:t>
            </a:r>
            <a:endParaRPr lang="zh-CN" altLang="en-US" sz="3555" spc="200" dirty="0">
              <a:ln w="22225">
                <a:noFill/>
                <a:prstDash val="solid"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+mj-ea"/>
              <a:ea typeface="+mj-ea"/>
              <a:cs typeface="+mj-ea"/>
            </a:endParaRPr>
          </a:p>
        </p:txBody>
      </p:sp>
      <p:cxnSp>
        <p:nvCxnSpPr>
          <p:cNvPr id="12" name="直接连接符 11"/>
          <p:cNvCxnSpPr/>
          <p:nvPr>
            <p:custDataLst>
              <p:tags r:id="rId9"/>
            </p:custDataLst>
          </p:nvPr>
        </p:nvCxnSpPr>
        <p:spPr>
          <a:xfrm>
            <a:off x="10166179" y="6085167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10"/>
            </p:custDataLst>
          </p:nvPr>
        </p:nvCxnSpPr>
        <p:spPr>
          <a:xfrm>
            <a:off x="10020125" y="6153960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1810" y="1553845"/>
            <a:ext cx="11501120" cy="4784725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12"/>
            </p:custDataLst>
          </p:nvPr>
        </p:nvSpPr>
        <p:spPr>
          <a:xfrm>
            <a:off x="655320" y="1079500"/>
            <a:ext cx="338836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en-US" altLang="zh-CN" sz="20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Keepa</a:t>
            </a:r>
            <a:r>
              <a:rPr lang="zh-CN" altLang="en-US" sz="20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插件抓取：</a:t>
            </a:r>
            <a:endParaRPr lang="zh-CN" altLang="en-US" sz="2000" b="1" spc="200" dirty="0">
              <a:ln w="22225">
                <a:noFill/>
                <a:prstDash val="solid"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+mj-ea"/>
              <a:ea typeface="+mj-ea"/>
              <a:cs typeface="+mj-ea"/>
            </a:endParaRPr>
          </a:p>
        </p:txBody>
      </p:sp>
    </p:spTree>
    <p:custDataLst>
      <p:tags r:id="rId1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/>
          <p:nvPr>
            <p:ph type="ctrTitle" idx="2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7200" b="1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n-lt"/>
                <a:ea typeface="微软雅黑" panose="020B0503020204020204" pitchFamily="34" charset="-122"/>
                <a:cs typeface="+mn-lt"/>
                <a:sym typeface="+mn-ea"/>
              </a:rPr>
              <a:t>转折点</a:t>
            </a:r>
            <a:r>
              <a:rPr sz="7200" b="1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n-lt"/>
                <a:ea typeface="微软雅黑" panose="020B0503020204020204" pitchFamily="34" charset="-122"/>
                <a:cs typeface="+mn-lt"/>
                <a:sym typeface="+mn-ea"/>
              </a:rPr>
              <a:t>分析</a:t>
            </a:r>
            <a:endParaRPr sz="7200" b="1" dirty="0">
              <a:ln w="22225">
                <a:noFill/>
                <a:prstDash val="solid"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+mn-lt"/>
              <a:ea typeface="微软雅黑" panose="020B0503020204020204" pitchFamily="34" charset="-122"/>
              <a:cs typeface="+mn-lt"/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280333" y="2609215"/>
            <a:ext cx="3466119" cy="1639615"/>
          </a:xfrm>
          <a:prstGeom prst="rect">
            <a:avLst/>
          </a:prstGeom>
          <a:noFill/>
        </p:spPr>
        <p:txBody>
          <a:bodyPr wrap="square" tIns="0" bIns="0" rtlCol="0" anchor="b" anchorCtr="0">
            <a:normAutofit/>
          </a:bodyPr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ln w="22225">
                  <a:noFill/>
                  <a:prstDash val="solid"/>
                </a:ln>
                <a:solidFill>
                  <a:schemeClr val="bg2"/>
                </a:solidFill>
                <a:effectLst/>
                <a:uFillTx/>
                <a:ea typeface="微软雅黑" panose="020B0503020204020204" pitchFamily="34" charset="-122"/>
                <a:cs typeface="+mn-lt"/>
              </a:rPr>
              <a:t>03</a:t>
            </a:r>
            <a:endParaRPr lang="en-US" altLang="zh-CN" sz="7200" b="1" spc="200" dirty="0">
              <a:ln w="22225">
                <a:noFill/>
                <a:prstDash val="solid"/>
              </a:ln>
              <a:solidFill>
                <a:schemeClr val="bg2"/>
              </a:solidFill>
              <a:effectLst/>
              <a:uFillTx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p>
            <a:fld id="{C8837187-ADB2-4B54-A58E-F52F40868B69}" type="datetime10">
              <a:rPr lang="zh-CN" altLang="en-US" smtClean="0">
                <a:solidFill>
                  <a:schemeClr val="dk1">
                    <a:tint val="75000"/>
                  </a:schemeClr>
                </a:solidFill>
              </a:rPr>
            </a:fld>
            <a:endParaRPr lang="zh-CN" altLang="en-US" smtClean="0">
              <a:solidFill>
                <a:schemeClr val="dk1">
                  <a:tint val="75000"/>
                </a:schemeClr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NO.19-4_正文页装饰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-5080"/>
            <a:ext cx="511768" cy="6874497"/>
          </a:xfrm>
          <a:prstGeom prst="rect">
            <a:avLst/>
          </a:prstGeom>
        </p:spPr>
      </p:pic>
      <p:pic>
        <p:nvPicPr>
          <p:cNvPr id="17" name="图片 16" descr="NO.19-4_正文页装饰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103337" y="-5080"/>
            <a:ext cx="1088650" cy="1210932"/>
          </a:xfrm>
          <a:prstGeom prst="rect">
            <a:avLst/>
          </a:prstGeom>
        </p:spPr>
      </p:pic>
      <p:cxnSp>
        <p:nvCxnSpPr>
          <p:cNvPr id="3" name="直接连接符 2"/>
          <p:cNvCxnSpPr/>
          <p:nvPr>
            <p:custDataLst>
              <p:tags r:id="rId5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6"/>
          <p:cNvSpPr txBox="1"/>
          <p:nvPr>
            <p:custDataLst>
              <p:tags r:id="rId6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555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3.1 </a:t>
            </a:r>
            <a:r>
              <a:rPr lang="zh-CN" altLang="en-US" sz="3555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转折点</a:t>
            </a:r>
            <a:r>
              <a:rPr lang="en-US" altLang="zh-CN" sz="3555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1</a:t>
            </a:r>
            <a:endParaRPr lang="en-US" altLang="zh-CN" sz="3555" spc="200" dirty="0">
              <a:ln w="22225">
                <a:noFill/>
                <a:prstDash val="solid"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+mj-ea"/>
              <a:ea typeface="+mj-ea"/>
              <a:cs typeface="+mj-ea"/>
            </a:endParaRPr>
          </a:p>
        </p:txBody>
      </p:sp>
      <p:cxnSp>
        <p:nvCxnSpPr>
          <p:cNvPr id="10" name="直接连接符 9"/>
          <p:cNvCxnSpPr/>
          <p:nvPr>
            <p:custDataLst>
              <p:tags r:id="rId7"/>
            </p:custDataLst>
          </p:nvPr>
        </p:nvCxnSpPr>
        <p:spPr>
          <a:xfrm>
            <a:off x="1772264" y="1218995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8"/>
            </p:custDataLst>
          </p:nvPr>
        </p:nvCxnSpPr>
        <p:spPr>
          <a:xfrm>
            <a:off x="1626210" y="1287787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9"/>
            </p:custDataLst>
          </p:nvPr>
        </p:nvCxnSpPr>
        <p:spPr>
          <a:xfrm>
            <a:off x="10166179" y="6085167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10"/>
            </p:custDataLst>
          </p:nvPr>
        </p:nvCxnSpPr>
        <p:spPr>
          <a:xfrm>
            <a:off x="10020125" y="6153960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>
            <p:custDataLst>
              <p:tags r:id="rId11"/>
            </p:custDataLst>
          </p:nvPr>
        </p:nvSpPr>
        <p:spPr>
          <a:xfrm>
            <a:off x="1203325" y="1490980"/>
            <a:ext cx="942467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  <a:sym typeface="+mn-ea"/>
              </a:rPr>
              <a:t>① 2023-05-11      合并种子链接评论33个，评星4.3 星。</a:t>
            </a:r>
            <a:endParaRPr lang="zh-CN" altLang="en-US" sz="2400" b="1" spc="200" dirty="0">
              <a:ln w="22225">
                <a:noFill/>
                <a:prstDash val="solid"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+mj-ea"/>
              <a:ea typeface="+mj-ea"/>
              <a:cs typeface="+mj-ea"/>
              <a:sym typeface="+mn-ea"/>
            </a:endParaRPr>
          </a:p>
          <a:p>
            <a:r>
              <a:rPr lang="zh-CN" altLang="en-US" sz="24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  <a:sym typeface="+mn-ea"/>
              </a:rPr>
              <a:t>得到原始评论积累</a:t>
            </a:r>
            <a:endParaRPr lang="zh-CN" altLang="en-US" sz="2400" b="1" spc="200" dirty="0">
              <a:ln w="22225">
                <a:noFill/>
                <a:prstDash val="solid"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+mj-ea"/>
              <a:ea typeface="+mj-ea"/>
              <a:cs typeface="+mj-ea"/>
            </a:endParaRPr>
          </a:p>
          <a:p>
            <a:endParaRPr lang="zh-CN" altLang="en-US" sz="2400" b="1" spc="200" dirty="0">
              <a:ln w="22225">
                <a:noFill/>
                <a:prstDash val="solid"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+mj-ea"/>
              <a:ea typeface="+mj-ea"/>
              <a:cs typeface="+mj-ea"/>
            </a:endParaRPr>
          </a:p>
          <a:p>
            <a:endParaRPr lang="zh-CN" altLang="en-US" sz="2400" b="1" spc="200" dirty="0">
              <a:ln w="22225">
                <a:noFill/>
                <a:prstDash val="solid"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+mj-ea"/>
              <a:ea typeface="+mj-ea"/>
              <a:cs typeface="+mj-ea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922020" y="2794635"/>
            <a:ext cx="11168380" cy="2450465"/>
          </a:xfrm>
          <a:prstGeom prst="rect">
            <a:avLst/>
          </a:prstGeom>
        </p:spPr>
      </p:pic>
      <p:graphicFrame>
        <p:nvGraphicFramePr>
          <p:cNvPr id="2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419080" y="1686560"/>
          <a:ext cx="9715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showAsIcon="1" r:id="rId14" imgW="971550" imgH="800100" progId="Excel.Sheet.12">
                  <p:embed/>
                </p:oleObj>
              </mc:Choice>
              <mc:Fallback>
                <p:oleObj name="" showAsIcon="1" r:id="rId14" imgW="971550" imgH="800100" progId="Excel.Sheet.12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0419080" y="1686560"/>
                        <a:ext cx="97155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6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NO.19-4_正文页装饰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-5080"/>
            <a:ext cx="511768" cy="6874497"/>
          </a:xfrm>
          <a:prstGeom prst="rect">
            <a:avLst/>
          </a:prstGeom>
        </p:spPr>
      </p:pic>
      <p:pic>
        <p:nvPicPr>
          <p:cNvPr id="17" name="图片 16" descr="NO.19-4_正文页装饰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103337" y="-5080"/>
            <a:ext cx="1088650" cy="1210932"/>
          </a:xfrm>
          <a:prstGeom prst="rect">
            <a:avLst/>
          </a:prstGeom>
        </p:spPr>
      </p:pic>
      <p:cxnSp>
        <p:nvCxnSpPr>
          <p:cNvPr id="3" name="直接连接符 2"/>
          <p:cNvCxnSpPr/>
          <p:nvPr>
            <p:custDataLst>
              <p:tags r:id="rId5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6"/>
          <p:cNvSpPr txBox="1"/>
          <p:nvPr>
            <p:custDataLst>
              <p:tags r:id="rId6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 fontScale="900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4000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3.2 </a:t>
            </a:r>
            <a:r>
              <a:rPr lang="zh-CN" altLang="en-US" sz="4000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转折点</a:t>
            </a:r>
            <a:r>
              <a:rPr lang="en-US" altLang="zh-CN" sz="4000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2</a:t>
            </a:r>
            <a:endParaRPr lang="en-US" altLang="zh-CN" sz="4000" spc="200" dirty="0">
              <a:ln w="22225">
                <a:noFill/>
                <a:prstDash val="solid"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+mj-ea"/>
              <a:ea typeface="+mj-ea"/>
              <a:cs typeface="+mj-ea"/>
            </a:endParaRPr>
          </a:p>
        </p:txBody>
      </p:sp>
      <p:cxnSp>
        <p:nvCxnSpPr>
          <p:cNvPr id="10" name="直接连接符 9"/>
          <p:cNvCxnSpPr/>
          <p:nvPr>
            <p:custDataLst>
              <p:tags r:id="rId7"/>
            </p:custDataLst>
          </p:nvPr>
        </p:nvCxnSpPr>
        <p:spPr>
          <a:xfrm>
            <a:off x="1772264" y="1218995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8"/>
            </p:custDataLst>
          </p:nvPr>
        </p:nvCxnSpPr>
        <p:spPr>
          <a:xfrm>
            <a:off x="1626210" y="1287787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9"/>
            </p:custDataLst>
          </p:nvPr>
        </p:nvCxnSpPr>
        <p:spPr>
          <a:xfrm>
            <a:off x="10166179" y="6085167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10"/>
            </p:custDataLst>
          </p:nvPr>
        </p:nvCxnSpPr>
        <p:spPr>
          <a:xfrm>
            <a:off x="10020125" y="6153960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>
            <p:custDataLst>
              <p:tags r:id="rId11"/>
            </p:custDataLst>
          </p:nvPr>
        </p:nvSpPr>
        <p:spPr>
          <a:xfrm>
            <a:off x="1203325" y="1490980"/>
            <a:ext cx="101155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  <a:sym typeface="+mn-ea"/>
              </a:rPr>
              <a:t>② 2023-05-21单量从几乎不出单到10</a:t>
            </a:r>
            <a:r>
              <a:rPr lang="en-US" altLang="zh-CN" sz="24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  <a:sym typeface="+mn-ea"/>
              </a:rPr>
              <a:t>+</a:t>
            </a:r>
            <a:r>
              <a:rPr lang="zh-CN" altLang="en-US" sz="24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  <a:sym typeface="+mn-ea"/>
              </a:rPr>
              <a:t> ，疑似广告使然</a:t>
            </a:r>
            <a:endParaRPr lang="zh-CN" altLang="en-US" sz="2400" b="1" spc="200" dirty="0">
              <a:ln w="22225">
                <a:noFill/>
                <a:prstDash val="solid"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+mj-ea"/>
              <a:ea typeface="+mj-ea"/>
              <a:cs typeface="+mj-ea"/>
              <a:sym typeface="+mn-ea"/>
            </a:endParaRPr>
          </a:p>
          <a:p>
            <a:endParaRPr lang="zh-CN" altLang="en-US" sz="2400" b="1" spc="200" dirty="0">
              <a:ln w="22225">
                <a:noFill/>
                <a:prstDash val="solid"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+mj-ea"/>
              <a:ea typeface="+mj-ea"/>
              <a:cs typeface="+mj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rcRect b="48322"/>
          <a:stretch>
            <a:fillRect/>
          </a:stretch>
        </p:blipFill>
        <p:spPr>
          <a:xfrm>
            <a:off x="546100" y="2662555"/>
            <a:ext cx="11645900" cy="196596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NO.19-4_正文页装饰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-5080"/>
            <a:ext cx="511768" cy="6874497"/>
          </a:xfrm>
          <a:prstGeom prst="rect">
            <a:avLst/>
          </a:prstGeom>
        </p:spPr>
      </p:pic>
      <p:pic>
        <p:nvPicPr>
          <p:cNvPr id="17" name="图片 16" descr="NO.19-4_正文页装饰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103337" y="-5080"/>
            <a:ext cx="1088650" cy="1210932"/>
          </a:xfrm>
          <a:prstGeom prst="rect">
            <a:avLst/>
          </a:prstGeom>
        </p:spPr>
      </p:pic>
      <p:cxnSp>
        <p:nvCxnSpPr>
          <p:cNvPr id="3" name="直接连接符 2"/>
          <p:cNvCxnSpPr/>
          <p:nvPr>
            <p:custDataLst>
              <p:tags r:id="rId5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6"/>
          <p:cNvSpPr txBox="1"/>
          <p:nvPr>
            <p:custDataLst>
              <p:tags r:id="rId6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555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3.3 </a:t>
            </a:r>
            <a:r>
              <a:rPr lang="zh-CN" altLang="en-US" sz="3555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转折点</a:t>
            </a:r>
            <a:r>
              <a:rPr lang="en-US" altLang="zh-CN" sz="3555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3</a:t>
            </a:r>
            <a:endParaRPr lang="en-US" altLang="zh-CN" sz="3555" spc="200" dirty="0">
              <a:ln w="22225">
                <a:noFill/>
                <a:prstDash val="solid"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+mj-ea"/>
              <a:ea typeface="+mj-ea"/>
              <a:cs typeface="+mj-ea"/>
            </a:endParaRPr>
          </a:p>
        </p:txBody>
      </p:sp>
      <p:cxnSp>
        <p:nvCxnSpPr>
          <p:cNvPr id="10" name="直接连接符 9"/>
          <p:cNvCxnSpPr/>
          <p:nvPr>
            <p:custDataLst>
              <p:tags r:id="rId7"/>
            </p:custDataLst>
          </p:nvPr>
        </p:nvCxnSpPr>
        <p:spPr>
          <a:xfrm>
            <a:off x="1772264" y="1218995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8"/>
            </p:custDataLst>
          </p:nvPr>
        </p:nvCxnSpPr>
        <p:spPr>
          <a:xfrm>
            <a:off x="1626210" y="1287787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9"/>
            </p:custDataLst>
          </p:nvPr>
        </p:nvCxnSpPr>
        <p:spPr>
          <a:xfrm>
            <a:off x="10166179" y="6085167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10"/>
            </p:custDataLst>
          </p:nvPr>
        </p:nvCxnSpPr>
        <p:spPr>
          <a:xfrm>
            <a:off x="10020125" y="6153960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>
            <p:custDataLst>
              <p:tags r:id="rId11"/>
            </p:custDataLst>
          </p:nvPr>
        </p:nvSpPr>
        <p:spPr>
          <a:xfrm>
            <a:off x="1203325" y="1490980"/>
            <a:ext cx="101155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  <a:sym typeface="+mn-ea"/>
              </a:rPr>
              <a:t>③</a:t>
            </a:r>
            <a:r>
              <a:rPr lang="en-US" altLang="zh-CN" sz="24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  <a:sym typeface="+mn-ea"/>
              </a:rPr>
              <a:t>Slickdeal</a:t>
            </a:r>
            <a:r>
              <a:rPr lang="zh-CN" altLang="en-US" sz="24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  <a:sym typeface="+mn-ea"/>
              </a:rPr>
              <a:t>站外操作放量</a:t>
            </a:r>
            <a:endParaRPr lang="zh-CN" altLang="en-US" sz="2400" b="1" spc="200" dirty="0">
              <a:ln w="22225">
                <a:noFill/>
                <a:prstDash val="solid"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+mj-ea"/>
              <a:ea typeface="+mj-ea"/>
              <a:cs typeface="+mj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546100" y="2280920"/>
            <a:ext cx="11645900" cy="3804285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NO.19-4_正文页装饰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-5080"/>
            <a:ext cx="511768" cy="6874497"/>
          </a:xfrm>
          <a:prstGeom prst="rect">
            <a:avLst/>
          </a:prstGeom>
        </p:spPr>
      </p:pic>
      <p:pic>
        <p:nvPicPr>
          <p:cNvPr id="17" name="图片 16" descr="NO.19-4_正文页装饰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103337" y="-5080"/>
            <a:ext cx="1088650" cy="1210932"/>
          </a:xfrm>
          <a:prstGeom prst="rect">
            <a:avLst/>
          </a:prstGeom>
        </p:spPr>
      </p:pic>
      <p:cxnSp>
        <p:nvCxnSpPr>
          <p:cNvPr id="3" name="直接连接符 2"/>
          <p:cNvCxnSpPr/>
          <p:nvPr>
            <p:custDataLst>
              <p:tags r:id="rId5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6"/>
          <p:cNvSpPr txBox="1"/>
          <p:nvPr>
            <p:custDataLst>
              <p:tags r:id="rId6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555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 </a:t>
            </a:r>
            <a:r>
              <a:rPr lang="zh-CN" altLang="en-US" sz="3555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站外验证</a:t>
            </a:r>
            <a:endParaRPr lang="zh-CN" altLang="en-US" sz="3555" spc="200" dirty="0">
              <a:ln w="22225">
                <a:noFill/>
                <a:prstDash val="solid"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+mj-ea"/>
              <a:ea typeface="+mj-ea"/>
              <a:cs typeface="+mj-ea"/>
            </a:endParaRPr>
          </a:p>
        </p:txBody>
      </p:sp>
      <p:cxnSp>
        <p:nvCxnSpPr>
          <p:cNvPr id="10" name="直接连接符 9"/>
          <p:cNvCxnSpPr/>
          <p:nvPr>
            <p:custDataLst>
              <p:tags r:id="rId7"/>
            </p:custDataLst>
          </p:nvPr>
        </p:nvCxnSpPr>
        <p:spPr>
          <a:xfrm>
            <a:off x="1772264" y="1218995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8"/>
            </p:custDataLst>
          </p:nvPr>
        </p:nvCxnSpPr>
        <p:spPr>
          <a:xfrm>
            <a:off x="1626210" y="1287787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9"/>
            </p:custDataLst>
          </p:nvPr>
        </p:nvCxnSpPr>
        <p:spPr>
          <a:xfrm>
            <a:off x="10166179" y="6085167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10"/>
            </p:custDataLst>
          </p:nvPr>
        </p:nvCxnSpPr>
        <p:spPr>
          <a:xfrm>
            <a:off x="10020125" y="6153960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720090" y="1550670"/>
            <a:ext cx="10751820" cy="454914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13"/>
            </p:custDataLst>
          </p:nvPr>
        </p:nvSpPr>
        <p:spPr>
          <a:xfrm>
            <a:off x="988060" y="1035685"/>
            <a:ext cx="101155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多次</a:t>
            </a:r>
            <a:r>
              <a:rPr lang="en-US" altLang="zh-CN" sz="24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SlickDeal</a:t>
            </a:r>
            <a:r>
              <a:rPr lang="zh-CN" altLang="en-US" sz="24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站外放量：</a:t>
            </a:r>
            <a:endParaRPr lang="zh-CN" altLang="en-US" sz="2400" b="1" spc="200" dirty="0">
              <a:ln w="22225">
                <a:noFill/>
                <a:prstDash val="solid"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+mj-ea"/>
              <a:ea typeface="+mj-ea"/>
              <a:cs typeface="+mj-ea"/>
            </a:endParaRPr>
          </a:p>
        </p:txBody>
      </p:sp>
    </p:spTree>
    <p:custDataLst>
      <p:tags r:id="rId1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NO.19-4_正文页装饰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-5080"/>
            <a:ext cx="511768" cy="6874497"/>
          </a:xfrm>
          <a:prstGeom prst="rect">
            <a:avLst/>
          </a:prstGeom>
        </p:spPr>
      </p:pic>
      <p:pic>
        <p:nvPicPr>
          <p:cNvPr id="17" name="图片 16" descr="NO.19-4_正文页装饰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103337" y="-5080"/>
            <a:ext cx="1088650" cy="1210932"/>
          </a:xfrm>
          <a:prstGeom prst="rect">
            <a:avLst/>
          </a:prstGeom>
        </p:spPr>
      </p:pic>
      <p:cxnSp>
        <p:nvCxnSpPr>
          <p:cNvPr id="3" name="直接连接符 2"/>
          <p:cNvCxnSpPr/>
          <p:nvPr>
            <p:custDataLst>
              <p:tags r:id="rId5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6"/>
          <p:cNvSpPr txBox="1"/>
          <p:nvPr>
            <p:custDataLst>
              <p:tags r:id="rId6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555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3.4 </a:t>
            </a:r>
            <a:r>
              <a:rPr lang="zh-CN" altLang="en-US" sz="3555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转折点</a:t>
            </a:r>
            <a:r>
              <a:rPr lang="en-US" altLang="zh-CN" sz="3555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4</a:t>
            </a:r>
            <a:endParaRPr lang="en-US" altLang="zh-CN" sz="3555" spc="200" dirty="0">
              <a:ln w="22225">
                <a:noFill/>
                <a:prstDash val="solid"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+mj-ea"/>
              <a:ea typeface="+mj-ea"/>
              <a:cs typeface="+mj-ea"/>
            </a:endParaRPr>
          </a:p>
        </p:txBody>
      </p:sp>
      <p:cxnSp>
        <p:nvCxnSpPr>
          <p:cNvPr id="10" name="直接连接符 9"/>
          <p:cNvCxnSpPr/>
          <p:nvPr>
            <p:custDataLst>
              <p:tags r:id="rId7"/>
            </p:custDataLst>
          </p:nvPr>
        </p:nvCxnSpPr>
        <p:spPr>
          <a:xfrm>
            <a:off x="1772264" y="1218995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8"/>
            </p:custDataLst>
          </p:nvPr>
        </p:nvCxnSpPr>
        <p:spPr>
          <a:xfrm>
            <a:off x="1626210" y="1287787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9"/>
            </p:custDataLst>
          </p:nvPr>
        </p:nvCxnSpPr>
        <p:spPr>
          <a:xfrm>
            <a:off x="10166179" y="6085167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10"/>
            </p:custDataLst>
          </p:nvPr>
        </p:nvCxnSpPr>
        <p:spPr>
          <a:xfrm>
            <a:off x="10020125" y="6153960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>
            <p:custDataLst>
              <p:tags r:id="rId11"/>
            </p:custDataLst>
          </p:nvPr>
        </p:nvSpPr>
        <p:spPr>
          <a:xfrm>
            <a:off x="837565" y="1356995"/>
            <a:ext cx="101155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  <a:sym typeface="+mn-ea"/>
              </a:rPr>
              <a:t> ④</a:t>
            </a:r>
            <a:r>
              <a:rPr lang="en-US" altLang="zh-CN" sz="24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  <a:sym typeface="+mn-ea"/>
              </a:rPr>
              <a:t>LD</a:t>
            </a:r>
            <a:r>
              <a:rPr lang="zh-CN" altLang="en-US" sz="24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  <a:sym typeface="+mn-ea"/>
              </a:rPr>
              <a:t>效果不明显，合并大链接评论，</a:t>
            </a:r>
            <a:r>
              <a:rPr lang="zh-CN" altLang="en-US" sz="24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  <a:sym typeface="+mn-ea"/>
              </a:rPr>
              <a:t>后遭</a:t>
            </a:r>
            <a:r>
              <a:rPr lang="zh-CN" altLang="en-US" sz="24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  <a:sym typeface="+mn-ea"/>
              </a:rPr>
              <a:t>拆分</a:t>
            </a:r>
            <a:endParaRPr lang="zh-CN" altLang="en-US" sz="2400" b="1" spc="200" dirty="0">
              <a:ln w="22225">
                <a:noFill/>
                <a:prstDash val="solid"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+mj-ea"/>
              <a:ea typeface="+mj-ea"/>
              <a:cs typeface="+mj-ea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898525" y="2209165"/>
            <a:ext cx="10836275" cy="360045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NO.19-4_正文页装饰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-5080"/>
            <a:ext cx="511768" cy="6874497"/>
          </a:xfrm>
          <a:prstGeom prst="rect">
            <a:avLst/>
          </a:prstGeom>
        </p:spPr>
      </p:pic>
      <p:pic>
        <p:nvPicPr>
          <p:cNvPr id="15" name="图片 14" descr="NO.19-4_正文页装饰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103337" y="-5080"/>
            <a:ext cx="1088650" cy="1210932"/>
          </a:xfrm>
          <a:prstGeom prst="rect">
            <a:avLst/>
          </a:prstGeom>
        </p:spPr>
      </p:pic>
      <p:cxnSp>
        <p:nvCxnSpPr>
          <p:cNvPr id="4" name="直接连接符 3"/>
          <p:cNvCxnSpPr/>
          <p:nvPr>
            <p:custDataLst>
              <p:tags r:id="rId5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框 6"/>
          <p:cNvSpPr txBox="1"/>
          <p:nvPr>
            <p:custDataLst>
              <p:tags r:id="rId6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555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3.5 </a:t>
            </a:r>
            <a:r>
              <a:rPr lang="zh-CN" altLang="en-US" sz="3555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转折点</a:t>
            </a:r>
            <a:r>
              <a:rPr lang="en-US" altLang="zh-CN" sz="3555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5  </a:t>
            </a:r>
            <a:endParaRPr lang="en-US" altLang="zh-CN" sz="3555" spc="200" dirty="0">
              <a:ln w="22225">
                <a:noFill/>
                <a:prstDash val="solid"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+mj-ea"/>
              <a:ea typeface="+mj-ea"/>
              <a:cs typeface="+mj-ea"/>
            </a:endParaRPr>
          </a:p>
        </p:txBody>
      </p:sp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988060" y="1035685"/>
            <a:ext cx="101155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⑤七天促销冲排名和单量，日均单量</a:t>
            </a:r>
            <a:r>
              <a:rPr lang="en-US" altLang="zh-CN" sz="24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190+</a:t>
            </a:r>
            <a:r>
              <a:rPr lang="zh-CN" altLang="en-US" sz="24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，最高单量</a:t>
            </a:r>
            <a:r>
              <a:rPr lang="en-US" altLang="zh-CN" sz="24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260+</a:t>
            </a:r>
            <a:endParaRPr lang="en-US" altLang="zh-CN" sz="2400" b="1" spc="200" dirty="0">
              <a:ln w="22225">
                <a:noFill/>
                <a:prstDash val="solid"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+mj-ea"/>
              <a:ea typeface="+mj-ea"/>
              <a:cs typeface="+mj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28625" y="1496060"/>
            <a:ext cx="11763375" cy="515874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NO.19-4_正文页装饰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-5080"/>
            <a:ext cx="511768" cy="6874497"/>
          </a:xfrm>
          <a:prstGeom prst="rect">
            <a:avLst/>
          </a:prstGeom>
        </p:spPr>
      </p:pic>
      <p:pic>
        <p:nvPicPr>
          <p:cNvPr id="15" name="图片 14" descr="NO.19-4_正文页装饰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103337" y="-5080"/>
            <a:ext cx="1088650" cy="1210932"/>
          </a:xfrm>
          <a:prstGeom prst="rect">
            <a:avLst/>
          </a:prstGeom>
        </p:spPr>
      </p:pic>
      <p:cxnSp>
        <p:nvCxnSpPr>
          <p:cNvPr id="4" name="直接连接符 3"/>
          <p:cNvCxnSpPr/>
          <p:nvPr>
            <p:custDataLst>
              <p:tags r:id="rId5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框 6"/>
          <p:cNvSpPr txBox="1"/>
          <p:nvPr>
            <p:custDataLst>
              <p:tags r:id="rId6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555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3.6 </a:t>
            </a:r>
            <a:r>
              <a:rPr lang="zh-CN" altLang="en-US" sz="3555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转折点</a:t>
            </a:r>
            <a:r>
              <a:rPr lang="en-US" altLang="zh-CN" sz="3555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6  </a:t>
            </a:r>
            <a:endParaRPr lang="en-US" altLang="zh-CN" sz="3555" spc="200" dirty="0">
              <a:ln w="22225">
                <a:noFill/>
                <a:prstDash val="solid"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+mj-ea"/>
              <a:ea typeface="+mj-ea"/>
              <a:cs typeface="+mj-ea"/>
            </a:endParaRPr>
          </a:p>
        </p:txBody>
      </p:sp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988060" y="1035685"/>
            <a:ext cx="101155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4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⑥即将进入淡季，站外</a:t>
            </a:r>
            <a:r>
              <a:rPr lang="en-US" altLang="zh-CN" sz="24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+</a:t>
            </a:r>
            <a:r>
              <a:rPr lang="zh-CN" altLang="en-US" sz="24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七天促销清理尾货</a:t>
            </a:r>
            <a:r>
              <a:rPr lang="en-US" altLang="zh-CN" sz="24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 </a:t>
            </a:r>
            <a:endParaRPr lang="en-US" altLang="zh-CN" sz="2400" b="1" spc="200" dirty="0">
              <a:ln w="22225">
                <a:noFill/>
                <a:prstDash val="solid"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+mj-ea"/>
              <a:ea typeface="+mj-ea"/>
              <a:cs typeface="+mj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512445" y="1889760"/>
            <a:ext cx="11593195" cy="4656455"/>
          </a:xfrm>
          <a:prstGeom prst="rect">
            <a:avLst/>
          </a:prstGeom>
        </p:spPr>
      </p:pic>
      <p:graphicFrame>
        <p:nvGraphicFramePr>
          <p:cNvPr id="2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585835" y="1048385"/>
          <a:ext cx="9715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showAsIcon="1" r:id="rId10" imgW="971550" imgH="800100" progId="Excel.Sheet.12">
                  <p:embed/>
                </p:oleObj>
              </mc:Choice>
              <mc:Fallback>
                <p:oleObj name="" showAsIcon="1" r:id="rId10" imgW="971550" imgH="800100" progId="Excel.Sheet.12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585835" y="1048385"/>
                        <a:ext cx="97155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NO.19-4_正文页装饰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-5080"/>
            <a:ext cx="511768" cy="6874497"/>
          </a:xfrm>
          <a:prstGeom prst="rect">
            <a:avLst/>
          </a:prstGeom>
        </p:spPr>
      </p:pic>
      <p:pic>
        <p:nvPicPr>
          <p:cNvPr id="17" name="图片 16" descr="NO.19-4_正文页装饰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103337" y="-5080"/>
            <a:ext cx="1088650" cy="1210932"/>
          </a:xfrm>
          <a:prstGeom prst="rect">
            <a:avLst/>
          </a:prstGeom>
        </p:spPr>
      </p:pic>
      <p:cxnSp>
        <p:nvCxnSpPr>
          <p:cNvPr id="3" name="直接连接符 2"/>
          <p:cNvCxnSpPr/>
          <p:nvPr>
            <p:custDataLst>
              <p:tags r:id="rId5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6"/>
          <p:cNvSpPr txBox="1"/>
          <p:nvPr>
            <p:custDataLst>
              <p:tags r:id="rId6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555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 </a:t>
            </a:r>
            <a:r>
              <a:rPr lang="zh-CN" altLang="en-US" sz="3555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站外验证</a:t>
            </a:r>
            <a:endParaRPr lang="zh-CN" altLang="en-US" sz="3555" spc="200" dirty="0">
              <a:ln w="22225">
                <a:noFill/>
                <a:prstDash val="solid"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+mj-ea"/>
              <a:ea typeface="+mj-ea"/>
              <a:cs typeface="+mj-ea"/>
            </a:endParaRPr>
          </a:p>
        </p:txBody>
      </p:sp>
      <p:cxnSp>
        <p:nvCxnSpPr>
          <p:cNvPr id="10" name="直接连接符 9"/>
          <p:cNvCxnSpPr/>
          <p:nvPr>
            <p:custDataLst>
              <p:tags r:id="rId7"/>
            </p:custDataLst>
          </p:nvPr>
        </p:nvCxnSpPr>
        <p:spPr>
          <a:xfrm>
            <a:off x="1772264" y="1218995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8"/>
            </p:custDataLst>
          </p:nvPr>
        </p:nvCxnSpPr>
        <p:spPr>
          <a:xfrm>
            <a:off x="1626210" y="1287787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9"/>
            </p:custDataLst>
          </p:nvPr>
        </p:nvCxnSpPr>
        <p:spPr>
          <a:xfrm>
            <a:off x="10166179" y="6085167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10"/>
            </p:custDataLst>
          </p:nvPr>
        </p:nvCxnSpPr>
        <p:spPr>
          <a:xfrm>
            <a:off x="10020125" y="6153960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>
            <p:custDataLst>
              <p:tags r:id="rId11"/>
            </p:custDataLst>
          </p:nvPr>
        </p:nvSpPr>
        <p:spPr>
          <a:xfrm>
            <a:off x="988060" y="1035685"/>
            <a:ext cx="101155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TikTok </a:t>
            </a:r>
            <a:r>
              <a:rPr lang="zh-CN" altLang="en-US" sz="24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网红带货</a:t>
            </a:r>
            <a:endParaRPr lang="zh-CN" altLang="en-US" sz="2400" b="1" spc="200" dirty="0">
              <a:ln w="22225">
                <a:noFill/>
                <a:prstDash val="solid"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+mj-ea"/>
              <a:ea typeface="+mj-ea"/>
              <a:cs typeface="+mj-ea"/>
            </a:endParaRPr>
          </a:p>
        </p:txBody>
      </p:sp>
      <p:pic>
        <p:nvPicPr>
          <p:cNvPr id="5" name="图片 4" descr="Tiktok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48740" y="1496060"/>
            <a:ext cx="9646285" cy="4972685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NO.19-4_正文页装饰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-5080"/>
            <a:ext cx="511768" cy="6874497"/>
          </a:xfrm>
          <a:prstGeom prst="rect">
            <a:avLst/>
          </a:prstGeom>
        </p:spPr>
      </p:pic>
      <p:pic>
        <p:nvPicPr>
          <p:cNvPr id="17" name="图片 16" descr="NO.19-4_正文页装饰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103337" y="-5080"/>
            <a:ext cx="1088650" cy="1210932"/>
          </a:xfrm>
          <a:prstGeom prst="rect">
            <a:avLst/>
          </a:prstGeom>
        </p:spPr>
      </p:pic>
      <p:cxnSp>
        <p:nvCxnSpPr>
          <p:cNvPr id="3" name="直接连接符 2"/>
          <p:cNvCxnSpPr/>
          <p:nvPr>
            <p:custDataLst>
              <p:tags r:id="rId5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6"/>
          <p:cNvSpPr txBox="1"/>
          <p:nvPr>
            <p:custDataLst>
              <p:tags r:id="rId6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555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 </a:t>
            </a:r>
            <a:r>
              <a:rPr lang="zh-CN" altLang="en-US" sz="3555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站外验证</a:t>
            </a:r>
            <a:endParaRPr lang="zh-CN" altLang="en-US" sz="3555" spc="200" dirty="0">
              <a:ln w="22225">
                <a:noFill/>
                <a:prstDash val="solid"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+mj-ea"/>
              <a:ea typeface="+mj-ea"/>
              <a:cs typeface="+mj-ea"/>
            </a:endParaRPr>
          </a:p>
        </p:txBody>
      </p:sp>
      <p:cxnSp>
        <p:nvCxnSpPr>
          <p:cNvPr id="10" name="直接连接符 9"/>
          <p:cNvCxnSpPr/>
          <p:nvPr>
            <p:custDataLst>
              <p:tags r:id="rId7"/>
            </p:custDataLst>
          </p:nvPr>
        </p:nvCxnSpPr>
        <p:spPr>
          <a:xfrm>
            <a:off x="1772264" y="1218995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8"/>
            </p:custDataLst>
          </p:nvPr>
        </p:nvCxnSpPr>
        <p:spPr>
          <a:xfrm>
            <a:off x="1626210" y="1287787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9"/>
            </p:custDataLst>
          </p:nvPr>
        </p:nvCxnSpPr>
        <p:spPr>
          <a:xfrm>
            <a:off x="10166179" y="6085167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10"/>
            </p:custDataLst>
          </p:nvPr>
        </p:nvCxnSpPr>
        <p:spPr>
          <a:xfrm>
            <a:off x="10020125" y="6153960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>
            <p:custDataLst>
              <p:tags r:id="rId11"/>
            </p:custDataLst>
          </p:nvPr>
        </p:nvSpPr>
        <p:spPr>
          <a:xfrm>
            <a:off x="988060" y="1035685"/>
            <a:ext cx="101155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TikTok </a:t>
            </a:r>
            <a:r>
              <a:rPr lang="zh-CN" altLang="en-US" sz="24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网红带货</a:t>
            </a:r>
            <a:endParaRPr lang="zh-CN" altLang="en-US" sz="2400" b="1" spc="200" dirty="0">
              <a:ln w="22225">
                <a:noFill/>
                <a:prstDash val="solid"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+mj-ea"/>
              <a:ea typeface="+mj-ea"/>
              <a:cs typeface="+mj-ea"/>
            </a:endParaRPr>
          </a:p>
        </p:txBody>
      </p:sp>
      <p:pic>
        <p:nvPicPr>
          <p:cNvPr id="2" name="图片 1" descr="Tiktok 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1810" y="1038860"/>
            <a:ext cx="11100435" cy="5208905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NO.19-4_正文页装饰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-5080"/>
            <a:ext cx="511768" cy="6874497"/>
          </a:xfrm>
          <a:prstGeom prst="rect">
            <a:avLst/>
          </a:prstGeom>
        </p:spPr>
      </p:pic>
      <p:pic>
        <p:nvPicPr>
          <p:cNvPr id="17" name="图片 16" descr="NO.19-4_正文页装饰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103337" y="-5080"/>
            <a:ext cx="1088650" cy="1210932"/>
          </a:xfrm>
          <a:prstGeom prst="rect">
            <a:avLst/>
          </a:prstGeom>
        </p:spPr>
      </p:pic>
      <p:cxnSp>
        <p:nvCxnSpPr>
          <p:cNvPr id="3" name="直接连接符 2"/>
          <p:cNvCxnSpPr/>
          <p:nvPr>
            <p:custDataLst>
              <p:tags r:id="rId5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6"/>
          <p:cNvSpPr txBox="1"/>
          <p:nvPr>
            <p:custDataLst>
              <p:tags r:id="rId6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555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 </a:t>
            </a:r>
            <a:r>
              <a:rPr lang="zh-CN" altLang="en-US" sz="3555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站外验证</a:t>
            </a:r>
            <a:endParaRPr lang="zh-CN" altLang="en-US" sz="3555" spc="200" dirty="0">
              <a:ln w="22225">
                <a:noFill/>
                <a:prstDash val="solid"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+mj-ea"/>
              <a:ea typeface="+mj-ea"/>
              <a:cs typeface="+mj-ea"/>
            </a:endParaRPr>
          </a:p>
        </p:txBody>
      </p:sp>
      <p:cxnSp>
        <p:nvCxnSpPr>
          <p:cNvPr id="10" name="直接连接符 9"/>
          <p:cNvCxnSpPr/>
          <p:nvPr>
            <p:custDataLst>
              <p:tags r:id="rId7"/>
            </p:custDataLst>
          </p:nvPr>
        </p:nvCxnSpPr>
        <p:spPr>
          <a:xfrm>
            <a:off x="1772264" y="1218995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8"/>
            </p:custDataLst>
          </p:nvPr>
        </p:nvCxnSpPr>
        <p:spPr>
          <a:xfrm>
            <a:off x="1626210" y="1287787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9"/>
            </p:custDataLst>
          </p:nvPr>
        </p:nvCxnSpPr>
        <p:spPr>
          <a:xfrm>
            <a:off x="10166179" y="6085167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10"/>
            </p:custDataLst>
          </p:nvPr>
        </p:nvCxnSpPr>
        <p:spPr>
          <a:xfrm>
            <a:off x="10020125" y="6153960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>
            <p:custDataLst>
              <p:tags r:id="rId11"/>
            </p:custDataLst>
          </p:nvPr>
        </p:nvSpPr>
        <p:spPr>
          <a:xfrm>
            <a:off x="988060" y="1035685"/>
            <a:ext cx="101155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  <a:hlinkClick r:id="rId12" tooltip="" action="ppaction://hlinkfile"/>
              </a:rPr>
              <a:t>Facebook </a:t>
            </a:r>
            <a:r>
              <a:rPr lang="zh-CN" altLang="en-US" sz="24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  <a:hlinkClick r:id="rId12" tooltip="" action="ppaction://hlinkfile"/>
              </a:rPr>
              <a:t>群组</a:t>
            </a:r>
            <a:endParaRPr lang="zh-CN" altLang="en-US" sz="2400" b="1" spc="200" dirty="0">
              <a:ln w="22225">
                <a:noFill/>
                <a:prstDash val="solid"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+mj-ea"/>
              <a:ea typeface="+mj-ea"/>
              <a:cs typeface="+mj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820420" y="1555750"/>
            <a:ext cx="10347960" cy="5036820"/>
          </a:xfrm>
          <a:prstGeom prst="rect">
            <a:avLst/>
          </a:prstGeom>
        </p:spPr>
      </p:pic>
    </p:spTree>
    <p:custDataLst>
      <p:tags r:id="rId1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/>
          <p:nvPr>
            <p:ph type="ctrTitle" idx="2"/>
            <p:custDataLst>
              <p:tags r:id="rId1"/>
            </p:custDataLst>
          </p:nvPr>
        </p:nvSpPr>
        <p:spPr>
          <a:xfrm>
            <a:off x="4407535" y="2962275"/>
            <a:ext cx="5544820" cy="833755"/>
          </a:xfrm>
        </p:spPr>
        <p:txBody>
          <a:bodyPr>
            <a:normAutofit fontScale="90000"/>
          </a:bodyPr>
          <a:p>
            <a:pPr mar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200" b="1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n-lt"/>
                <a:ea typeface="微软雅黑" panose="020B0503020204020204" pitchFamily="34" charset="-122"/>
                <a:cs typeface="+mn-lt"/>
                <a:sym typeface="+mn-ea"/>
              </a:rPr>
              <a:t>广告投放分析</a:t>
            </a:r>
            <a:endParaRPr sz="7200" b="1" dirty="0">
              <a:ln w="22225">
                <a:noFill/>
                <a:prstDash val="solid"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+mn-lt"/>
              <a:ea typeface="微软雅黑" panose="020B0503020204020204" pitchFamily="34" charset="-122"/>
              <a:cs typeface="+mn-lt"/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227628" y="2482850"/>
            <a:ext cx="3466119" cy="1639615"/>
          </a:xfrm>
          <a:prstGeom prst="rect">
            <a:avLst/>
          </a:prstGeom>
          <a:noFill/>
        </p:spPr>
        <p:txBody>
          <a:bodyPr wrap="square" tIns="0" bIns="0" rtlCol="0" anchor="b" anchorCtr="0">
            <a:normAutofit/>
          </a:bodyPr>
          <a:p>
            <a:pPr algn="ctr"/>
            <a:r>
              <a:rPr lang="en-US" altLang="zh-CN" sz="7200" b="1" spc="200" dirty="0">
                <a:ln w="22225">
                  <a:noFill/>
                  <a:prstDash val="solid"/>
                </a:ln>
                <a:solidFill>
                  <a:schemeClr val="bg2"/>
                </a:solidFill>
                <a:effectLst/>
                <a:uFillTx/>
                <a:ea typeface="微软雅黑" panose="020B0503020204020204" pitchFamily="34" charset="-122"/>
                <a:cs typeface="+mn-lt"/>
              </a:rPr>
              <a:t>04</a:t>
            </a:r>
            <a:endParaRPr lang="en-US" altLang="zh-CN" sz="7200" b="1" spc="200" dirty="0">
              <a:ln w="22225">
                <a:noFill/>
                <a:prstDash val="solid"/>
              </a:ln>
              <a:solidFill>
                <a:schemeClr val="bg2"/>
              </a:solidFill>
              <a:effectLst/>
              <a:uFillTx/>
              <a:latin typeface="汉仪文黑-75简" panose="00020600040101010101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p>
            <a:fld id="{C8837187-ADB2-4B54-A58E-F52F40868B69}" type="datetime10">
              <a:rPr lang="zh-CN" altLang="en-US" smtClean="0">
                <a:solidFill>
                  <a:schemeClr val="dk1">
                    <a:tint val="75000"/>
                  </a:schemeClr>
                </a:solidFill>
              </a:rPr>
            </a:fld>
            <a:endParaRPr lang="zh-CN" altLang="en-US" smtClean="0">
              <a:solidFill>
                <a:schemeClr val="dk1">
                  <a:tint val="75000"/>
                </a:schemeClr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NO.19-4_正文页装饰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-5080"/>
            <a:ext cx="511768" cy="6874497"/>
          </a:xfrm>
          <a:prstGeom prst="rect">
            <a:avLst/>
          </a:prstGeom>
        </p:spPr>
      </p:pic>
      <p:pic>
        <p:nvPicPr>
          <p:cNvPr id="15" name="图片 14" descr="NO.19-4_正文页装饰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103337" y="-5080"/>
            <a:ext cx="1088650" cy="1210932"/>
          </a:xfrm>
          <a:prstGeom prst="rect">
            <a:avLst/>
          </a:prstGeom>
        </p:spPr>
      </p:pic>
      <p:cxnSp>
        <p:nvCxnSpPr>
          <p:cNvPr id="4" name="直接连接符 3"/>
          <p:cNvCxnSpPr/>
          <p:nvPr>
            <p:custDataLst>
              <p:tags r:id="rId5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框 6"/>
          <p:cNvSpPr txBox="1"/>
          <p:nvPr>
            <p:custDataLst>
              <p:tags r:id="rId6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555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4.1 </a:t>
            </a:r>
            <a:r>
              <a:rPr lang="zh-CN" altLang="en-US" sz="3555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广告搜索词分析</a:t>
            </a:r>
            <a:r>
              <a:rPr lang="en-US" altLang="zh-CN" sz="3555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  </a:t>
            </a:r>
            <a:endParaRPr lang="en-US" altLang="zh-CN" sz="3555" spc="200" dirty="0">
              <a:ln w="22225">
                <a:noFill/>
                <a:prstDash val="solid"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+mj-ea"/>
              <a:ea typeface="+mj-ea"/>
              <a:cs typeface="+mj-ea"/>
            </a:endParaRPr>
          </a:p>
        </p:txBody>
      </p:sp>
      <p:sp>
        <p:nvSpPr>
          <p:cNvPr id="14" name="文本框 13">
            <a:hlinkClick r:id="rId7" action="ppaction://hlinkfile"/>
          </p:cNvPr>
          <p:cNvSpPr txBox="1"/>
          <p:nvPr>
            <p:custDataLst>
              <p:tags r:id="rId8"/>
            </p:custDataLst>
          </p:nvPr>
        </p:nvSpPr>
        <p:spPr>
          <a:xfrm>
            <a:off x="988060" y="1035685"/>
            <a:ext cx="101155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  <a:hlinkClick r:id="rId7" action="ppaction://hlinkfile"/>
              </a:rPr>
              <a:t>SIF-</a:t>
            </a:r>
            <a:r>
              <a:rPr lang="zh-CN" altLang="en-US" sz="24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  <a:hlinkClick r:id="rId7" action="ppaction://hlinkfile"/>
              </a:rPr>
              <a:t>广告透视仪</a:t>
            </a:r>
            <a:r>
              <a:rPr lang="en-US" altLang="zh-CN" sz="24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  <a:hlinkClick r:id="rId7" action="ppaction://hlinkfile"/>
              </a:rPr>
              <a:t>-</a:t>
            </a:r>
            <a:r>
              <a:rPr lang="zh-CN" altLang="en-US" sz="2400" b="1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  <a:hlinkClick r:id="rId7" action="ppaction://hlinkfile"/>
              </a:rPr>
              <a:t>查广告词</a:t>
            </a:r>
            <a:endParaRPr lang="zh-CN" altLang="en-US" sz="2400" b="1" spc="200" dirty="0">
              <a:ln w="22225">
                <a:noFill/>
                <a:prstDash val="solid"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+mj-ea"/>
              <a:ea typeface="+mj-ea"/>
              <a:cs typeface="+mj-ea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890905" y="1604645"/>
            <a:ext cx="10031730" cy="5170805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NO.19-4_正文页装饰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-5080"/>
            <a:ext cx="511768" cy="6874497"/>
          </a:xfrm>
          <a:prstGeom prst="rect">
            <a:avLst/>
          </a:prstGeom>
        </p:spPr>
      </p:pic>
      <p:pic>
        <p:nvPicPr>
          <p:cNvPr id="15" name="图片 14" descr="NO.19-4_正文页装饰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103337" y="-5080"/>
            <a:ext cx="1088650" cy="1210932"/>
          </a:xfrm>
          <a:prstGeom prst="rect">
            <a:avLst/>
          </a:prstGeom>
        </p:spPr>
      </p:pic>
      <p:cxnSp>
        <p:nvCxnSpPr>
          <p:cNvPr id="4" name="直接连接符 3"/>
          <p:cNvCxnSpPr/>
          <p:nvPr>
            <p:custDataLst>
              <p:tags r:id="rId5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框 6"/>
          <p:cNvSpPr txBox="1"/>
          <p:nvPr>
            <p:custDataLst>
              <p:tags r:id="rId6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555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4.2</a:t>
            </a:r>
            <a:r>
              <a:rPr lang="zh-CN" altLang="en-US" sz="3555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该品核心广告架构</a:t>
            </a:r>
            <a:r>
              <a:rPr lang="en-US" altLang="zh-CN" sz="3555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  </a:t>
            </a:r>
            <a:endParaRPr lang="en-US" altLang="zh-CN" sz="3555" spc="200" dirty="0">
              <a:ln w="22225">
                <a:noFill/>
                <a:prstDash val="solid"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+mj-ea"/>
              <a:ea typeface="+mj-ea"/>
              <a:cs typeface="+mj-ea"/>
            </a:endParaRPr>
          </a:p>
        </p:txBody>
      </p:sp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823720" y="1205865"/>
            <a:ext cx="8606790" cy="4951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该产品核心广告架构：</a:t>
            </a:r>
            <a:endParaRPr lang="zh-CN" altLang="en-US" sz="20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SP-mosquito zapper-Exact</a:t>
            </a:r>
            <a:endParaRPr lang="zh-CN" altLang="en-US" sz="20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SP-bug zapper-Exact</a:t>
            </a:r>
            <a:endParaRPr lang="zh-CN" altLang="en-US" sz="20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SP-bug zapper outdoor-Exact</a:t>
            </a:r>
            <a:endParaRPr lang="zh-CN" altLang="en-US" sz="20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SP-AUTO</a:t>
            </a:r>
            <a:endParaRPr lang="zh-CN" altLang="en-US" sz="20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SP-outdoor bug zapper-Exact</a:t>
            </a:r>
            <a:endParaRPr lang="zh-CN" altLang="en-US" sz="20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SP-outdoor bug zapper-Exact</a:t>
            </a:r>
            <a:endParaRPr lang="zh-CN" altLang="en-US" sz="20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SP-mosquito killer-Exact</a:t>
            </a:r>
            <a:endParaRPr lang="zh-CN" altLang="en-US" sz="20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endParaRPr lang="zh-CN" altLang="en-US" sz="20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小技巧：根据搜索词如何区分是关键词广泛还是自动？  </a:t>
            </a:r>
            <a:endParaRPr lang="zh-CN" altLang="en-US" sz="20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自动搜索词分散，没有明确的词根,会跑出一些和投放词每个单词和含义都不相关的搜索词； 广泛匹配A➕B广泛，可能跑出AC, BC, ABC, ABCD是搜索词，也可能跑出C+D  (C和D其中一个和 A B意思一样）</a:t>
            </a:r>
            <a:endParaRPr lang="zh-CN" altLang="en-US" sz="20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  <p:custDataLst>
      <p:tags r:id="rId8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/>
          <p:nvPr>
            <p:ph type="ctrTitle" idx="2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pPr mar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200" b="1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n-lt"/>
                <a:ea typeface="微软雅黑" panose="020B0503020204020204" pitchFamily="34" charset="-122"/>
                <a:cs typeface="+mn-lt"/>
                <a:sym typeface="+mn-ea"/>
              </a:rPr>
              <a:t>总结和借鉴</a:t>
            </a:r>
            <a:endParaRPr sz="7200" b="1" dirty="0">
              <a:ln w="22225">
                <a:noFill/>
                <a:prstDash val="solid"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+mn-lt"/>
              <a:ea typeface="微软雅黑" panose="020B0503020204020204" pitchFamily="34" charset="-122"/>
              <a:cs typeface="+mn-lt"/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227628" y="2482850"/>
            <a:ext cx="3466119" cy="1639615"/>
          </a:xfrm>
          <a:prstGeom prst="rect">
            <a:avLst/>
          </a:prstGeom>
          <a:noFill/>
        </p:spPr>
        <p:txBody>
          <a:bodyPr wrap="square" tIns="0" bIns="0" rtlCol="0" anchor="b" anchorCtr="0">
            <a:normAutofit/>
          </a:bodyPr>
          <a:p>
            <a:pPr algn="ctr"/>
            <a:r>
              <a:rPr lang="en-US" altLang="zh-CN" sz="7200" b="1" spc="200" dirty="0">
                <a:ln w="22225">
                  <a:noFill/>
                  <a:prstDash val="solid"/>
                </a:ln>
                <a:solidFill>
                  <a:schemeClr val="bg2"/>
                </a:solidFill>
                <a:effectLst/>
                <a:uFillTx/>
                <a:ea typeface="微软雅黑" panose="020B0503020204020204" pitchFamily="34" charset="-122"/>
                <a:cs typeface="+mn-lt"/>
              </a:rPr>
              <a:t>05</a:t>
            </a:r>
            <a:endParaRPr lang="en-US" altLang="zh-CN" sz="7200" b="1" spc="200" dirty="0">
              <a:ln w="22225">
                <a:noFill/>
                <a:prstDash val="solid"/>
              </a:ln>
              <a:solidFill>
                <a:schemeClr val="bg2"/>
              </a:solidFill>
              <a:effectLst/>
              <a:uFillTx/>
              <a:latin typeface="汉仪文黑-75简" panose="00020600040101010101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p>
            <a:fld id="{C8837187-ADB2-4B54-A58E-F52F40868B69}" type="datetime10">
              <a:rPr lang="zh-CN" altLang="en-US" smtClean="0">
                <a:solidFill>
                  <a:schemeClr val="dk1">
                    <a:tint val="75000"/>
                  </a:schemeClr>
                </a:solidFill>
              </a:rPr>
            </a:fld>
            <a:endParaRPr lang="zh-CN" altLang="en-US" smtClean="0">
              <a:solidFill>
                <a:schemeClr val="dk1">
                  <a:tint val="75000"/>
                </a:schemeClr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NO.19-4_正文页装饰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-5080"/>
            <a:ext cx="511768" cy="6874497"/>
          </a:xfrm>
          <a:prstGeom prst="rect">
            <a:avLst/>
          </a:prstGeom>
        </p:spPr>
      </p:pic>
      <p:pic>
        <p:nvPicPr>
          <p:cNvPr id="15" name="图片 14" descr="NO.19-4_正文页装饰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103337" y="-5080"/>
            <a:ext cx="1088650" cy="1210932"/>
          </a:xfrm>
          <a:prstGeom prst="rect">
            <a:avLst/>
          </a:prstGeom>
        </p:spPr>
      </p:pic>
      <p:cxnSp>
        <p:nvCxnSpPr>
          <p:cNvPr id="4" name="直接连接符 3"/>
          <p:cNvCxnSpPr/>
          <p:nvPr>
            <p:custDataLst>
              <p:tags r:id="rId5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框 6"/>
          <p:cNvSpPr txBox="1"/>
          <p:nvPr>
            <p:custDataLst>
              <p:tags r:id="rId6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 fontScale="900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000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j-ea"/>
              </a:rPr>
              <a:t>总结和借鉴</a:t>
            </a:r>
            <a:endParaRPr lang="zh-CN" altLang="en-US" sz="4000" spc="200" dirty="0">
              <a:ln w="22225">
                <a:noFill/>
                <a:prstDash val="solid"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+mj-ea"/>
              <a:ea typeface="+mj-ea"/>
              <a:cs typeface="+mj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891665" y="1079500"/>
            <a:ext cx="8355330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①链接优化：主图视频、360 View 图片、高级A+ 、Small Business （美国公司本土账号）</a:t>
            </a:r>
            <a:endParaRPr lang="zh-CN" altLang="en-US" sz="20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endParaRPr lang="zh-CN" altLang="en-US" sz="20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②链接保护方面： 透明计划，从根本上避免跟卖发生</a:t>
            </a:r>
            <a:endParaRPr lang="zh-CN" altLang="en-US" sz="20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endParaRPr lang="zh-CN" altLang="en-US" sz="20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③推品策略方面：</a:t>
            </a:r>
            <a:endParaRPr lang="zh-CN" altLang="en-US" sz="20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endParaRPr lang="zh-CN" altLang="en-US" sz="20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--主要站外-利用了Facebook群组、Slickdeal、Tiktok 、其他Deal等大力推动。高利润率产品可以尝试，利润不高不建议尝试</a:t>
            </a:r>
            <a:endParaRPr lang="zh-CN" altLang="en-US" sz="20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endParaRPr lang="zh-CN" altLang="en-US" sz="20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--评论获取方面：新品冷启动风险大，需要合并种子链接为推品保驾护航。其频繁拆分合并链接，尤其七天促销期间，可能造成秒杀取消。</a:t>
            </a:r>
            <a:endParaRPr lang="zh-CN" altLang="en-US" sz="20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endParaRPr lang="zh-CN" altLang="en-US" sz="20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--广告架构搭建方面，根据其广告搜索词对整个流量的贡献情况，推测其核心广告架构和主要广告预算集中情况。</a:t>
            </a:r>
            <a:endParaRPr lang="zh-CN" altLang="en-US" sz="20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--秒杀方面： 七天促销对提升单量推动排名作用明显；限时秒杀作用不大</a:t>
            </a:r>
            <a:endParaRPr lang="zh-CN" altLang="en-US" sz="20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endParaRPr lang="zh-CN" altLang="en-US" sz="20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至少做到</a:t>
            </a:r>
            <a:r>
              <a:rPr lang="en-US" altLang="zh-CN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3-5</a:t>
            </a:r>
            <a:r>
              <a:rPr lang="zh-CN" altLang="en-US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个优秀竞品拆解。</a:t>
            </a:r>
            <a:endParaRPr lang="zh-CN" altLang="en-US" sz="20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  <p:custDataLst>
      <p:tags r:id="rId7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028174" y="4056089"/>
            <a:ext cx="4305693" cy="2933700"/>
          </a:xfrm>
          <a:prstGeom prst="rect">
            <a:avLst/>
          </a:prstGeom>
        </p:spPr>
      </p:pic>
      <p:sp>
        <p:nvSpPr>
          <p:cNvPr id="6" name="标题 5"/>
          <p:cNvSpPr/>
          <p:nvPr>
            <p:ph type="title" idx="1"/>
            <p:custDataLst>
              <p:tags r:id="rId2"/>
            </p:custDataLst>
          </p:nvPr>
        </p:nvSpPr>
        <p:spPr/>
        <p:txBody>
          <a:bodyPr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kern="1200" spc="200" dirty="0">
                <a:ln w="22225">
                  <a:noFill/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+mj-ea"/>
                <a:ea typeface="+mj-ea"/>
                <a:cs typeface="+mj-ea"/>
              </a:rPr>
              <a:t>谢谢大家</a:t>
            </a:r>
            <a:endParaRPr lang="en-US" altLang="zh-CN" kern="1200" spc="200" dirty="0">
              <a:ln w="22225">
                <a:noFill/>
                <a:prstDash val="solid"/>
              </a:ln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latin typeface="+mj-ea"/>
              <a:ea typeface="+mj-ea"/>
              <a:cs typeface="+mj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446520" y="137795"/>
            <a:ext cx="5012055" cy="408051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SUBTYPE" val="v"/>
  <p:tag name="KSO_WM_TEMPLATE_CATEGORY" val="chip"/>
  <p:tag name="KSO_WM_TEMPLATE_INDEX" val="20223128"/>
  <p:tag name="KSO_WM_UNIT_TYPE" val="i"/>
  <p:tag name="KSO_WM_UNIT_INDEX" val="1"/>
  <p:tag name="KSO_WM_UNIT_ID" val="chip20223128_2*i*1"/>
  <p:tag name="KSO_WM_BEAUTIFY_FLAG" val="#wm#"/>
  <p:tag name="KSO_WM_TAG_VERSION" val="1.0"/>
  <p:tag name="KSO_WM_CHIP_GROUPID" val="62cbd1ac67e1b3ac3a1081fd"/>
  <p:tag name="KSO_WM_CHIP_XID" val="62cbd1fe67e1b3ac3a108799"/>
  <p:tag name="KSO_WM_UNIT_DEC_AREA_ID" val="f3192c3def2244529a9a6c33f9475a00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056c7d27f2d54a27814e1a1edbcaa168"/>
</p:tagLst>
</file>

<file path=ppt/tags/tag2.xml><?xml version="1.0" encoding="utf-8"?>
<p:tagLst xmlns:p="http://schemas.openxmlformats.org/presentationml/2006/main">
  <p:tag name="KSO_WM_UNIT_SUBTYPE" val="w"/>
  <p:tag name="KSO_WM_TEMPLATE_CATEGORY" val="chip"/>
  <p:tag name="KSO_WM_TEMPLATE_INDEX" val="20223128"/>
  <p:tag name="KSO_WM_UNIT_TYPE" val="i"/>
  <p:tag name="KSO_WM_UNIT_INDEX" val="1"/>
  <p:tag name="KSO_WM_UNIT_ID" val="chip20223128_4*i*1"/>
  <p:tag name="KSO_WM_BEAUTIFY_FLAG" val="#wm#"/>
  <p:tag name="KSO_WM_TAG_VERSION" val="1.0"/>
  <p:tag name="KSO_WM_CHIP_GROUPID" val="62cbd1ac67e1b3ac3a1081fd"/>
  <p:tag name="KSO_WM_CHIP_XID" val="62cbd1fe67e1b3ac3a1086f6"/>
  <p:tag name="KSO_WM_UNIT_DEC_AREA_ID" val="1c38e4faa23e46f186b39e3ea8b75fdb"/>
  <p:tag name="KSO_WM_CHIP_FILLAREA_FILL_RULE" val="{&quot;fill_align&quot;:&quot;r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444a4dd2f67648ddb6649814ce7fe0ed"/>
</p:tagLst>
</file>

<file path=ppt/tags/tag3.xml><?xml version="1.0" encoding="utf-8"?>
<p:tagLst xmlns:p="http://schemas.openxmlformats.org/presentationml/2006/main">
  <p:tag name="KSO_WM_UNIT_SUBTYPE" val="r"/>
  <p:tag name="KSO_WM_TEMPLATE_CATEGORY" val="chip"/>
  <p:tag name="KSO_WM_TEMPLATE_INDEX" val="20223128"/>
  <p:tag name="KSO_WM_UNIT_TYPE" val="i"/>
  <p:tag name="KSO_WM_UNIT_INDEX" val="1"/>
  <p:tag name="KSO_WM_UNIT_ID" val="chip20223128_3*i*1"/>
  <p:tag name="KSO_WM_BEAUTIFY_FLAG" val="#wm#"/>
  <p:tag name="KSO_WM_TAG_VERSION" val="1.0"/>
  <p:tag name="KSO_WM_CHIP_GROUPID" val="62cbd1ac67e1b3ac3a1081fd"/>
  <p:tag name="KSO_WM_CHIP_XID" val="62cbd1fe67e1b3ac3a108720"/>
  <p:tag name="KSO_WM_UNIT_DEC_AREA_ID" val="a7cdde22d573462b9021e42b5403c182"/>
  <p:tag name="KSO_WM_CHIP_FILLAREA_FILL_RULE" val="{&quot;fill_align&quot;:&quot;r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dfc9b7ed2cd348c6ba758fbe33c717f7"/>
</p:tagLst>
</file>

<file path=ppt/tags/tag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.xml><?xml version="1.0" encoding="utf-8"?>
<p:tagLst xmlns:p="http://schemas.openxmlformats.org/presentationml/2006/main">
  <p:tag name="KSO_WM_UNIT_DEFAULT_FONT" val="80;88;2"/>
  <p:tag name="KSO_WM_UNIT_BLOCK" val="0"/>
  <p:tag name="KSO_WM_UNIT_DEC_AREA_ID" val="5e08d8173b6c4269aba64d186e85e334"/>
  <p:tag name="KSO_WM_UNIT_ISCONTENTSTITLE" val="0"/>
  <p:tag name="KSO_WM_UNIT_ISNUMDGMTITLE" val="0"/>
  <p:tag name="KSO_WM_UNIT_PRESET_TEXT" val="产品简约风模板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3128_1*a*1"/>
  <p:tag name="KSO_WM_TEMPLATE_CATEGORY" val="custom"/>
  <p:tag name="KSO_WM_TEMPLATE_INDEX" val="20223128"/>
  <p:tag name="KSO_WM_UNIT_LAYERLEVEL" val="1"/>
  <p:tag name="KSO_WM_TAG_VERSION" val="1.0"/>
  <p:tag name="KSO_WM_BEAUTIFY_FLAG" val="#wm#"/>
  <p:tag name="KSO_WM_CHIP_GROUPID" val="624cfa648c72ca61f790a27d"/>
  <p:tag name="KSO_WM_CHIP_XID" val="624cfa648c72ca61f790a27c"/>
  <p:tag name="KSO_WM_CHIP_FILLAREA_FILL_RULE" val="{&quot;fill_align&quot;:&quot;cm&quot;,&quot;fill_mode&quot;:&quot;adaptive&quot;,&quot;sacle_strategy&quot;:&quot;smart&quot;}"/>
  <p:tag name="KSO_WM_ASSEMBLE_CHIP_INDEX" val="8f49689c10084382b7d918423cae8c2f"/>
  <p:tag name="KSO_WM_UNIT_TEXT_FILL_FORE_SCHEMECOLOR_INDEX_BRIGHTNESS" val="0.15"/>
  <p:tag name="KSO_WM_UNIT_TEXT_FILL_FORE_SCHEMECOLOR_INDEX" val="13"/>
  <p:tag name="KSO_WM_UNIT_TEXT_FILL_TYPE" val="1"/>
  <p:tag name="KSO_WM_TEMPLATE_ASSEMBLE_XID" val="6311ae59a35593066d0ad632"/>
  <p:tag name="KSO_WM_TEMPLATE_ASSEMBLE_GROUPID" val="62cbd1ac67e1b3ac3a1081fd"/>
</p:tagLst>
</file>

<file path=ppt/tags/tag8.xml><?xml version="1.0" encoding="utf-8"?>
<p:tagLst xmlns:p="http://schemas.openxmlformats.org/presentationml/2006/main">
  <p:tag name="KSO_WM_UNIT_DEFAULT_FONT" val="24;26;2"/>
  <p:tag name="KSO_WM_UNIT_BLOCK" val="0"/>
  <p:tag name="KSO_WM_UNIT_DEC_AREA_ID" val="b2b50a5b6e2a4a5ca0f2e4e2931119de"/>
  <p:tag name="KSO_WM_UNIT_SUBTYPE" val="a"/>
  <p:tag name="KSO_WM_UNIT_PRESET_TEXT" val="单击此处添加文本具体内容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23128_1*f*1"/>
  <p:tag name="KSO_WM_TEMPLATE_CATEGORY" val="custom"/>
  <p:tag name="KSO_WM_TEMPLATE_INDEX" val="20223128"/>
  <p:tag name="KSO_WM_UNIT_LAYERLEVEL" val="1"/>
  <p:tag name="KSO_WM_TAG_VERSION" val="1.0"/>
  <p:tag name="KSO_WM_BEAUTIFY_FLAG" val="#wm#"/>
  <p:tag name="KSO_WM_CHIP_GROUPID" val="624cfa648c72ca61f790a27d"/>
  <p:tag name="KSO_WM_CHIP_XID" val="624cfa648c72ca61f790a27c"/>
  <p:tag name="KSO_WM_CHIP_FILLAREA_FILL_RULE" val="{&quot;fill_align&quot;:&quot;cm&quot;,&quot;fill_mode&quot;:&quot;adaptive&quot;,&quot;sacle_strategy&quot;:&quot;smart&quot;}"/>
  <p:tag name="KSO_WM_ASSEMBLE_CHIP_INDEX" val="8f49689c10084382b7d918423cae8c2f"/>
  <p:tag name="KSO_WM_UNIT_TEXT_FILL_FORE_SCHEMECOLOR_INDEX_BRIGHTNESS" val="0.15"/>
  <p:tag name="KSO_WM_UNIT_TEXT_FILL_FORE_SCHEMECOLOR_INDEX" val="13"/>
  <p:tag name="KSO_WM_UNIT_TEXT_FILL_TYPE" val="1"/>
  <p:tag name="KSO_WM_TEMPLATE_ASSEMBLE_XID" val="6311ae59a35593066d0ad632"/>
  <p:tag name="KSO_WM_TEMPLATE_ASSEMBLE_GROUPID" val="62cbd1ac67e1b3ac3a1081fd"/>
</p:tagLst>
</file>

<file path=ppt/tags/tag9.xml><?xml version="1.0" encoding="utf-8"?>
<p:tagLst xmlns:p="http://schemas.openxmlformats.org/presentationml/2006/main">
  <p:tag name="KSO_WM_UNIT_DEFAULT_FONT" val="20;22;2"/>
  <p:tag name="KSO_WM_UNIT_BLOCK" val="0"/>
  <p:tag name="KSO_WM_UNIT_DEC_AREA_ID" val="d2d61bb658c44e508de2f6f6dd31dce7"/>
  <p:tag name="KSO_WM_UNIT_SUBTYPE" val="b"/>
  <p:tag name="KSO_WM_UNIT_PRESET_TEXT" val="汇报人姓名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custom20223128_1*f*2"/>
  <p:tag name="KSO_WM_TEMPLATE_CATEGORY" val="custom"/>
  <p:tag name="KSO_WM_TEMPLATE_INDEX" val="20223128"/>
  <p:tag name="KSO_WM_UNIT_LAYERLEVEL" val="1"/>
  <p:tag name="KSO_WM_TAG_VERSION" val="1.0"/>
  <p:tag name="KSO_WM_BEAUTIFY_FLAG" val="#wm#"/>
  <p:tag name="KSO_WM_CHIP_GROUPID" val="624cfa648c72ca61f790a27d"/>
  <p:tag name="KSO_WM_CHIP_XID" val="624cfa648c72ca61f790a27c"/>
  <p:tag name="KSO_WM_CHIP_FILLAREA_FILL_RULE" val="{&quot;fill_align&quot;:&quot;cm&quot;,&quot;fill_mode&quot;:&quot;adaptive&quot;,&quot;sacle_strategy&quot;:&quot;smart&quot;}"/>
  <p:tag name="KSO_WM_ASSEMBLE_CHIP_INDEX" val="8f49689c10084382b7d918423cae8c2f"/>
  <p:tag name="KSO_WM_UNIT_TEXT_FILL_FORE_SCHEMECOLOR_INDEX_BRIGHTNESS" val="0.15"/>
  <p:tag name="KSO_WM_UNIT_TEXT_FILL_FORE_SCHEMECOLOR_INDEX" val="13"/>
  <p:tag name="KSO_WM_UNIT_TEXT_FILL_TYPE" val="1"/>
  <p:tag name="KSO_WM_TEMPLATE_ASSEMBLE_XID" val="6311ae59a35593066d0ad632"/>
  <p:tag name="KSO_WM_TEMPLATE_ASSEMBLE_GROUPID" val="62cbd1ac67e1b3ac3a1081fd"/>
</p:tagLst>
</file>

<file path=ppt/tags/tag10.xml><?xml version="1.0" encoding="utf-8"?>
<p:tagLst xmlns:p="http://schemas.openxmlformats.org/presentationml/2006/main">
  <p:tag name="KSO_WM_UNIT_SUBTYPE" val="v"/>
  <p:tag name="KSO_WM_TEMPLATE_CATEGORY" val="chip"/>
  <p:tag name="KSO_WM_TEMPLATE_INDEX" val="20223128"/>
  <p:tag name="KSO_WM_UNIT_TYPE" val="i"/>
  <p:tag name="KSO_WM_UNIT_INDEX" val="1"/>
  <p:tag name="KSO_WM_UNIT_ID" val="chip20223128_18*i*1"/>
  <p:tag name="KSO_WM_BEAUTIFY_FLAG" val="#wm#"/>
  <p:tag name="KSO_WM_TAG_VERSION" val="1.0"/>
  <p:tag name="KSO_WM_CHIP_GROUPID" val="62cbd1ac67e1b3ac3a1081fd"/>
  <p:tag name="KSO_WM_CHIP_XID" val="62cbd1fe67e1b3ac3a108682"/>
  <p:tag name="KSO_WM_UNIT_DEC_AREA_ID" val="d53bd22930844892ab96d6b0e238ebe0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5c5d7f820ad849ca9ef101454e22e756"/>
</p:tagLst>
</file>

<file path=ppt/tags/tag11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19*i*1"/>
  <p:tag name="KSO_WM_BEAUTIFY_FLAG" val="#wm#"/>
  <p:tag name="KSO_WM_TAG_VERSION" val="1.0"/>
  <p:tag name="KSO_WM_CHIP_GROUPID" val="62cbd1ac67e1b3ac3a1081fd"/>
  <p:tag name="KSO_WM_CHIP_XID" val="62cbd1fe67e1b3ac3a10865f"/>
  <p:tag name="KSO_WM_UNIT_DEC_AREA_ID" val="1a796e9d8d8344d99968acb27e8cfcf2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afc229a34a34967bdf3ac63f2d6c51d"/>
</p:tagLst>
</file>

<file path=ppt/tags/tag12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20*i*1"/>
  <p:tag name="KSO_WM_BEAUTIFY_FLAG" val="#wm#"/>
  <p:tag name="KSO_WM_TAG_VERSION" val="1.0"/>
  <p:tag name="KSO_WM_CHIP_GROUPID" val="62cbd1ac67e1b3ac3a1081fd"/>
  <p:tag name="KSO_WM_CHIP_XID" val="62cbd1fe67e1b3ac3a10866a"/>
  <p:tag name="KSO_WM_UNIT_DEC_AREA_ID" val="76ac0535050d4b0b8ba841fcf5319076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633c398c7514670859d75b3253623c9"/>
</p:tagLst>
</file>

<file path=ppt/tags/tag1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8.xml><?xml version="1.0" encoding="utf-8"?>
<p:tagLst xmlns:p="http://schemas.openxmlformats.org/presentationml/2006/main">
  <p:tag name="KSO_WM_UNIT_SUBTYPE" val="v"/>
  <p:tag name="KSO_WM_TEMPLATE_CATEGORY" val="chip"/>
  <p:tag name="KSO_WM_TEMPLATE_INDEX" val="20223128"/>
  <p:tag name="KSO_WM_UNIT_TYPE" val="i"/>
  <p:tag name="KSO_WM_UNIT_INDEX" val="1"/>
  <p:tag name="KSO_WM_UNIT_ID" val="chip20223128_14*i*1"/>
  <p:tag name="KSO_WM_BEAUTIFY_FLAG" val="#wm#"/>
  <p:tag name="KSO_WM_TAG_VERSION" val="1.0"/>
  <p:tag name="KSO_WM_CHIP_GROUPID" val="62cbd1ac67e1b3ac3a1081fd"/>
  <p:tag name="KSO_WM_CHIP_XID" val="62cbd1fe67e1b3ac3a10862f"/>
  <p:tag name="KSO_WM_UNIT_DEC_AREA_ID" val="d4272363ad3643a4b52145d0e31edbbf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2868769d2f8b4fdd993b306d4f4707a6"/>
</p:tagLst>
</file>

<file path=ppt/tags/tag19.xml><?xml version="1.0" encoding="utf-8"?>
<p:tagLst xmlns:p="http://schemas.openxmlformats.org/presentationml/2006/main">
  <p:tag name="KSO_WM_UNIT_SUBTYPE" val="w"/>
  <p:tag name="KSO_WM_TEMPLATE_CATEGORY" val="chip"/>
  <p:tag name="KSO_WM_TEMPLATE_INDEX" val="20223128"/>
  <p:tag name="KSO_WM_UNIT_TYPE" val="i"/>
  <p:tag name="KSO_WM_UNIT_INDEX" val="1"/>
  <p:tag name="KSO_WM_UNIT_ID" val="chip20223128_16*i*1"/>
  <p:tag name="KSO_WM_BEAUTIFY_FLAG" val="#wm#"/>
  <p:tag name="KSO_WM_TAG_VERSION" val="1.0"/>
  <p:tag name="KSO_WM_CHIP_GROUPID" val="62cbd1ac67e1b3ac3a1081fd"/>
  <p:tag name="KSO_WM_CHIP_XID" val="62cbd1fe67e1b3ac3a108578"/>
  <p:tag name="KSO_WM_UNIT_DEC_AREA_ID" val="06d2f73361c7454c98754322da498564"/>
  <p:tag name="KSO_WM_CHIP_FILLAREA_FILL_RULE" val="{&quot;fill_align&quot;:&quot;r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451370ead24045c0a002a66d0277ca59"/>
</p:tagLst>
</file>

<file path=ppt/tags/tag20.xml><?xml version="1.0" encoding="utf-8"?>
<p:tagLst xmlns:p="http://schemas.openxmlformats.org/presentationml/2006/main">
  <p:tag name="KSO_WM_UNIT_SUBTYPE" val="u"/>
  <p:tag name="KSO_WM_TEMPLATE_CATEGORY" val="chip"/>
  <p:tag name="KSO_WM_TEMPLATE_INDEX" val="20223128"/>
  <p:tag name="KSO_WM_UNIT_TYPE" val="i"/>
  <p:tag name="KSO_WM_UNIT_INDEX" val="1"/>
  <p:tag name="KSO_WM_UNIT_ID" val="chip20223128_15*i*1"/>
  <p:tag name="KSO_WM_BEAUTIFY_FLAG" val="#wm#"/>
  <p:tag name="KSO_WM_TAG_VERSION" val="1.0"/>
  <p:tag name="KSO_WM_CHIP_GROUPID" val="62cbd1ac67e1b3ac3a1081fd"/>
  <p:tag name="KSO_WM_CHIP_XID" val="62cbd1fe67e1b3ac3a1085c2"/>
  <p:tag name="KSO_WM_UNIT_DEC_AREA_ID" val="b5c1fd351aa64c778d41aee45e8d8f73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8f85f693e8614daea2170939d733c8c2"/>
</p:tagLst>
</file>

<file path=ppt/tags/tag2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23128_1*i*1"/>
  <p:tag name="KSO_WM_TEMPLATE_CATEGORY" val="custom"/>
  <p:tag name="KSO_WM_TEMPLATE_INDEX" val="20223128"/>
  <p:tag name="KSO_WM_UNIT_LAYERLEVEL" val="1"/>
  <p:tag name="KSO_WM_TAG_VERSION" val="1.0"/>
  <p:tag name="KSO_WM_BEAUTIFY_FLAG" val="#wm#"/>
  <p:tag name="KSO_WM_UNIT_BLOCK" val="0"/>
  <p:tag name="KSO_WM_UNIT_SM_LIMIT_TYPE" val="3"/>
  <p:tag name="KSO_WM_UNIT_DEC_AREA_ID" val="7f7579fb10064b37834e467340feee0c"/>
  <p:tag name="KSO_WM_UNIT_DECORATE_INFO" val="{&quot;DecorateInfoH&quot;:{&quot;IsAbs&quot;:true},&quot;DecorateInfoW&quot;:{&quot;IsAbs&quot;:false},&quot;DecorateInfoX&quot;:{&quot;IsAbs&quot;:true,&quot;Pos&quot;:1},&quot;DecorateInfoY&quot;:{&quot;IsAbs&quot;:true,&quot;Pos&quot;:0},&quot;ReferentInfo&quot;:{&quot;Id&quot;:&quot;86f8dd24a9434821b6b3aad043261118&quot;,&quot;X&quot;:{&quot;Pos&quot;:1},&quot;Y&quot;:{&quot;Pos&quot;:2}},&quot;whChangeMode&quot;:0}"/>
  <p:tag name="KSO_WM_CHIP_GROUPID" val="6184fb2204b8904ebc644da0"/>
  <p:tag name="KSO_WM_CHIP_XID" val="6184fb2204b8904ebc644d9d"/>
  <p:tag name="KSO_WM_CHIP_FILLAREA_FILL_RULE" val="{&quot;fill_align&quot;:&quot;cm&quot;,&quot;fill_mode&quot;:&quot;adaptive&quot;,&quot;sacle_strategy&quot;:&quot;smart&quot;}"/>
  <p:tag name="KSO_WM_UNIT_DEC_SUPPORTCHANGEPIC" val="0"/>
  <p:tag name="KSO_WM_UNIT_DEC_CHANGEPICRESERVED" val="0"/>
  <p:tag name="KSO_WM_ASSEMBLE_CHIP_INDEX" val="e37540552a424fa7855761727fee0478"/>
  <p:tag name="KSO_WM_UNIT_LINE_FORE_SCHEMECOLOR_INDEX_BRIGHTNESS" val="0"/>
  <p:tag name="KSO_WM_UNIT_LINE_FORE_SCHEMECOLOR_INDEX" val="5"/>
  <p:tag name="KSO_WM_UNIT_LINE_FILL_TYPE" val="2"/>
  <p:tag name="KSO_WM_TEMPLATE_ASSEMBLE_XID" val="62ccdb427bdb9f75177e693c"/>
  <p:tag name="KSO_WM_TEMPLATE_ASSEMBLE_GROUPID" val="62cbd1ac67e1b3ac3a1081fd"/>
</p:tagLst>
</file>

<file path=ppt/tags/tag2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3128_1*a*1"/>
  <p:tag name="KSO_WM_TEMPLATE_CATEGORY" val="custom"/>
  <p:tag name="KSO_WM_TEMPLATE_INDEX" val="20223128"/>
  <p:tag name="KSO_WM_UNIT_LAYERLEVEL" val="1"/>
  <p:tag name="KSO_WM_TAG_VERSION" val="1.0"/>
  <p:tag name="KSO_WM_BEAUTIFY_FLAG" val="#wm#"/>
  <p:tag name="KSO_WM_UNIT_DEFAULT_FONT" val="44;48;2"/>
  <p:tag name="KSO_WM_UNIT_BLOCK" val="0"/>
  <p:tag name="KSO_WM_UNIT_DEC_AREA_ID" val="c70e0729c0bd4077a4a51c4f7cc55d2d"/>
  <p:tag name="KSO_WM_CHIP_GROUPID" val="6184fb2204b8904ebc644da0"/>
  <p:tag name="KSO_WM_CHIP_XID" val="6184fb2204b8904ebc644d9d"/>
  <p:tag name="KSO_WM_CHIP_FILLAREA_FILL_RULE" val="{&quot;fill_align&quot;:&quot;cm&quot;,&quot;fill_mode&quot;:&quot;adaptive&quot;,&quot;sacle_strategy&quot;:&quot;smart&quot;}"/>
  <p:tag name="KSO_WM_ASSEMBLE_CHIP_INDEX" val="e37540552a424fa7855761727fee0478"/>
  <p:tag name="KSO_WM_UNIT_TEXT_FILL_FORE_SCHEMECOLOR_INDEX_BRIGHTNESS" val="0.15"/>
  <p:tag name="KSO_WM_UNIT_TEXT_FILL_FORE_SCHEMECOLOR_INDEX" val="13"/>
  <p:tag name="KSO_WM_UNIT_TEXT_FILL_TYPE" val="1"/>
  <p:tag name="KSO_WM_TEMPLATE_ASSEMBLE_XID" val="62ccdb427bdb9f75177e693c"/>
  <p:tag name="KSO_WM_TEMPLATE_ASSEMBLE_GROUPID" val="62cbd1ac67e1b3ac3a1081fd"/>
</p:tagLst>
</file>

<file path=ppt/tags/tag2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副标题"/>
  <p:tag name="KSO_WM_UNIT_NOCLEAR" val="0"/>
  <p:tag name="KSO_WM_UNIT_VALUE" val="25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23128_1*b*1"/>
  <p:tag name="KSO_WM_TEMPLATE_CATEGORY" val="custom"/>
  <p:tag name="KSO_WM_TEMPLATE_INDEX" val="20223128"/>
  <p:tag name="KSO_WM_UNIT_LAYERLEVEL" val="1"/>
  <p:tag name="KSO_WM_TAG_VERSION" val="1.0"/>
  <p:tag name="KSO_WM_BEAUTIFY_FLAG" val="#wm#"/>
  <p:tag name="KSO_WM_UNIT_DEFAULT_FONT" val="14;16;2"/>
  <p:tag name="KSO_WM_UNIT_BLOCK" val="0"/>
  <p:tag name="KSO_WM_UNIT_DEC_AREA_ID" val="86f8dd24a9434821b6b3aad043261118"/>
  <p:tag name="KSO_WM_CHIP_GROUPID" val="6184fb2204b8904ebc644da0"/>
  <p:tag name="KSO_WM_CHIP_XID" val="6184fb2204b8904ebc644d9d"/>
  <p:tag name="KSO_WM_CHIP_FILLAREA_FILL_RULE" val="{&quot;fill_align&quot;:&quot;cm&quot;,&quot;fill_mode&quot;:&quot;adaptive&quot;,&quot;sacle_strategy&quot;:&quot;smart&quot;}"/>
  <p:tag name="KSO_WM_ASSEMBLE_CHIP_INDEX" val="e37540552a424fa7855761727fee0478"/>
  <p:tag name="KSO_WM_UNIT_TEXT_FILL_FORE_SCHEMECOLOR_INDEX_BRIGHTNESS" val="0.15"/>
  <p:tag name="KSO_WM_UNIT_TEXT_FILL_FORE_SCHEMECOLOR_INDEX" val="13"/>
  <p:tag name="KSO_WM_UNIT_TEXT_FILL_TYPE" val="1"/>
  <p:tag name="KSO_WM_TEMPLATE_ASSEMBLE_XID" val="62ccdb427bdb9f75177e693c"/>
  <p:tag name="KSO_WM_TEMPLATE_ASSEMBLE_GROUPID" val="62cbd1ac67e1b3ac3a1081fd"/>
</p:tagLst>
</file>

<file path=ppt/tags/tag27.xml><?xml version="1.0" encoding="utf-8"?>
<p:tagLst xmlns:p="http://schemas.openxmlformats.org/presentationml/2006/main">
  <p:tag name="KSO_WM_UNIT_SUBTYPE" val="a"/>
  <p:tag name="KSO_WM_UNIT_PRESET_TEXT" val="单击此处添加文本具体内容"/>
  <p:tag name="KSO_WM_UNIT_NOCLEAR" val="0"/>
  <p:tag name="KSO_WM_UNIT_VALUE" val="25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23128_1*f*1"/>
  <p:tag name="KSO_WM_TEMPLATE_CATEGORY" val="custom"/>
  <p:tag name="KSO_WM_TEMPLATE_INDEX" val="20223128"/>
  <p:tag name="KSO_WM_UNIT_LAYERLEVEL" val="1"/>
  <p:tag name="KSO_WM_TAG_VERSION" val="1.0"/>
  <p:tag name="KSO_WM_BEAUTIFY_FLAG" val="#wm#"/>
  <p:tag name="KSO_WM_UNIT_DEFAULT_FONT" val="14;16;2"/>
  <p:tag name="KSO_WM_UNIT_BLOCK" val="0"/>
  <p:tag name="KSO_WM_UNIT_DEC_AREA_ID" val="08d477f3ae3c4d69b30eafead9159d5b"/>
  <p:tag name="KSO_WM_CHIP_GROUPID" val="6184fb2204b8904ebc644da0"/>
  <p:tag name="KSO_WM_CHIP_XID" val="6184fb2204b8904ebc644d9d"/>
  <p:tag name="KSO_WM_CHIP_FILLAREA_FILL_RULE" val="{&quot;fill_align&quot;:&quot;cm&quot;,&quot;fill_mode&quot;:&quot;adaptive&quot;,&quot;sacle_strategy&quot;:&quot;smart&quot;}"/>
  <p:tag name="KSO_WM_ASSEMBLE_CHIP_INDEX" val="e37540552a424fa7855761727fee0478"/>
  <p:tag name="KSO_WM_UNIT_TEXT_FILL_FORE_SCHEMECOLOR_INDEX_BRIGHTNESS" val="0.15"/>
  <p:tag name="KSO_WM_UNIT_TEXT_FILL_FORE_SCHEMECOLOR_INDEX" val="13"/>
  <p:tag name="KSO_WM_UNIT_TEXT_FILL_TYPE" val="1"/>
  <p:tag name="KSO_WM_TEMPLATE_ASSEMBLE_XID" val="62ccdb427bdb9f75177e693c"/>
  <p:tag name="KSO_WM_TEMPLATE_ASSEMBLE_GROUPID" val="62cbd1ac67e1b3ac3a1081fd"/>
</p:tagLst>
</file>

<file path=ppt/tags/tag28.xml><?xml version="1.0" encoding="utf-8"?>
<p:tagLst xmlns:p="http://schemas.openxmlformats.org/presentationml/2006/main">
  <p:tag name="KSO_WM_UNIT_SUBTYPE" val="v"/>
  <p:tag name="KSO_WM_TEMPLATE_CATEGORY" val="chip"/>
  <p:tag name="KSO_WM_TEMPLATE_INDEX" val="20223128"/>
  <p:tag name="KSO_WM_UNIT_TYPE" val="i"/>
  <p:tag name="KSO_WM_UNIT_INDEX" val="1"/>
  <p:tag name="KSO_WM_UNIT_ID" val="chip20223128_18*i*1"/>
  <p:tag name="KSO_WM_BEAUTIFY_FLAG" val="#wm#"/>
  <p:tag name="KSO_WM_TAG_VERSION" val="1.0"/>
  <p:tag name="KSO_WM_CHIP_GROUPID" val="62cbd1ac67e1b3ac3a1081fd"/>
  <p:tag name="KSO_WM_CHIP_XID" val="62cbd1fe67e1b3ac3a108682"/>
  <p:tag name="KSO_WM_UNIT_DEC_AREA_ID" val="d53bd22930844892ab96d6b0e238ebe0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5c5d7f820ad849ca9ef101454e22e756"/>
</p:tagLst>
</file>

<file path=ppt/tags/tag29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19*i*1"/>
  <p:tag name="KSO_WM_BEAUTIFY_FLAG" val="#wm#"/>
  <p:tag name="KSO_WM_TAG_VERSION" val="1.0"/>
  <p:tag name="KSO_WM_CHIP_GROUPID" val="62cbd1ac67e1b3ac3a1081fd"/>
  <p:tag name="KSO_WM_CHIP_XID" val="62cbd1fe67e1b3ac3a10865f"/>
  <p:tag name="KSO_WM_UNIT_DEC_AREA_ID" val="1a796e9d8d8344d99968acb27e8cfcf2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afc229a34a34967bdf3ac63f2d6c51d"/>
</p:tagLst>
</file>

<file path=ppt/tags/tag30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20*i*1"/>
  <p:tag name="KSO_WM_BEAUTIFY_FLAG" val="#wm#"/>
  <p:tag name="KSO_WM_TAG_VERSION" val="1.0"/>
  <p:tag name="KSO_WM_CHIP_GROUPID" val="62cbd1ac67e1b3ac3a1081fd"/>
  <p:tag name="KSO_WM_CHIP_XID" val="62cbd1fe67e1b3ac3a10866a"/>
  <p:tag name="KSO_WM_UNIT_DEC_AREA_ID" val="76ac0535050d4b0b8ba841fcf5319076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633c398c7514670859d75b3253623c9"/>
</p:tagLst>
</file>

<file path=ppt/tags/tag3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7.xml><?xml version="1.0" encoding="utf-8"?>
<p:tagLst xmlns:p="http://schemas.openxmlformats.org/presentationml/2006/main">
  <p:tag name="KSO_WM_UNIT_SUBTYPE" val="v"/>
  <p:tag name="KSO_WM_TEMPLATE_CATEGORY" val="chip"/>
  <p:tag name="KSO_WM_TEMPLATE_INDEX" val="20223128"/>
  <p:tag name="KSO_WM_UNIT_TYPE" val="i"/>
  <p:tag name="KSO_WM_UNIT_INDEX" val="1"/>
  <p:tag name="KSO_WM_UNIT_ID" val="chip20223128_18*i*1"/>
  <p:tag name="KSO_WM_BEAUTIFY_FLAG" val="#wm#"/>
  <p:tag name="KSO_WM_TAG_VERSION" val="1.0"/>
  <p:tag name="KSO_WM_CHIP_GROUPID" val="62cbd1ac67e1b3ac3a1081fd"/>
  <p:tag name="KSO_WM_CHIP_XID" val="62cbd1fe67e1b3ac3a108682"/>
  <p:tag name="KSO_WM_UNIT_DEC_AREA_ID" val="d53bd22930844892ab96d6b0e238ebe0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5c5d7f820ad849ca9ef101454e22e756"/>
</p:tagLst>
</file>

<file path=ppt/tags/tag38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19*i*1"/>
  <p:tag name="KSO_WM_BEAUTIFY_FLAG" val="#wm#"/>
  <p:tag name="KSO_WM_TAG_VERSION" val="1.0"/>
  <p:tag name="KSO_WM_CHIP_GROUPID" val="62cbd1ac67e1b3ac3a1081fd"/>
  <p:tag name="KSO_WM_CHIP_XID" val="62cbd1fe67e1b3ac3a10865f"/>
  <p:tag name="KSO_WM_UNIT_DEC_AREA_ID" val="1a796e9d8d8344d99968acb27e8cfcf2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afc229a34a34967bdf3ac63f2d6c51d"/>
</p:tagLst>
</file>

<file path=ppt/tags/tag39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20*i*1"/>
  <p:tag name="KSO_WM_BEAUTIFY_FLAG" val="#wm#"/>
  <p:tag name="KSO_WM_TAG_VERSION" val="1.0"/>
  <p:tag name="KSO_WM_CHIP_GROUPID" val="62cbd1ac67e1b3ac3a1081fd"/>
  <p:tag name="KSO_WM_CHIP_XID" val="62cbd1fe67e1b3ac3a10866a"/>
  <p:tag name="KSO_WM_UNIT_DEC_AREA_ID" val="76ac0535050d4b0b8ba841fcf5319076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633c398c7514670859d75b3253623c9"/>
</p:tagLst>
</file>

<file path=ppt/tags/tag4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8.xml><?xml version="1.0" encoding="utf-8"?>
<p:tagLst xmlns:p="http://schemas.openxmlformats.org/presentationml/2006/main">
  <p:tag name="KSO_WM_UNIT_SUBTYPE" val="v"/>
  <p:tag name="KSO_WM_TEMPLATE_CATEGORY" val="chip"/>
  <p:tag name="KSO_WM_TEMPLATE_INDEX" val="20223128"/>
  <p:tag name="KSO_WM_UNIT_TYPE" val="i"/>
  <p:tag name="KSO_WM_UNIT_INDEX" val="1"/>
  <p:tag name="KSO_WM_UNIT_ID" val="chip20223128_6*i*1"/>
  <p:tag name="KSO_WM_BEAUTIFY_FLAG" val="#wm#"/>
  <p:tag name="KSO_WM_TAG_VERSION" val="1.0"/>
  <p:tag name="KSO_WM_CHIP_GROUPID" val="62cbd1ac67e1b3ac3a1081fd"/>
  <p:tag name="KSO_WM_CHIP_XID" val="62cbd1fe67e1b3ac3a1083c7"/>
  <p:tag name="KSO_WM_UNIT_DEC_AREA_ID" val="f0ecd653188648c19365a355a601897b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bb2870c9782f412ba707fd191df02517"/>
</p:tagLst>
</file>

<file path=ppt/tags/tag49.xml><?xml version="1.0" encoding="utf-8"?>
<p:tagLst xmlns:p="http://schemas.openxmlformats.org/presentationml/2006/main">
  <p:tag name="KSO_WM_UNIT_SUBTYPE" val="r"/>
  <p:tag name="KSO_WM_TEMPLATE_CATEGORY" val="chip"/>
  <p:tag name="KSO_WM_TEMPLATE_INDEX" val="20223128"/>
  <p:tag name="KSO_WM_UNIT_TYPE" val="i"/>
  <p:tag name="KSO_WM_UNIT_INDEX" val="1"/>
  <p:tag name="KSO_WM_UNIT_ID" val="chip20223128_7*i*1"/>
  <p:tag name="KSO_WM_BEAUTIFY_FLAG" val="#wm#"/>
  <p:tag name="KSO_WM_TAG_VERSION" val="1.0"/>
  <p:tag name="KSO_WM_CHIP_GROUPID" val="62cbd1ac67e1b3ac3a1081fd"/>
  <p:tag name="KSO_WM_CHIP_XID" val="62cbd1fe67e1b3ac3a10838b"/>
  <p:tag name="KSO_WM_UNIT_DEC_AREA_ID" val="9468493ec312426692cffa7c0c2a7d74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6d4bd541b7364f96b7dc3414ff17725b"/>
</p:tagLst>
</file>

<file path=ppt/tags/tag50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8*i*1"/>
  <p:tag name="KSO_WM_BEAUTIFY_FLAG" val="#wm#"/>
  <p:tag name="KSO_WM_TAG_VERSION" val="1.0"/>
  <p:tag name="KSO_WM_CHIP_GROUPID" val="62cbd1ac67e1b3ac3a1081fd"/>
  <p:tag name="KSO_WM_CHIP_XID" val="62cbd1fe67e1b3ac3a108354"/>
  <p:tag name="KSO_WM_UNIT_DEC_AREA_ID" val="4f1bf6c183484a7da7b4d196e0354c64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7342a3f1ac6049b3a99641de4d497ce0"/>
</p:tagLst>
</file>

<file path=ppt/tags/tag5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8.xml><?xml version="1.0" encoding="utf-8"?>
<p:tagLst xmlns:p="http://schemas.openxmlformats.org/presentationml/2006/main">
  <p:tag name="KSO_WM_UNIT_SUBTYPE" val="v"/>
  <p:tag name="KSO_WM_TEMPLATE_CATEGORY" val="chip"/>
  <p:tag name="KSO_WM_TEMPLATE_INDEX" val="20223128"/>
  <p:tag name="KSO_WM_UNIT_TYPE" val="i"/>
  <p:tag name="KSO_WM_UNIT_INDEX" val="1"/>
  <p:tag name="KSO_WM_UNIT_ID" val="chip20223128_18*i*1"/>
  <p:tag name="KSO_WM_BEAUTIFY_FLAG" val="#wm#"/>
  <p:tag name="KSO_WM_TAG_VERSION" val="1.0"/>
  <p:tag name="KSO_WM_CHIP_GROUPID" val="62cbd1ac67e1b3ac3a1081fd"/>
  <p:tag name="KSO_WM_CHIP_XID" val="62cbd1fe67e1b3ac3a108682"/>
  <p:tag name="KSO_WM_UNIT_DEC_AREA_ID" val="d53bd22930844892ab96d6b0e238ebe0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5c5d7f820ad849ca9ef101454e22e756"/>
</p:tagLst>
</file>

<file path=ppt/tags/tag59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19*i*1"/>
  <p:tag name="KSO_WM_BEAUTIFY_FLAG" val="#wm#"/>
  <p:tag name="KSO_WM_TAG_VERSION" val="1.0"/>
  <p:tag name="KSO_WM_CHIP_GROUPID" val="62cbd1ac67e1b3ac3a1081fd"/>
  <p:tag name="KSO_WM_CHIP_XID" val="62cbd1fe67e1b3ac3a10865f"/>
  <p:tag name="KSO_WM_UNIT_DEC_AREA_ID" val="1a796e9d8d8344d99968acb27e8cfcf2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afc229a34a34967bdf3ac63f2d6c51d"/>
</p:tagLst>
</file>

<file path=ppt/tags/tag60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20*i*1"/>
  <p:tag name="KSO_WM_BEAUTIFY_FLAG" val="#wm#"/>
  <p:tag name="KSO_WM_TAG_VERSION" val="1.0"/>
  <p:tag name="KSO_WM_CHIP_GROUPID" val="62cbd1ac67e1b3ac3a1081fd"/>
  <p:tag name="KSO_WM_CHIP_XID" val="62cbd1fe67e1b3ac3a10866a"/>
  <p:tag name="KSO_WM_UNIT_DEC_AREA_ID" val="76ac0535050d4b0b8ba841fcf5319076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633c398c7514670859d75b3253623c9"/>
</p:tagLst>
</file>

<file path=ppt/tags/tag6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.xml><?xml version="1.0" encoding="utf-8"?>
<p:tagLst xmlns:p="http://schemas.openxmlformats.org/presentationml/2006/main">
  <p:tag name="KSO_WM_UNIT_SUBTYPE" val="v"/>
  <p:tag name="KSO_WM_TEMPLATE_CATEGORY" val="chip"/>
  <p:tag name="KSO_WM_TEMPLATE_INDEX" val="20223128"/>
  <p:tag name="KSO_WM_UNIT_TYPE" val="i"/>
  <p:tag name="KSO_WM_UNIT_INDEX" val="1"/>
  <p:tag name="KSO_WM_UNIT_ID" val="chip20223128_18*i*1"/>
  <p:tag name="KSO_WM_BEAUTIFY_FLAG" val="#wm#"/>
  <p:tag name="KSO_WM_TAG_VERSION" val="1.0"/>
  <p:tag name="KSO_WM_CHIP_GROUPID" val="62cbd1ac67e1b3ac3a1081fd"/>
  <p:tag name="KSO_WM_CHIP_XID" val="62cbd1fe67e1b3ac3a108682"/>
  <p:tag name="KSO_WM_UNIT_DEC_AREA_ID" val="d53bd22930844892ab96d6b0e238ebe0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5c5d7f820ad849ca9ef101454e22e756"/>
</p:tagLst>
</file>

<file path=ppt/tags/tag68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19*i*1"/>
  <p:tag name="KSO_WM_BEAUTIFY_FLAG" val="#wm#"/>
  <p:tag name="KSO_WM_TAG_VERSION" val="1.0"/>
  <p:tag name="KSO_WM_CHIP_GROUPID" val="62cbd1ac67e1b3ac3a1081fd"/>
  <p:tag name="KSO_WM_CHIP_XID" val="62cbd1fe67e1b3ac3a10865f"/>
  <p:tag name="KSO_WM_UNIT_DEC_AREA_ID" val="1a796e9d8d8344d99968acb27e8cfcf2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afc229a34a34967bdf3ac63f2d6c51d"/>
</p:tagLst>
</file>

<file path=ppt/tags/tag69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20*i*1"/>
  <p:tag name="KSO_WM_BEAUTIFY_FLAG" val="#wm#"/>
  <p:tag name="KSO_WM_TAG_VERSION" val="1.0"/>
  <p:tag name="KSO_WM_CHIP_GROUPID" val="62cbd1ac67e1b3ac3a1081fd"/>
  <p:tag name="KSO_WM_CHIP_XID" val="62cbd1fe67e1b3ac3a10866a"/>
  <p:tag name="KSO_WM_UNIT_DEC_AREA_ID" val="76ac0535050d4b0b8ba841fcf5319076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633c398c7514670859d75b3253623c9"/>
</p:tagLst>
</file>

<file path=ppt/tags/tag7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5.xml><?xml version="1.0" encoding="utf-8"?>
<p:tagLst xmlns:p="http://schemas.openxmlformats.org/presentationml/2006/main">
  <p:tag name="KSO_WM_UNIT_SUBTYPE" val="v"/>
  <p:tag name="KSO_WM_TEMPLATE_CATEGORY" val="chip"/>
  <p:tag name="KSO_WM_TEMPLATE_INDEX" val="20223128"/>
  <p:tag name="KSO_WM_UNIT_TYPE" val="i"/>
  <p:tag name="KSO_WM_UNIT_INDEX" val="1"/>
  <p:tag name="KSO_WM_UNIT_ID" val="chip20223128_18*i*1"/>
  <p:tag name="KSO_WM_BEAUTIFY_FLAG" val="#wm#"/>
  <p:tag name="KSO_WM_TAG_VERSION" val="1.0"/>
  <p:tag name="KSO_WM_CHIP_GROUPID" val="62cbd1ac67e1b3ac3a1081fd"/>
  <p:tag name="KSO_WM_CHIP_XID" val="62cbd1fe67e1b3ac3a108682"/>
  <p:tag name="KSO_WM_UNIT_DEC_AREA_ID" val="d53bd22930844892ab96d6b0e238ebe0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5c5d7f820ad849ca9ef101454e22e756"/>
</p:tagLst>
</file>

<file path=ppt/tags/tag76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19*i*1"/>
  <p:tag name="KSO_WM_BEAUTIFY_FLAG" val="#wm#"/>
  <p:tag name="KSO_WM_TAG_VERSION" val="1.0"/>
  <p:tag name="KSO_WM_CHIP_GROUPID" val="62cbd1ac67e1b3ac3a1081fd"/>
  <p:tag name="KSO_WM_CHIP_XID" val="62cbd1fe67e1b3ac3a10865f"/>
  <p:tag name="KSO_WM_UNIT_DEC_AREA_ID" val="1a796e9d8d8344d99968acb27e8cfcf2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afc229a34a34967bdf3ac63f2d6c51d"/>
</p:tagLst>
</file>

<file path=ppt/tags/tag77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20*i*1"/>
  <p:tag name="KSO_WM_BEAUTIFY_FLAG" val="#wm#"/>
  <p:tag name="KSO_WM_TAG_VERSION" val="1.0"/>
  <p:tag name="KSO_WM_CHIP_GROUPID" val="62cbd1ac67e1b3ac3a1081fd"/>
  <p:tag name="KSO_WM_CHIP_XID" val="62cbd1fe67e1b3ac3a10866a"/>
  <p:tag name="KSO_WM_UNIT_DEC_AREA_ID" val="76ac0535050d4b0b8ba841fcf5319076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633c398c7514670859d75b3253623c9"/>
</p:tagLst>
</file>

<file path=ppt/tags/tag7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2.xml><?xml version="1.0" encoding="utf-8"?>
<p:tagLst xmlns:p="http://schemas.openxmlformats.org/presentationml/2006/main">
  <p:tag name="KSO_WM_UNIT_SUBTYPE" val="v"/>
  <p:tag name="KSO_WM_TEMPLATE_CATEGORY" val="chip"/>
  <p:tag name="KSO_WM_TEMPLATE_INDEX" val="20223128"/>
  <p:tag name="KSO_WM_UNIT_TYPE" val="i"/>
  <p:tag name="KSO_WM_UNIT_INDEX" val="1"/>
  <p:tag name="KSO_WM_UNIT_ID" val="chip20223128_10*i*1"/>
  <p:tag name="KSO_WM_BEAUTIFY_FLAG" val="#wm#"/>
  <p:tag name="KSO_WM_TAG_VERSION" val="1.0"/>
  <p:tag name="KSO_WM_CHIP_GROUPID" val="62cbd1ac67e1b3ac3a1081fd"/>
  <p:tag name="KSO_WM_CHIP_XID" val="62cbd1fe67e1b3ac3a1084c0"/>
  <p:tag name="KSO_WM_UNIT_DEC_AREA_ID" val="848a3829ae6e4b988813af420db9a98e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caf5c6e85090424aa07486319f5fbc6c"/>
</p:tagLst>
</file>

<file path=ppt/tags/tag83.xml><?xml version="1.0" encoding="utf-8"?>
<p:tagLst xmlns:p="http://schemas.openxmlformats.org/presentationml/2006/main">
  <p:tag name="KSO_WM_UNIT_SUBTYPE" val="u"/>
  <p:tag name="KSO_WM_TEMPLATE_CATEGORY" val="chip"/>
  <p:tag name="KSO_WM_TEMPLATE_INDEX" val="20223128"/>
  <p:tag name="KSO_WM_UNIT_TYPE" val="i"/>
  <p:tag name="KSO_WM_UNIT_INDEX" val="1"/>
  <p:tag name="KSO_WM_UNIT_ID" val="chip20223128_12*i*1"/>
  <p:tag name="KSO_WM_BEAUTIFY_FLAG" val="#wm#"/>
  <p:tag name="KSO_WM_TAG_VERSION" val="1.0"/>
  <p:tag name="KSO_WM_CHIP_GROUPID" val="62cbd1ac67e1b3ac3a1081fd"/>
  <p:tag name="KSO_WM_CHIP_XID" val="62cbd1fe67e1b3ac3a1084ad"/>
  <p:tag name="KSO_WM_UNIT_DEC_AREA_ID" val="c5e55c0a14394e51adde2b4716cf674d"/>
  <p:tag name="KSO_WM_CHIP_FILLAREA_FILL_RULE" val="{&quot;fill_align&quot;:&quot;r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90857103add448fcb0ae8007a8b30dd0"/>
</p:tagLst>
</file>

<file path=ppt/tags/tag84.xml><?xml version="1.0" encoding="utf-8"?>
<p:tagLst xmlns:p="http://schemas.openxmlformats.org/presentationml/2006/main">
  <p:tag name="KSO_WM_UNIT_SUBTYPE" val="u"/>
  <p:tag name="KSO_WM_TEMPLATE_CATEGORY" val="chip"/>
  <p:tag name="KSO_WM_TEMPLATE_INDEX" val="20223128"/>
  <p:tag name="KSO_WM_UNIT_TYPE" val="i"/>
  <p:tag name="KSO_WM_UNIT_INDEX" val="1"/>
  <p:tag name="KSO_WM_UNIT_ID" val="chip20223128_11*i*1"/>
  <p:tag name="KSO_WM_BEAUTIFY_FLAG" val="#wm#"/>
  <p:tag name="KSO_WM_TAG_VERSION" val="1.0"/>
  <p:tag name="KSO_WM_CHIP_GROUPID" val="62cbd1ac67e1b3ac3a1081fd"/>
  <p:tag name="KSO_WM_CHIP_XID" val="62cbd1fe67e1b3ac3a10848e"/>
  <p:tag name="KSO_WM_UNIT_DEC_AREA_ID" val="c4c72a6398f64cd19b49161ae28ed6bb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32137bddf90b4da99cb5ed202dc028d1"/>
</p:tagLst>
</file>

<file path=ppt/tags/tag8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8.xml><?xml version="1.0" encoding="utf-8"?>
<p:tagLst xmlns:p="http://schemas.openxmlformats.org/presentationml/2006/main">
  <p:tag name="KSO_WM_UNIT_DEFAULT_FONT" val="66;74;2"/>
  <p:tag name="KSO_WM_UNIT_BLOCK" val="0"/>
  <p:tag name="KSO_WM_UNIT_DEC_AREA_ID" val="155f09631e6f48d3b173886dbf66bcb8"/>
  <p:tag name="KSO_WM_UNIT_ISCONTENTSTITLE" val="0"/>
  <p:tag name="KSO_WM_UNIT_ISNUMDGMTITLE" val="0"/>
  <p:tag name="KSO_WM_UNIT_PRESET_TEXT" val="感谢各位的观看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3128_1*a*1"/>
  <p:tag name="KSO_WM_TEMPLATE_CATEGORY" val="custom"/>
  <p:tag name="KSO_WM_TEMPLATE_INDEX" val="20223128"/>
  <p:tag name="KSO_WM_UNIT_LAYERLEVEL" val="1"/>
  <p:tag name="KSO_WM_TAG_VERSION" val="1.0"/>
  <p:tag name="KSO_WM_BEAUTIFY_FLAG" val="#wm#"/>
  <p:tag name="KSO_WM_CHIP_GROUPID" val="624cf5358c72ca61f790a24e"/>
  <p:tag name="KSO_WM_CHIP_XID" val="624cf5358c72ca61f790a24d"/>
  <p:tag name="KSO_WM_CHIP_FILLAREA_FILL_RULE" val="{&quot;fill_align&quot;:&quot;lm&quot;,&quot;fill_mode&quot;:&quot;adaptive&quot;,&quot;sacle_strategy&quot;:&quot;smart&quot;}"/>
  <p:tag name="KSO_WM_ASSEMBLE_CHIP_INDEX" val="5c527ccf2f7e4f09a535bced40be02df"/>
  <p:tag name="KSO_WM_UNIT_TEXT_FILL_FORE_SCHEMECOLOR_INDEX_BRIGHTNESS" val="0.15"/>
  <p:tag name="KSO_WM_UNIT_TEXT_FILL_FORE_SCHEMECOLOR_INDEX" val="13"/>
  <p:tag name="KSO_WM_UNIT_TEXT_FILL_TYPE" val="1"/>
  <p:tag name="KSO_WM_TEMPLATE_ASSEMBLE_XID" val="62ccdb437bdb9f75177e6a43"/>
  <p:tag name="KSO_WM_TEMPLATE_ASSEMBLE_GROUPID" val="62cbd1ac67e1b3ac3a1081fd"/>
</p:tagLst>
</file>

<file path=ppt/tags/tag89.xml><?xml version="1.0" encoding="utf-8"?>
<p:tagLst xmlns:p="http://schemas.openxmlformats.org/presentationml/2006/main">
  <p:tag name="KSO_WM_UNIT_DEFAULT_FONT" val="16;18;2"/>
  <p:tag name="KSO_WM_UNIT_BLOCK" val="0"/>
  <p:tag name="KSO_WM_UNIT_DEC_AREA_ID" val="e9cbfa1833cb44a881ecedd37ae51aca"/>
  <p:tag name="KSO_WM_UNIT_SUBTYPE" val="a"/>
  <p:tag name="KSO_WM_UNIT_PRESET_TEXT" val="点击此处添加正文，文字是您思想的提炼，为了演示发布的良好效果，请言简意赅地阐述您的观点。"/>
  <p:tag name="KSO_WM_UNIT_NOCLEAR" val="0"/>
  <p:tag name="KSO_WM_UNIT_VALUE" val="6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23128_1*f*1"/>
  <p:tag name="KSO_WM_TEMPLATE_CATEGORY" val="custom"/>
  <p:tag name="KSO_WM_TEMPLATE_INDEX" val="20223128"/>
  <p:tag name="KSO_WM_UNIT_LAYERLEVEL" val="1"/>
  <p:tag name="KSO_WM_TAG_VERSION" val="1.0"/>
  <p:tag name="KSO_WM_BEAUTIFY_FLAG" val="#wm#"/>
  <p:tag name="KSO_WM_CHIP_GROUPID" val="624cf5358c72ca61f790a24e"/>
  <p:tag name="KSO_WM_CHIP_XID" val="624cf5358c72ca61f790a24d"/>
  <p:tag name="KSO_WM_CHIP_FILLAREA_FILL_RULE" val="{&quot;fill_align&quot;:&quot;lm&quot;,&quot;fill_mode&quot;:&quot;adaptive&quot;,&quot;sacle_strategy&quot;:&quot;smart&quot;}"/>
  <p:tag name="KSO_WM_ASSEMBLE_CHIP_INDEX" val="5c527ccf2f7e4f09a535bced40be02df"/>
  <p:tag name="KSO_WM_UNIT_TEXT_FILL_FORE_SCHEMECOLOR_INDEX_BRIGHTNESS" val="0.15"/>
  <p:tag name="KSO_WM_UNIT_TEXT_FILL_FORE_SCHEMECOLOR_INDEX" val="13"/>
  <p:tag name="KSO_WM_UNIT_TEXT_FILL_TYPE" val="1"/>
  <p:tag name="KSO_WM_TEMPLATE_ASSEMBLE_XID" val="62ccdb437bdb9f75177e6a43"/>
  <p:tag name="KSO_WM_TEMPLATE_ASSEMBLE_GROUPID" val="62cbd1ac67e1b3ac3a1081fd"/>
</p:tagLst>
</file>

<file path=ppt/tags/tag90.xml><?xml version="1.0" encoding="utf-8"?>
<p:tagLst xmlns:p="http://schemas.openxmlformats.org/presentationml/2006/main">
  <p:tag name="KSO_WM_UNIT_DEFAULT_FONT" val="20;22;2"/>
  <p:tag name="KSO_WM_UNIT_BLOCK" val="0"/>
  <p:tag name="KSO_WM_UNIT_DEC_AREA_ID" val="0251dc3893c443569a1081b2d7511623"/>
  <p:tag name="KSO_WM_UNIT_ISCONTENTSTITLE" val="0"/>
  <p:tag name="KSO_WM_UNIT_ISNUMDGMTITLE" val="0"/>
  <p:tag name="KSO_WM_UNIT_PRESET_TEXT" val="单击此处添加副标题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23128_1*b*1"/>
  <p:tag name="KSO_WM_TEMPLATE_CATEGORY" val="custom"/>
  <p:tag name="KSO_WM_TEMPLATE_INDEX" val="20223128"/>
  <p:tag name="KSO_WM_UNIT_LAYERLEVEL" val="1"/>
  <p:tag name="KSO_WM_TAG_VERSION" val="1.0"/>
  <p:tag name="KSO_WM_BEAUTIFY_FLAG" val="#wm#"/>
  <p:tag name="KSO_WM_CHIP_GROUPID" val="624cf5358c72ca61f790a24e"/>
  <p:tag name="KSO_WM_CHIP_XID" val="624cf5358c72ca61f790a24d"/>
  <p:tag name="KSO_WM_CHIP_FILLAREA_FILL_RULE" val="{&quot;fill_align&quot;:&quot;lm&quot;,&quot;fill_mode&quot;:&quot;adaptive&quot;,&quot;sacle_strategy&quot;:&quot;smart&quot;}"/>
  <p:tag name="KSO_WM_ASSEMBLE_CHIP_INDEX" val="5c527ccf2f7e4f09a535bced40be02df"/>
  <p:tag name="KSO_WM_UNIT_TEXT_FILL_FORE_SCHEMECOLOR_INDEX_BRIGHTNESS" val="0.15"/>
  <p:tag name="KSO_WM_UNIT_TEXT_FILL_FORE_SCHEMECOLOR_INDEX" val="13"/>
  <p:tag name="KSO_WM_UNIT_TEXT_FILL_TYPE" val="1"/>
  <p:tag name="KSO_WM_TEMPLATE_ASSEMBLE_XID" val="62ccdb437bdb9f75177e6a43"/>
  <p:tag name="KSO_WM_TEMPLATE_ASSEMBLE_GROUPID" val="62cbd1ac67e1b3ac3a1081fd"/>
</p:tagLst>
</file>

<file path=ppt/tags/tag91.xml><?xml version="1.0" encoding="utf-8"?>
<p:tagLst xmlns:p="http://schemas.openxmlformats.org/presentationml/2006/main">
  <p:tag name="KSO_WM_UNIT_SUBTYPE" val="v"/>
  <p:tag name="KSO_WM_TEMPLATE_CATEGORY" val="chip"/>
  <p:tag name="KSO_WM_TEMPLATE_INDEX" val="20223128"/>
  <p:tag name="KSO_WM_UNIT_TYPE" val="i"/>
  <p:tag name="KSO_WM_UNIT_INDEX" val="1"/>
  <p:tag name="KSO_WM_UNIT_ID" val="chip20223128_18*i*1"/>
  <p:tag name="KSO_WM_BEAUTIFY_FLAG" val="#wm#"/>
  <p:tag name="KSO_WM_TAG_VERSION" val="1.0"/>
  <p:tag name="KSO_WM_CHIP_GROUPID" val="62cbd1ac67e1b3ac3a1081fd"/>
  <p:tag name="KSO_WM_CHIP_XID" val="62cbd1fe67e1b3ac3a108682"/>
  <p:tag name="KSO_WM_UNIT_DEC_AREA_ID" val="d53bd22930844892ab96d6b0e238ebe0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5c5d7f820ad849ca9ef101454e22e756"/>
  <p:tag name="KSO_WM_SLIDE_BACKGROUND_TYPE" val="general"/>
</p:tagLst>
</file>

<file path=ppt/tags/tag92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19*i*1"/>
  <p:tag name="KSO_WM_BEAUTIFY_FLAG" val="#wm#"/>
  <p:tag name="KSO_WM_TAG_VERSION" val="1.0"/>
  <p:tag name="KSO_WM_CHIP_GROUPID" val="62cbd1ac67e1b3ac3a1081fd"/>
  <p:tag name="KSO_WM_CHIP_XID" val="62cbd1fe67e1b3ac3a10865f"/>
  <p:tag name="KSO_WM_UNIT_DEC_AREA_ID" val="1a796e9d8d8344d99968acb27e8cfcf2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afc229a34a34967bdf3ac63f2d6c51d"/>
  <p:tag name="KSO_WM_SLIDE_BACKGROUND_TYPE" val="general"/>
</p:tagLst>
</file>

<file path=ppt/tags/tag93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20*i*1"/>
  <p:tag name="KSO_WM_BEAUTIFY_FLAG" val="#wm#"/>
  <p:tag name="KSO_WM_TAG_VERSION" val="1.0"/>
  <p:tag name="KSO_WM_CHIP_GROUPID" val="62cbd1ac67e1b3ac3a1081fd"/>
  <p:tag name="KSO_WM_CHIP_XID" val="62cbd1fe67e1b3ac3a10866a"/>
  <p:tag name="KSO_WM_UNIT_DEC_AREA_ID" val="76ac0535050d4b0b8ba841fcf5319076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633c398c7514670859d75b3253623c9"/>
  <p:tag name="KSO_WM_SLIDE_BACKGROUND_TYPE" val="general"/>
</p:tagLst>
</file>

<file path=ppt/tags/tag94.xml><?xml version="1.0" encoding="utf-8"?>
<p:tagLst xmlns:p="http://schemas.openxmlformats.org/presentationml/2006/main">
  <p:tag name="KSO_WM_SLIDE_BACKGROUND_TYPE" val="general"/>
  <p:tag name="KSO_WM_UNIT_TEXT_FILL_FORE_SCHEMECOLOR_INDEX_BRIGHTNESS" val="0"/>
  <p:tag name="KSO_WM_UNIT_TEXT_FILL_FORE_SCHEMECOLOR_INDEX" val="13"/>
  <p:tag name="KSO_WM_UNIT_TEXT_FILL_TYPE" val="1"/>
</p:tagLst>
</file>

<file path=ppt/tags/tag95.xml><?xml version="1.0" encoding="utf-8"?>
<p:tagLst xmlns:p="http://schemas.openxmlformats.org/presentationml/2006/main">
  <p:tag name="KSO_WM_SLIDE_BACKGROUND_TYPE" val="general"/>
  <p:tag name="KSO_WM_UNIT_TEXT_FILL_FORE_SCHEMECOLOR_INDEX_BRIGHTNESS" val="0"/>
  <p:tag name="KSO_WM_UNIT_TEXT_FILL_FORE_SCHEMECOLOR_INDEX" val="13"/>
  <p:tag name="KSO_WM_UNIT_TEXT_FILL_TYPE" val="1"/>
</p:tagLst>
</file>

<file path=ppt/tags/tag96.xml><?xml version="1.0" encoding="utf-8"?>
<p:tagLst xmlns:p="http://schemas.openxmlformats.org/presentationml/2006/main">
  <p:tag name="KSO_WM_SLIDE_BACKGROUND_TYPE" val="general"/>
  <p:tag name="KSO_WM_UNIT_TEXT_FILL_FORE_SCHEMECOLOR_INDEX_BRIGHTNESS" val="0"/>
  <p:tag name="KSO_WM_UNIT_TEXT_FILL_FORE_SCHEMECOLOR_INDEX" val="13"/>
  <p:tag name="KSO_WM_UNIT_TEXT_FILL_TYPE" val="1"/>
</p:tagLst>
</file>

<file path=ppt/tags/tag97.xml><?xml version="1.0" encoding="utf-8"?>
<p:tagLst xmlns:p="http://schemas.openxmlformats.org/presentationml/2006/main">
  <p:tag name="KSO_WM_SLIDE_BACKGROUND_TYPE" val="general"/>
  <p:tag name="KSO_WM_UNIT_TEXT_FILL_FORE_SCHEMECOLOR_INDEX_BRIGHTNESS" val="0"/>
  <p:tag name="KSO_WM_UNIT_TEXT_FILL_FORE_SCHEMECOLOR_INDEX" val="13"/>
  <p:tag name="KSO_WM_UNIT_TEXT_FILL_TYPE" val="1"/>
</p:tagLst>
</file>

<file path=ppt/tags/tag98.xml><?xml version="1.0" encoding="utf-8"?>
<p:tagLst xmlns:p="http://schemas.openxmlformats.org/presentationml/2006/main">
  <p:tag name="KSO_WM_UNIT_SUBTYPE" val="v"/>
  <p:tag name="KSO_WM_TEMPLATE_CATEGORY" val="chip"/>
  <p:tag name="KSO_WM_TEMPLATE_INDEX" val="20223128"/>
  <p:tag name="KSO_WM_UNIT_TYPE" val="i"/>
  <p:tag name="KSO_WM_UNIT_INDEX" val="1"/>
  <p:tag name="KSO_WM_UNIT_ID" val="chip20223128_18*i*1"/>
  <p:tag name="KSO_WM_BEAUTIFY_FLAG" val="#wm#"/>
  <p:tag name="KSO_WM_TAG_VERSION" val="1.0"/>
  <p:tag name="KSO_WM_CHIP_GROUPID" val="62cbd1ac67e1b3ac3a1081fd"/>
  <p:tag name="KSO_WM_CHIP_XID" val="62cbd1fe67e1b3ac3a108682"/>
  <p:tag name="KSO_WM_UNIT_DEC_AREA_ID" val="5b5df3b39ae34bdda567089da6e86069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64b0fa39e76642f78eaf9522751b5520"/>
  <p:tag name="KSO_WM_SLIDE_BACKGROUND_TYPE" val="frame"/>
</p:tagLst>
</file>

<file path=ppt/tags/tag99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19*i*1"/>
  <p:tag name="KSO_WM_BEAUTIFY_FLAG" val="#wm#"/>
  <p:tag name="KSO_WM_TAG_VERSION" val="1.0"/>
  <p:tag name="KSO_WM_CHIP_GROUPID" val="62cbd1ac67e1b3ac3a1081fd"/>
  <p:tag name="KSO_WM_CHIP_XID" val="62cbd1fe67e1b3ac3a10865f"/>
  <p:tag name="KSO_WM_UNIT_DEC_AREA_ID" val="ef8acb934f4c4a6a940fd7e3f973a1b5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5313e5f15bf4de8b4bc017dc22b190f"/>
  <p:tag name="KSO_WM_SLIDE_BACKGROUND_TYPE" val="frame"/>
</p:tagLst>
</file>

<file path=ppt/tags/tag100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20*i*1"/>
  <p:tag name="KSO_WM_BEAUTIFY_FLAG" val="#wm#"/>
  <p:tag name="KSO_WM_TAG_VERSION" val="1.0"/>
  <p:tag name="KSO_WM_CHIP_GROUPID" val="62cbd1ac67e1b3ac3a1081fd"/>
  <p:tag name="KSO_WM_CHIP_XID" val="62cbd1fe67e1b3ac3a10866a"/>
  <p:tag name="KSO_WM_UNIT_DEC_AREA_ID" val="90d6ebae5ea9403fbef1f761a0331546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71de5c7f4ca34dd781d8cd1707016dcf"/>
  <p:tag name="KSO_WM_SLIDE_BACKGROUND_TYPE" val="frame"/>
</p:tagLst>
</file>

<file path=ppt/tags/tag10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531_2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  <p:tag name="KSO_WM_TEMPLATE_CATEGORY" val="bg"/>
  <p:tag name="KSO_WM_TEMPLATE_INDEX" val="20220531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1837939a6a891b1f9db0673"/>
  <p:tag name="KSO_WM_CHIP_XID" val="618b877418adb49c6c1f2b44"/>
</p:tagLst>
</file>

<file path=ppt/tags/tag102.xml><?xml version="1.0" encoding="utf-8"?>
<p:tagLst xmlns:p="http://schemas.openxmlformats.org/presentationml/2006/main">
  <p:tag name="KSO_WM_SLIDE_BACKGROUND_TYPE" val="frame"/>
  <p:tag name="KSO_WM_UNIT_TEXT_FILL_FORE_SCHEMECOLOR_INDEX_BRIGHTNESS" val="0"/>
  <p:tag name="KSO_WM_UNIT_TEXT_FILL_FORE_SCHEMECOLOR_INDEX" val="13"/>
  <p:tag name="KSO_WM_UNIT_TEXT_FILL_TYPE" val="1"/>
</p:tagLst>
</file>

<file path=ppt/tags/tag103.xml><?xml version="1.0" encoding="utf-8"?>
<p:tagLst xmlns:p="http://schemas.openxmlformats.org/presentationml/2006/main">
  <p:tag name="KSO_WM_SLIDE_BACKGROUND_TYPE" val="frame"/>
  <p:tag name="KSO_WM_UNIT_TEXT_FILL_FORE_SCHEMECOLOR_INDEX_BRIGHTNESS" val="0"/>
  <p:tag name="KSO_WM_UNIT_TEXT_FILL_FORE_SCHEMECOLOR_INDEX" val="13"/>
  <p:tag name="KSO_WM_UNIT_TEXT_FILL_TYPE" val="1"/>
</p:tagLst>
</file>

<file path=ppt/tags/tag104.xml><?xml version="1.0" encoding="utf-8"?>
<p:tagLst xmlns:p="http://schemas.openxmlformats.org/presentationml/2006/main">
  <p:tag name="KSO_WM_SLIDE_BACKGROUND_TYPE" val="frame"/>
  <p:tag name="KSO_WM_UNIT_TEXT_FILL_FORE_SCHEMECOLOR_INDEX_BRIGHTNESS" val="0"/>
  <p:tag name="KSO_WM_UNIT_TEXT_FILL_FORE_SCHEMECOLOR_INDEX" val="13"/>
  <p:tag name="KSO_WM_UNIT_TEXT_FILL_TYPE" val="1"/>
</p:tagLst>
</file>

<file path=ppt/tags/tag105.xml><?xml version="1.0" encoding="utf-8"?>
<p:tagLst xmlns:p="http://schemas.openxmlformats.org/presentationml/2006/main">
  <p:tag name="KSO_WM_SLIDE_BACKGROUND_TYPE" val="frame"/>
  <p:tag name="KSO_WM_UNIT_TEXT_FILL_FORE_SCHEMECOLOR_INDEX_BRIGHTNESS" val="0"/>
  <p:tag name="KSO_WM_UNIT_TEXT_FILL_FORE_SCHEMECOLOR_INDEX" val="13"/>
  <p:tag name="KSO_WM_UNIT_TEXT_FILL_TYPE" val="1"/>
</p:tagLst>
</file>

<file path=ppt/tags/tag106.xml><?xml version="1.0" encoding="utf-8"?>
<p:tagLst xmlns:p="http://schemas.openxmlformats.org/presentationml/2006/main">
  <p:tag name="KSO_WM_SLIDE_BACKGROUND_TYPE" val="frame"/>
  <p:tag name="KSO_WM_UNIT_TEXT_FILL_FORE_SCHEMECOLOR_INDEX_BRIGHTNESS" val="0"/>
  <p:tag name="KSO_WM_UNIT_TEXT_FILL_FORE_SCHEMECOLOR_INDEX" val="13"/>
  <p:tag name="KSO_WM_UNIT_TEXT_FILL_TYPE" val="1"/>
</p:tagLst>
</file>

<file path=ppt/tags/tag107.xml><?xml version="1.0" encoding="utf-8"?>
<p:tagLst xmlns:p="http://schemas.openxmlformats.org/presentationml/2006/main">
  <p:tag name="KSO_WM_UNIT_SUBTYPE" val="v"/>
  <p:tag name="KSO_WM_TEMPLATE_CATEGORY" val="chip"/>
  <p:tag name="KSO_WM_TEMPLATE_INDEX" val="20223128"/>
  <p:tag name="KSO_WM_UNIT_TYPE" val="i"/>
  <p:tag name="KSO_WM_UNIT_INDEX" val="1"/>
  <p:tag name="KSO_WM_UNIT_ID" val="chip20223128_18*i*1"/>
  <p:tag name="KSO_WM_BEAUTIFY_FLAG" val="#wm#"/>
  <p:tag name="KSO_WM_TAG_VERSION" val="1.0"/>
  <p:tag name="KSO_WM_CHIP_GROUPID" val="62cbd1ac67e1b3ac3a1081fd"/>
  <p:tag name="KSO_WM_CHIP_XID" val="62cbd1fe67e1b3ac3a108682"/>
  <p:tag name="KSO_WM_UNIT_DEC_AREA_ID" val="f004f0876b204bc4a21761b5527fa9df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ad9fb7d0724a42929dc23ee37879e906"/>
  <p:tag name="KSO_WM_SLIDE_BACKGROUND_TYPE" val="leftRight"/>
</p:tagLst>
</file>

<file path=ppt/tags/tag10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531_3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531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1837939a6a891b1f9db0673"/>
  <p:tag name="KSO_WM_CHIP_XID" val="618b877418adb49c6c1f2b45"/>
</p:tagLst>
</file>

<file path=ppt/tags/tag109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20*i*1"/>
  <p:tag name="KSO_WM_BEAUTIFY_FLAG" val="#wm#"/>
  <p:tag name="KSO_WM_TAG_VERSION" val="1.0"/>
  <p:tag name="KSO_WM_CHIP_GROUPID" val="62cbd1ac67e1b3ac3a1081fd"/>
  <p:tag name="KSO_WM_CHIP_XID" val="62cbd1fe67e1b3ac3a10866a"/>
  <p:tag name="KSO_WM_UNIT_DEC_AREA_ID" val="e6f0eff224924f55940dbc6f6a5113bd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1bc1029a11824c42b683b6b3134cef9a"/>
  <p:tag name="KSO_WM_SLIDE_BACKGROUND_TYPE" val="leftRight"/>
</p:tagLst>
</file>

<file path=ppt/tags/tag110.xml><?xml version="1.0" encoding="utf-8"?>
<p:tagLst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11.xml><?xml version="1.0" encoding="utf-8"?>
<p:tagLst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12.xml><?xml version="1.0" encoding="utf-8"?>
<p:tagLst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13.xml><?xml version="1.0" encoding="utf-8"?>
<p:tagLst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14.xml><?xml version="1.0" encoding="utf-8"?>
<p:tagLst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15.xml><?xml version="1.0" encoding="utf-8"?>
<p:tagLst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16.xml><?xml version="1.0" encoding="utf-8"?>
<p:tagLst xmlns:p="http://schemas.openxmlformats.org/presentationml/2006/main">
  <p:tag name="KSO_WM_UNIT_SUBTYPE" val="v"/>
  <p:tag name="KSO_WM_TEMPLATE_CATEGORY" val="chip"/>
  <p:tag name="KSO_WM_TEMPLATE_INDEX" val="20223128"/>
  <p:tag name="KSO_WM_UNIT_TYPE" val="i"/>
  <p:tag name="KSO_WM_UNIT_INDEX" val="1"/>
  <p:tag name="KSO_WM_UNIT_ID" val="chip20223128_18*i*1"/>
  <p:tag name="KSO_WM_BEAUTIFY_FLAG" val="#wm#"/>
  <p:tag name="KSO_WM_TAG_VERSION" val="1.0"/>
  <p:tag name="KSO_WM_CHIP_GROUPID" val="62cbd1ac67e1b3ac3a1081fd"/>
  <p:tag name="KSO_WM_CHIP_XID" val="62cbd1fe67e1b3ac3a108682"/>
  <p:tag name="KSO_WM_UNIT_DEC_AREA_ID" val="e417bae87a57427cbbbfca6dc32286c7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0d917cab7eaa49edb7e86b50ce51d2fa"/>
  <p:tag name="KSO_WM_SLIDE_BACKGROUND_TYPE" val="topBottom"/>
</p:tagLst>
</file>

<file path=ppt/tags/tag11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531_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531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1837939a6a891b1f9db0673"/>
  <p:tag name="KSO_WM_CHIP_XID" val="618b877418adb49c6c1f2b46"/>
</p:tagLst>
</file>

<file path=ppt/tags/tag118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20*i*1"/>
  <p:tag name="KSO_WM_BEAUTIFY_FLAG" val="#wm#"/>
  <p:tag name="KSO_WM_TAG_VERSION" val="1.0"/>
  <p:tag name="KSO_WM_CHIP_GROUPID" val="62cbd1ac67e1b3ac3a1081fd"/>
  <p:tag name="KSO_WM_CHIP_XID" val="62cbd1fe67e1b3ac3a10866a"/>
  <p:tag name="KSO_WM_UNIT_DEC_AREA_ID" val="5e5bec70fe584d05afd0df8c159efd7d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5a3aebbe785043f88ac5876af62893fa"/>
  <p:tag name="KSO_WM_SLIDE_BACKGROUND_TYPE" val="topBottom"/>
</p:tagLst>
</file>

<file path=ppt/tags/tag119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19*i*1"/>
  <p:tag name="KSO_WM_BEAUTIFY_FLAG" val="#wm#"/>
  <p:tag name="KSO_WM_TAG_VERSION" val="1.0"/>
  <p:tag name="KSO_WM_CHIP_GROUPID" val="62cbd1ac67e1b3ac3a1081fd"/>
  <p:tag name="KSO_WM_CHIP_XID" val="62cbd1fe67e1b3ac3a10865f"/>
  <p:tag name="KSO_WM_UNIT_DEC_AREA_ID" val="6e0fde306977485c82002b12db163017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b1621e8b86f3433195631ff880eee70c"/>
  <p:tag name="KSO_WM_SLIDE_BACKGROUND_TYPE" val="topBottom"/>
</p:tagLst>
</file>

<file path=ppt/tags/tag120.xml><?xml version="1.0" encoding="utf-8"?>
<p:tagLst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21.xml><?xml version="1.0" encoding="utf-8"?>
<p:tagLst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22.xml><?xml version="1.0" encoding="utf-8"?>
<p:tagLst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23.xml><?xml version="1.0" encoding="utf-8"?>
<p:tagLst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24.xml><?xml version="1.0" encoding="utf-8"?>
<p:tagLst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25.xml><?xml version="1.0" encoding="utf-8"?>
<p:tagLst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26.xml><?xml version="1.0" encoding="utf-8"?>
<p:tagLst xmlns:p="http://schemas.openxmlformats.org/presentationml/2006/main">
  <p:tag name="KSO_WM_UNIT_SUBTYPE" val="v"/>
  <p:tag name="KSO_WM_TEMPLATE_CATEGORY" val="chip"/>
  <p:tag name="KSO_WM_TEMPLATE_INDEX" val="20223128"/>
  <p:tag name="KSO_WM_UNIT_TYPE" val="i"/>
  <p:tag name="KSO_WM_UNIT_INDEX" val="1"/>
  <p:tag name="KSO_WM_UNIT_ID" val="chip20223128_18*i*1"/>
  <p:tag name="KSO_WM_BEAUTIFY_FLAG" val="#wm#"/>
  <p:tag name="KSO_WM_TAG_VERSION" val="1.0"/>
  <p:tag name="KSO_WM_CHIP_GROUPID" val="62cbd1ac67e1b3ac3a1081fd"/>
  <p:tag name="KSO_WM_CHIP_XID" val="62cbd1fe67e1b3ac3a108682"/>
  <p:tag name="KSO_WM_UNIT_DEC_AREA_ID" val="1c89f0e0de484253b2aac4470ff3bb2a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8d677496d2c54fc7a1a52f0414ab5afb"/>
  <p:tag name="KSO_WM_SLIDE_BACKGROUND_TYPE" val="bottomTop"/>
</p:tagLst>
</file>

<file path=ppt/tags/tag12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531_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531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1837939a6a891b1f9db0673"/>
  <p:tag name="KSO_WM_CHIP_XID" val="618b877418adb49c6c1f2b47"/>
</p:tagLst>
</file>

<file path=ppt/tags/tag128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20*i*1"/>
  <p:tag name="KSO_WM_BEAUTIFY_FLAG" val="#wm#"/>
  <p:tag name="KSO_WM_TAG_VERSION" val="1.0"/>
  <p:tag name="KSO_WM_CHIP_GROUPID" val="62cbd1ac67e1b3ac3a1081fd"/>
  <p:tag name="KSO_WM_CHIP_XID" val="62cbd1fe67e1b3ac3a10866a"/>
  <p:tag name="KSO_WM_UNIT_DEC_AREA_ID" val="d9e612c389a9470dbc185d9df7ed0c98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4bb4d6d1f65e4263837a8b9ae28973d0"/>
  <p:tag name="KSO_WM_SLIDE_BACKGROUND_TYPE" val="bottomTop"/>
</p:tagLst>
</file>

<file path=ppt/tags/tag129.xml><?xml version="1.0" encoding="utf-8"?>
<p:tagLst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30.xml><?xml version="1.0" encoding="utf-8"?>
<p:tagLst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31.xml><?xml version="1.0" encoding="utf-8"?>
<p:tagLst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32.xml><?xml version="1.0" encoding="utf-8"?>
<p:tagLst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33.xml><?xml version="1.0" encoding="utf-8"?>
<p:tagLst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34.xml><?xml version="1.0" encoding="utf-8"?>
<p:tagLst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35.xml><?xml version="1.0" encoding="utf-8"?>
<p:tagLst xmlns:p="http://schemas.openxmlformats.org/presentationml/2006/main">
  <p:tag name="KSO_WM_UNIT_SUBTYPE" val="v"/>
  <p:tag name="KSO_WM_TEMPLATE_CATEGORY" val="chip"/>
  <p:tag name="KSO_WM_TEMPLATE_INDEX" val="20223128"/>
  <p:tag name="KSO_WM_UNIT_TYPE" val="i"/>
  <p:tag name="KSO_WM_UNIT_INDEX" val="1"/>
  <p:tag name="KSO_WM_UNIT_ID" val="chip20223128_18*i*1"/>
  <p:tag name="KSO_WM_BEAUTIFY_FLAG" val="#wm#"/>
  <p:tag name="KSO_WM_TAG_VERSION" val="1.0"/>
  <p:tag name="KSO_WM_CHIP_GROUPID" val="62cbd1ac67e1b3ac3a1081fd"/>
  <p:tag name="KSO_WM_CHIP_XID" val="62cbd1fe67e1b3ac3a108682"/>
  <p:tag name="KSO_WM_UNIT_DEC_AREA_ID" val="6168836516254a44b0fed36d7874c08a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35780f82467d479ea956673d4d16c58e"/>
  <p:tag name="KSO_WM_SLIDE_BACKGROUND_TYPE" val="navigation"/>
</p:tagLst>
</file>

<file path=ppt/tags/tag1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531_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531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1837939a6a891b1f9db0673"/>
  <p:tag name="KSO_WM_CHIP_XID" val="618b877418adb49c6c1f2b48"/>
</p:tagLst>
</file>

<file path=ppt/tags/tag137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19*i*1"/>
  <p:tag name="KSO_WM_BEAUTIFY_FLAG" val="#wm#"/>
  <p:tag name="KSO_WM_TAG_VERSION" val="1.0"/>
  <p:tag name="KSO_WM_CHIP_GROUPID" val="62cbd1ac67e1b3ac3a1081fd"/>
  <p:tag name="KSO_WM_CHIP_XID" val="62cbd1fe67e1b3ac3a10865f"/>
  <p:tag name="KSO_WM_UNIT_DEC_AREA_ID" val="a3eb32276d0b4797ba915b34d7cc26ae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9cd63f1e40994d62b3931e4b9c5bdccc"/>
  <p:tag name="KSO_WM_SLIDE_BACKGROUND_TYPE" val="navigation"/>
</p:tagLst>
</file>

<file path=ppt/tags/tag138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20*i*1"/>
  <p:tag name="KSO_WM_BEAUTIFY_FLAG" val="#wm#"/>
  <p:tag name="KSO_WM_TAG_VERSION" val="1.0"/>
  <p:tag name="KSO_WM_CHIP_GROUPID" val="62cbd1ac67e1b3ac3a1081fd"/>
  <p:tag name="KSO_WM_CHIP_XID" val="62cbd1fe67e1b3ac3a10866a"/>
  <p:tag name="KSO_WM_UNIT_DEC_AREA_ID" val="dabf8c4f3b20433ea5fe2056864e228d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9277e9f55dcb4000b32cb7021921c068"/>
  <p:tag name="KSO_WM_SLIDE_BACKGROUND_TYPE" val="navigation"/>
</p:tagLst>
</file>

<file path=ppt/tags/tag139.xml><?xml version="1.0" encoding="utf-8"?>
<p:tagLst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40.xml><?xml version="1.0" encoding="utf-8"?>
<p:tagLst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41.xml><?xml version="1.0" encoding="utf-8"?>
<p:tagLst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42.xml><?xml version="1.0" encoding="utf-8"?>
<p:tagLst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43.xml><?xml version="1.0" encoding="utf-8"?>
<p:tagLst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44.xml><?xml version="1.0" encoding="utf-8"?>
<p:tagLst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45.xml><?xml version="1.0" encoding="utf-8"?>
<p:tagLst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46.xml><?xml version="1.0" encoding="utf-8"?>
<p:tagLst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47.xml><?xml version="1.0" encoding="utf-8"?>
<p:tagLst xmlns:p="http://schemas.openxmlformats.org/presentationml/2006/main">
  <p:tag name="KSO_WM_UNIT_SUBTYPE" val="v"/>
  <p:tag name="KSO_WM_TEMPLATE_CATEGORY" val="chip"/>
  <p:tag name="KSO_WM_TEMPLATE_INDEX" val="20223128"/>
  <p:tag name="KSO_WM_UNIT_TYPE" val="i"/>
  <p:tag name="KSO_WM_UNIT_INDEX" val="1"/>
  <p:tag name="KSO_WM_UNIT_ID" val="chip20223128_18*i*1"/>
  <p:tag name="KSO_WM_BEAUTIFY_FLAG" val="#wm#"/>
  <p:tag name="KSO_WM_TAG_VERSION" val="1.0"/>
  <p:tag name="KSO_WM_CHIP_GROUPID" val="62cbd1ac67e1b3ac3a1081fd"/>
  <p:tag name="KSO_WM_CHIP_XID" val="62cbd1fe67e1b3ac3a108682"/>
  <p:tag name="KSO_WM_UNIT_DEC_AREA_ID" val="3261579c043b4ecf94c69418bef3b968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f293eba3f4a544319d918c90099076a9"/>
  <p:tag name="KSO_WM_SLIDE_BACKGROUND_TYPE" val="belt"/>
</p:tagLst>
</file>

<file path=ppt/tags/tag14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531_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531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1837939a6a891b1f9db0673"/>
  <p:tag name="KSO_WM_CHIP_XID" val="618b877418adb49c6c1f2b49"/>
</p:tagLst>
</file>

<file path=ppt/tags/tag149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19*i*1"/>
  <p:tag name="KSO_WM_BEAUTIFY_FLAG" val="#wm#"/>
  <p:tag name="KSO_WM_TAG_VERSION" val="1.0"/>
  <p:tag name="KSO_WM_CHIP_GROUPID" val="62cbd1ac67e1b3ac3a1081fd"/>
  <p:tag name="KSO_WM_CHIP_XID" val="62cbd1fe67e1b3ac3a10865f"/>
  <p:tag name="KSO_WM_UNIT_DEC_AREA_ID" val="547e6286d95f43b8b60b649c18a5130a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db49ac6ed9404ef3b457465438526914"/>
  <p:tag name="KSO_WM_SLIDE_BACKGROUND_TYPE" val="belt"/>
</p:tagLst>
</file>

<file path=ppt/tags/tag150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20*i*1"/>
  <p:tag name="KSO_WM_BEAUTIFY_FLAG" val="#wm#"/>
  <p:tag name="KSO_WM_TAG_VERSION" val="1.0"/>
  <p:tag name="KSO_WM_CHIP_GROUPID" val="62cbd1ac67e1b3ac3a1081fd"/>
  <p:tag name="KSO_WM_CHIP_XID" val="62cbd1fe67e1b3ac3a10866a"/>
  <p:tag name="KSO_WM_UNIT_DEC_AREA_ID" val="1e82e3ad6d2a4d998847728765054d9e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0a8e49ccdfc6433fbe1781c264e28915"/>
  <p:tag name="KSO_WM_SLIDE_BACKGROUND_TYPE" val="belt"/>
</p:tagLst>
</file>

<file path=ppt/tags/tag151.xml><?xml version="1.0" encoding="utf-8"?>
<p:tagLst xmlns:p="http://schemas.openxmlformats.org/presentationml/2006/main">
  <p:tag name="KSO_WM_SLIDE_BACKGROUND_TYPE" val="belt"/>
  <p:tag name="KSO_WM_UNIT_TEXT_FILL_FORE_SCHEMECOLOR_INDEX_BRIGHTNESS" val="0"/>
  <p:tag name="KSO_WM_UNIT_TEXT_FILL_FORE_SCHEMECOLOR_INDEX" val="13"/>
  <p:tag name="KSO_WM_UNIT_TEXT_FILL_TYPE" val="1"/>
</p:tagLst>
</file>

<file path=ppt/tags/tag152.xml><?xml version="1.0" encoding="utf-8"?>
<p:tagLst xmlns:p="http://schemas.openxmlformats.org/presentationml/2006/main">
  <p:tag name="KSO_WM_SLIDE_BACKGROUND_TYPE" val="belt"/>
  <p:tag name="KSO_WM_UNIT_TEXT_FILL_FORE_SCHEMECOLOR_INDEX_BRIGHTNESS" val="0"/>
  <p:tag name="KSO_WM_UNIT_TEXT_FILL_FORE_SCHEMECOLOR_INDEX" val="13"/>
  <p:tag name="KSO_WM_UNIT_TEXT_FILL_TYPE" val="1"/>
</p:tagLst>
</file>

<file path=ppt/tags/tag153.xml><?xml version="1.0" encoding="utf-8"?>
<p:tagLst xmlns:p="http://schemas.openxmlformats.org/presentationml/2006/main">
  <p:tag name="KSO_WM_SLIDE_BACKGROUND_TYPE" val="belt"/>
  <p:tag name="KSO_WM_UNIT_TEXT_FILL_FORE_SCHEMECOLOR_INDEX_BRIGHTNESS" val="0"/>
  <p:tag name="KSO_WM_UNIT_TEXT_FILL_FORE_SCHEMECOLOR_INDEX" val="13"/>
  <p:tag name="KSO_WM_UNIT_TEXT_FILL_TYPE" val="1"/>
</p:tagLst>
</file>

<file path=ppt/tags/tag154.xml><?xml version="1.0" encoding="utf-8"?>
<p:tagLst xmlns:p="http://schemas.openxmlformats.org/presentationml/2006/main">
  <p:tag name="KSO_WM_SLIDE_BACKGROUND_TYPE" val="belt"/>
  <p:tag name="KSO_WM_UNIT_TEXT_FILL_FORE_SCHEMECOLOR_INDEX_BRIGHTNESS" val="0"/>
  <p:tag name="KSO_WM_UNIT_TEXT_FILL_FORE_SCHEMECOLOR_INDEX" val="13"/>
  <p:tag name="KSO_WM_UNIT_TEXT_FILL_TYPE" val="1"/>
</p:tagLst>
</file>

<file path=ppt/tags/tag155.xml><?xml version="1.0" encoding="utf-8"?>
<p:tagLst xmlns:p="http://schemas.openxmlformats.org/presentationml/2006/main">
  <p:tag name="KSO_WM_SLIDE_BACKGROUND_TYPE" val="belt"/>
  <p:tag name="KSO_WM_UNIT_TEXT_FILL_FORE_SCHEMECOLOR_INDEX_BRIGHTNESS" val="0"/>
  <p:tag name="KSO_WM_UNIT_TEXT_FILL_FORE_SCHEMECOLOR_INDEX" val="13"/>
  <p:tag name="KSO_WM_UNIT_TEXT_FILL_TYPE" val="1"/>
</p:tagLst>
</file>

<file path=ppt/tags/tag15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TEMPLATE_CATEGORY" val="custom"/>
  <p:tag name="KSO_WM_TEMPLATE_INDEX" val="20223128"/>
</p:tagLst>
</file>

<file path=ppt/tags/tag15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TEMPLATE_CATEGORY" val="custom"/>
  <p:tag name="KSO_WM_TEMPLATE_INDEX" val="20223128"/>
</p:tagLst>
</file>

<file path=ppt/tags/tag15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5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6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61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23128"/>
  <p:tag name="KSO_WM_CHIP_COLORING" val="1"/>
</p:tagLst>
</file>

<file path=ppt/tags/tag162.xml><?xml version="1.0" encoding="utf-8"?>
<p:tagLst xmlns:p="http://schemas.openxmlformats.org/presentationml/2006/main">
  <p:tag name="KSO_WM_UNIT_DEFAULT_FONT" val="80;88;2"/>
  <p:tag name="KSO_WM_UNIT_BLOCK" val="0"/>
  <p:tag name="KSO_WM_UNIT_DEC_AREA_ID" val="5e08d8173b6c4269aba64d186e85e334"/>
  <p:tag name="KSO_WM_UNIT_ISCONTENTSTITLE" val="0"/>
  <p:tag name="KSO_WM_UNIT_ISNUMDGMTITLE" val="0"/>
  <p:tag name="KSO_WM_UNIT_PRESET_TEXT" val="产品简约风模板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3128_1*a*1"/>
  <p:tag name="KSO_WM_TEMPLATE_CATEGORY" val="custom"/>
  <p:tag name="KSO_WM_TEMPLATE_INDEX" val="20223128"/>
  <p:tag name="KSO_WM_UNIT_LAYERLEVEL" val="1"/>
  <p:tag name="KSO_WM_TAG_VERSION" val="1.0"/>
  <p:tag name="KSO_WM_BEAUTIFY_FLAG" val="#wm#"/>
  <p:tag name="KSO_WM_CHIP_GROUPID" val="624cfa648c72ca61f790a27d"/>
  <p:tag name="KSO_WM_CHIP_XID" val="624cfa648c72ca61f790a27c"/>
  <p:tag name="KSO_WM_CHIP_FILLAREA_FILL_RULE" val="{&quot;fill_align&quot;:&quot;cm&quot;,&quot;fill_mode&quot;:&quot;adaptive&quot;,&quot;sacle_strategy&quot;:&quot;smart&quot;}"/>
  <p:tag name="KSO_WM_ASSEMBLE_CHIP_INDEX" val="8f49689c10084382b7d918423cae8c2f"/>
  <p:tag name="KSO_WM_UNIT_TEXT_FILL_FORE_SCHEMECOLOR_INDEX_BRIGHTNESS" val="0.15"/>
  <p:tag name="KSO_WM_UNIT_TEXT_FILL_FORE_SCHEMECOLOR_INDEX" val="13"/>
  <p:tag name="KSO_WM_UNIT_TEXT_FILL_TYPE" val="1"/>
  <p:tag name="KSO_WM_UNIT_SMARTLAYOUT_COMPRESS_INFO" val="{&#10;    &quot;id&quot;: &quot;2022-09-02T15:19:25&quot;,&#10;    &quot;max&quot;: 22.822350175512156,&#10;    &quot;topChanged&quot;: 0&#10;}&#10;"/>
</p:tagLst>
</file>

<file path=ppt/tags/tag163.xml><?xml version="1.0" encoding="utf-8"?>
<p:tagLst xmlns:p="http://schemas.openxmlformats.org/presentationml/2006/main">
  <p:tag name="KSO_WM_SLIDE_ID" val="custom20223128_1"/>
  <p:tag name="KSO_WM_TEMPLATE_SUBCATEGORY" val="21"/>
  <p:tag name="KSO_WM_TEMPLATE_MASTER_TYPE" val="1"/>
  <p:tag name="KSO_WM_TEMPLATE_COLOR_TYPE" val="1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128"/>
  <p:tag name="KSO_WM_SLIDE_LAYOUT" val="a_f"/>
  <p:tag name="KSO_WM_SLIDE_LAYOUT_CNT" val="1_2"/>
  <p:tag name="KSO_WM_CHIP_INFOS" val="{&quot;type&quot;:0,&quot;layout_type&quot;:&quot;1_NF_LC_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6e41e630cfd8f114c56"/>
  <p:tag name="KSO_WM_CHIP_FILLPROP" val="[[{&quot;text_align&quot;:&quot;rm&quot;,&quot;text_direction&quot;:&quot;horizontal&quot;,&quot;support_big_font&quot;:false,&quot;picture_toward&quot;:0,&quot;picture_dockside&quot;:[],&quot;fill_id&quot;:&quot;5e565e6883334b0fa39aedf63a16dc5e&quot;,&quot;fill_align&quot;:&quot;cm&quot;,&quot;chip_types&quot;:[&quot;diagram&quot;,&quot;header&quot;]}],[{&quot;text_align&quot;:&quot;cm&quot;,&quot;text_direction&quot;:&quot;horizontal&quot;,&quot;support_big_font&quot;:false,&quot;picture_toward&quot;:0,&quot;picture_dockside&quot;:[],&quot;fill_id&quot;:&quot;5e565e6883334b0fa39aedf63a16dc5e&quot;,&quot;fill_align&quot;:&quot;lt&quot;,&quot;chip_types&quot;:[&quot;diagram&quot;,&quot;header&quot;]}],[{&quot;text_align&quot;:&quot;cm&quot;,&quot;text_direction&quot;:&quot;horizontal&quot;,&quot;support_big_font&quot;:false,&quot;picture_toward&quot;:0,&quot;picture_dockside&quot;:[],&quot;fill_id&quot;:&quot;5e565e6883334b0fa39aedf63a16dc5e&quot;,&quot;fill_align&quot;:&quot;cm&quot;,&quot;chip_types&quot;:[&quot;diagram&quot;,&quot;header&quot;]}],[{&quot;text_align&quot;:&quot;lm&quot;,&quot;text_direction&quot;:&quot;horizontal&quot;,&quot;support_big_font&quot;:false,&quot;picture_toward&quot;:0,&quot;picture_dockside&quot;:[],&quot;fill_id&quot;:&quot;5e565e6883334b0fa39aedf63a16dc5e&quot;,&quot;fill_align&quot;:&quot;lm&quot;,&quot;chip_types&quot;:[&quot;diagram&quot;,&quot;header&quot;]}],[{&quot;text_align&quot;:&quot;lm&quot;,&quot;text_direction&quot;:&quot;horizontal&quot;,&quot;support_big_font&quot;:false,&quot;picture_toward&quot;:0,&quot;picture_dockside&quot;:[],&quot;fill_id&quot;:&quot;5e565e6883334b0fa39aedf63a16dc5e&quot;,&quot;fill_align&quot;:&quot;cm&quot;,&quot;chip_types&quot;:[&quot;diagram&quot;,&quot;header&quot;]}],[{&quot;text_align&quot;:&quot;lm&quot;,&quot;text_direction&quot;:&quot;horizontal&quot;,&quot;support_big_font&quot;:false,&quot;picture_toward&quot;:0,&quot;picture_dockside&quot;:[],&quot;fill_id&quot;:&quot;5e565e6883334b0fa39aedf63a16dc5e&quot;,&quot;fill_align&quot;:&quot;lb&quot;,&quot;chip_types&quot;:[&quot;diagram&quot;,&quot;header&quot;]}],[{&quot;text_align&quot;:&quot;lm&quot;,&quot;text_direction&quot;:&quot;horizontal&quot;,&quot;support_big_font&quot;:false,&quot;picture_toward&quot;:0,&quot;picture_dockside&quot;:[],&quot;fill_id&quot;:&quot;5e565e6883334b0fa39aedf63a16dc5e&quot;,&quot;fill_align&quot;:&quot;lt&quot;,&quot;chip_types&quot;:[&quot;diagram&quot;,&quot;header&quot;]}],[{&quot;text_align&quot;:&quot;cm&quot;,&quot;text_direction&quot;:&quot;horizontal&quot;,&quot;support_big_font&quot;:false,&quot;picture_toward&quot;:0,&quot;picture_dockside&quot;:[],&quot;fill_id&quot;:&quot;5e565e6883334b0fa39aedf63a16dc5e&quot;,&quot;fill_align&quot;:&quot;lm&quot;,&quot;chip_types&quot;:[&quot;diagram&quot;,&quot;header&quot;]}],[{&quot;text_align&quot;:&quot;cm&quot;,&quot;text_direction&quot;:&quot;horizontal&quot;,&quot;support_big_font&quot;:false,&quot;picture_toward&quot;:0,&quot;picture_dockside&quot;:[],&quot;fill_id&quot;:&quot;5e565e6883334b0fa39aedf63a16dc5e&quot;,&quot;fill_align&quot;:&quot;lb&quot;,&quot;chip_types&quot;:[&quot;diagram&quot;,&quot;header&quot;]}]]"/>
  <p:tag name="KSO_WM_CHIP_DECFILLPROP" val="[]"/>
  <p:tag name="KSO_WM_CHIP_GROUPID" val="614a96e41e630cfd8f114c55"/>
  <p:tag name="KSO_WM_SLIDE_LAYOUT_INFO" val="{&quot;id&quot;:&quot;2022-09-02T15:19:25&quot;,&quot;margin&quot;:{&quot;bottom&quot;:5.9348835945129395,&quot;left&quot;:2.0866806507110596,&quot;right&quot;:7.77878475189209,&quot;top&quot;:4.678995609283447},&quot;type&quot;:0}"/>
  <p:tag name="KSO_WM_SLIDE_BK_DARK_LIGHT" val="2"/>
  <p:tag name="KSO_WM_SLIDE_BACKGROUND_TYPE" val="general"/>
  <p:tag name="KSO_WM_SLIDE_SUPPORT_FEATURE_TYPE" val="0"/>
  <p:tag name="KSO_WM_SLIDE_TYPE" val="title"/>
  <p:tag name="KSO_WM_TEMPLATE_MASTER_THUMB_INDEX" val="13"/>
  <p:tag name="KSO_WM_CHIP_COLORING" val="1"/>
  <p:tag name="KSO_WM_SLIDE_SUBTYPE" val="pureTxt"/>
  <p:tag name="KSO_WM_TEMPLATE_ASSEMBLE_XID" val="6311ae59a35593066d0ad632"/>
  <p:tag name="KSO_WM_TEMPLATE_ASSEMBLE_GROUPID" val="62cbd1ac67e1b3ac3a1081fd"/>
  <p:tag name="KSO_WM_TEMPLATE_THUMBS_INDEX" val="1、4、6、7、9、16"/>
</p:tagLst>
</file>

<file path=ppt/tags/tag164.xml><?xml version="1.0" encoding="utf-8"?>
<p:tagLst xmlns:p="http://schemas.openxmlformats.org/presentationml/2006/main">
  <p:tag name="KSO_WM_UNIT_DEFAULT_FONT" val="50;50;2"/>
  <p:tag name="KSO_WM_UNIT_BLOCK" val="0"/>
  <p:tag name="KSO_WM_UNIT_DEC_AREA_ID" val="cb2a3b1b6166449aa791c70a12fb36a8"/>
  <p:tag name="KSO_WM_UNIT_ISCONTENTSTITLE" val="1"/>
  <p:tag name="KSO_WM_UNIT_ISNUMDGMTITLE" val="0"/>
  <p:tag name="KSO_WM_UNIT_PRESET_TEXT" val="目录"/>
  <p:tag name="KSO_WM_UNIT_NOCLEAR" val="0"/>
  <p:tag name="KSO_WM_UNIT_VALUE" val="2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3128_4*a*1"/>
  <p:tag name="KSO_WM_TEMPLATE_CATEGORY" val="custom"/>
  <p:tag name="KSO_WM_TEMPLATE_INDEX" val="20223128"/>
  <p:tag name="KSO_WM_UNIT_LAYERLEVEL" val="1"/>
  <p:tag name="KSO_WM_TAG_VERSION" val="1.0"/>
  <p:tag name="KSO_WM_BEAUTIFY_FLAG" val="#wm#"/>
  <p:tag name="KSO_WM_DIAGRAM_GROUP_CODE" val="l1-1"/>
  <p:tag name="KSO_WM_CHIP_GROUPID" val="61921d1218adb49c6c1f3c4f"/>
  <p:tag name="KSO_WM_CHIP_XID" val="619705ff72aa72a6a81bcf51"/>
  <p:tag name="KSO_WM_CHIP_FILLAREA_FILL_RULE" val="{&quot;fill_align&quot;:&quot;lm&quot;,&quot;fill_mode&quot;:&quot;fix&quot;,&quot;sacle_strategy&quot;:&quot;stretch&quot;}"/>
  <p:tag name="KSO_WM_ASSEMBLE_CHIP_INDEX" val="b3ab7f0100894053a1f4948d4269af28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3128_4**"/>
  <p:tag name="KSO_WM_TEMPLATE_CATEGORY" val="custom"/>
  <p:tag name="KSO_WM_TEMPLATE_INDEX" val="20223128"/>
  <p:tag name="KSO_WM_UNIT_LAYERLEVEL" val="1"/>
  <p:tag name="KSO_WM_TAG_VERSION" val="1.0"/>
  <p:tag name="KSO_WM_BEAUTIFY_FLAG" val="#wm#"/>
  <p:tag name="KSO_WM_CHIP_GROUPID" val="61921d1218adb49c6c1f3c4f"/>
  <p:tag name="KSO_WM_CHIP_XID" val="619705ff72aa72a6a81bcf51"/>
  <p:tag name="KSO_WM_UNIT_DEC_AREA_ID" val="f93b3f2f244347e68fdd653dc0146ff2"/>
  <p:tag name="KSO_WM_CHIP_FILLAREA_FILL_RULE" val="{&quot;fill_align&quot;:&quot;lm&quot;,&quot;fill_mode&quot;:&quot;fix&quot;,&quot;sacle_strategy&quot;:&quot;stretch&quot;}"/>
  <p:tag name="KSO_WM_ASSEMBLE_CHIP_INDEX" val="b3ab7f0100894053a1f4948d4269af28"/>
  <p:tag name="KSO_WM_UNIT_USESOURCEFORMAT_APPLY" val="1"/>
</p:tagLst>
</file>

<file path=ppt/tags/tag166.xml><?xml version="1.0" encoding="utf-8"?>
<p:tagLst xmlns:p="http://schemas.openxmlformats.org/presentationml/2006/main">
  <p:tag name="KSO_WM_UNIT_BLOCK" val="0"/>
  <p:tag name="KSO_WM_UNIT_DEC_AREA_ID" val="f06fa94df7874fab820c736275a1d51a"/>
  <p:tag name="KSO_WM_UNIT_HIGHLIGHT" val="0"/>
  <p:tag name="KSO_WM_UNIT_COMPATIBLE" val="0"/>
  <p:tag name="KSO_WM_UNIT_DIAGRAM_ISNUMVISUAL" val="0"/>
  <p:tag name="KSO_WM_UNIT_DIAGRAM_ISREFERUNIT" val="0"/>
  <p:tag name="KSO_WM_UNIT_ID" val="custom20223128_4*l_h_i*1_1_1"/>
  <p:tag name="KSO_WM_TEMPLATE_CATEGORY" val="custom"/>
  <p:tag name="KSO_WM_TEMPLATE_INDEX" val="20223128"/>
  <p:tag name="KSO_WM_UNIT_LAYERLEVEL" val="1_1_1"/>
  <p:tag name="KSO_WM_TAG_VERSION" val="1.0"/>
  <p:tag name="KSO_WM_BEAUTIFY_FLAG" val="#wm#"/>
  <p:tag name="KSO_WM_UNIT_TYPE" val="l_h_i"/>
  <p:tag name="KSO_WM_UNIT_INDEX" val="1_1_1"/>
  <p:tag name="KSO_WM_DIAGRAM_GROUP_CODE" val="l1-1"/>
  <p:tag name="KSO_WM_CHIP_GROUPID" val="61921d1218adb49c6c1f3c4f"/>
  <p:tag name="KSO_WM_CHIP_XID" val="619705ff72aa72a6a81bcf5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  <p:tag name="KSO_WM_UNIT_VALUE" val="20"/>
  <p:tag name="KSO_WM_UNIT_USESOURCEFORMAT_APPLY" val="1"/>
</p:tagLst>
</file>

<file path=ppt/tags/tag167.xml><?xml version="1.0" encoding="utf-8"?>
<p:tagLst xmlns:p="http://schemas.openxmlformats.org/presentationml/2006/main">
  <p:tag name="KSO_WM_UNIT_BLOCK" val="0"/>
  <p:tag name="KSO_WM_UNIT_DEC_AREA_ID" val="e0b05751ff8f4ca1a153d29474af1168"/>
  <p:tag name="KSO_WM_UNIT_HIGHLIGHT" val="0"/>
  <p:tag name="KSO_WM_UNIT_COMPATIBLE" val="0"/>
  <p:tag name="KSO_WM_UNIT_DIAGRAM_ISNUMVISUAL" val="0"/>
  <p:tag name="KSO_WM_UNIT_DIAGRAM_ISREFERUNIT" val="0"/>
  <p:tag name="KSO_WM_UNIT_ID" val="custom20223128_4*l_h_a*1_1_1"/>
  <p:tag name="KSO_WM_TEMPLATE_CATEGORY" val="custom"/>
  <p:tag name="KSO_WM_TEMPLATE_INDEX" val="20223128"/>
  <p:tag name="KSO_WM_UNIT_LAYERLEVEL" val="1_1_1"/>
  <p:tag name="KSO_WM_TAG_VERSION" val="1.0"/>
  <p:tag name="KSO_WM_BEAUTIFY_FLAG" val="#wm#"/>
  <p:tag name="KSO_WM_UNIT_ISCONTENTSTITLE" val="0"/>
  <p:tag name="KSO_WM_UNIT_ISNUMDGMTITLE" val="0"/>
  <p:tag name="KSO_WM_UNIT_PRESET_TEXT" val="单击添加标题"/>
  <p:tag name="KSO_WM_UNIT_NOCLEAR" val="0"/>
  <p:tag name="KSO_WM_UNIT_TYPE" val="l_h_a"/>
  <p:tag name="KSO_WM_UNIT_INDEX" val="1_1_1"/>
  <p:tag name="KSO_WM_DIAGRAM_GROUP_CODE" val="l1-1"/>
  <p:tag name="KSO_WM_CHIP_GROUPID" val="61921d1218adb49c6c1f3c4f"/>
  <p:tag name="KSO_WM_CHIP_XID" val="619705ff72aa72a6a81bcf51"/>
  <p:tag name="KSO_WM_UNIT_TEXT_FILL_FORE_SCHEMECOLOR_INDEX_BRIGHTNESS" val="0.15"/>
  <p:tag name="KSO_WM_UNIT_TEXT_FILL_FORE_SCHEMECOLOR_INDEX" val="13"/>
  <p:tag name="KSO_WM_UNIT_TEXT_FILL_TYPE" val="1"/>
  <p:tag name="KSO_WM_UNIT_VALUE" val="8"/>
  <p:tag name="KSO_WM_UNIT_USESOURCEFORMAT_APPLY" val="1"/>
</p:tagLst>
</file>

<file path=ppt/tags/tag168.xml><?xml version="1.0" encoding="utf-8"?>
<p:tagLst xmlns:p="http://schemas.openxmlformats.org/presentationml/2006/main">
  <p:tag name="KSO_WM_UNIT_BLOCK" val="0"/>
  <p:tag name="KSO_WM_UNIT_DEC_AREA_ID" val="8c31524d5de14f618e0315c3f966ccad"/>
  <p:tag name="KSO_WM_UNIT_HIGHLIGHT" val="0"/>
  <p:tag name="KSO_WM_UNIT_COMPATIBLE" val="0"/>
  <p:tag name="KSO_WM_UNIT_DIAGRAM_ISNUMVISUAL" val="0"/>
  <p:tag name="KSO_WM_UNIT_DIAGRAM_ISREFERUNIT" val="0"/>
  <p:tag name="KSO_WM_UNIT_ID" val="custom20223128_4*l_h_i*1_1_2"/>
  <p:tag name="KSO_WM_TEMPLATE_CATEGORY" val="custom"/>
  <p:tag name="KSO_WM_TEMPLATE_INDEX" val="20223128"/>
  <p:tag name="KSO_WM_UNIT_LAYERLEVEL" val="1_1_1"/>
  <p:tag name="KSO_WM_TAG_VERSION" val="1.0"/>
  <p:tag name="KSO_WM_BEAUTIFY_FLAG" val="#wm#"/>
  <p:tag name="KSO_WM_UNIT_TYPE" val="l_h_i"/>
  <p:tag name="KSO_WM_UNIT_INDEX" val="1_1_2"/>
  <p:tag name="KSO_WM_DIAGRAM_GROUP_CODE" val="l1-1"/>
  <p:tag name="KSO_WM_CHIP_GROUPID" val="61921d1218adb49c6c1f3c4f"/>
  <p:tag name="KSO_WM_CHIP_XID" val="619705ff72aa72a6a81bcf5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3"/>
  <p:tag name="KSO_WM_UNIT_USESOURCEFORMAT_APPLY" val="1"/>
</p:tagLst>
</file>

<file path=ppt/tags/tag169.xml><?xml version="1.0" encoding="utf-8"?>
<p:tagLst xmlns:p="http://schemas.openxmlformats.org/presentationml/2006/main">
  <p:tag name="KSO_WM_UNIT_BLOCK" val="0"/>
  <p:tag name="KSO_WM_UNIT_DEC_AREA_ID" val="68ff23589fb84656b9fb5312d589406b"/>
  <p:tag name="KSO_WM_UNIT_HIGHLIGHT" val="0"/>
  <p:tag name="KSO_WM_UNIT_COMPATIBLE" val="0"/>
  <p:tag name="KSO_WM_UNIT_DIAGRAM_ISNUMVISUAL" val="0"/>
  <p:tag name="KSO_WM_UNIT_DIAGRAM_ISREFERUNIT" val="0"/>
  <p:tag name="KSO_WM_UNIT_ID" val="custom20223128_4*l_h_i*1_1_3"/>
  <p:tag name="KSO_WM_TEMPLATE_CATEGORY" val="custom"/>
  <p:tag name="KSO_WM_TEMPLATE_INDEX" val="20223128"/>
  <p:tag name="KSO_WM_UNIT_LAYERLEVEL" val="1_1_1"/>
  <p:tag name="KSO_WM_TAG_VERSION" val="1.0"/>
  <p:tag name="KSO_WM_BEAUTIFY_FLAG" val="#wm#"/>
  <p:tag name="KSO_WM_UNIT_TYPE" val="l_h_i"/>
  <p:tag name="KSO_WM_UNIT_INDEX" val="1_1_3"/>
  <p:tag name="KSO_WM_DIAGRAM_GROUP_CODE" val="l1-1"/>
  <p:tag name="KSO_WM_CHIP_GROUPID" val="61921d1218adb49c6c1f3c4f"/>
  <p:tag name="KSO_WM_CHIP_XID" val="619705ff72aa72a6a81bcf51"/>
  <p:tag name="KSO_WM_UNIT_TEXT_FILL_FORE_SCHEMECOLOR_INDEX_BRIGHTNESS" val="0"/>
  <p:tag name="KSO_WM_UNIT_TEXT_FILL_FORE_SCHEMECOLOR_INDEX" val="14"/>
  <p:tag name="KSO_WM_UNIT_TEXT_FILL_TYPE" val="1"/>
  <p:tag name="KSO_WM_UNIT_VALUE" val="1"/>
  <p:tag name="KSO_WM_UNIT_USESOURCEFORMAT_APPLY" val="1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3128_4**"/>
  <p:tag name="KSO_WM_TEMPLATE_CATEGORY" val="custom"/>
  <p:tag name="KSO_WM_TEMPLATE_INDEX" val="20223128"/>
  <p:tag name="KSO_WM_UNIT_LAYERLEVEL" val="1"/>
  <p:tag name="KSO_WM_TAG_VERSION" val="1.0"/>
  <p:tag name="KSO_WM_BEAUTIFY_FLAG" val="#wm#"/>
  <p:tag name="KSO_WM_CHIP_GROUPID" val="61921d1218adb49c6c1f3c4f"/>
  <p:tag name="KSO_WM_CHIP_XID" val="619705ff72aa72a6a81bcf51"/>
  <p:tag name="KSO_WM_UNIT_DEC_AREA_ID" val="9949883d5e7f4f2eb34c0f615904b337"/>
  <p:tag name="KSO_WM_CHIP_FILLAREA_FILL_RULE" val="{&quot;fill_align&quot;:&quot;lm&quot;,&quot;fill_mode&quot;:&quot;fix&quot;,&quot;sacle_strategy&quot;:&quot;stretch&quot;}"/>
  <p:tag name="KSO_WM_ASSEMBLE_CHIP_INDEX" val="b3ab7f0100894053a1f4948d4269af28"/>
  <p:tag name="KSO_WM_UNIT_USESOURCEFORMAT_APPLY" val="1"/>
</p:tagLst>
</file>

<file path=ppt/tags/tag171.xml><?xml version="1.0" encoding="utf-8"?>
<p:tagLst xmlns:p="http://schemas.openxmlformats.org/presentationml/2006/main">
  <p:tag name="KSO_WM_UNIT_BLOCK" val="0"/>
  <p:tag name="KSO_WM_UNIT_DEC_AREA_ID" val="70a1f1eeb3c842e586d9fb87c5e2e5d2"/>
  <p:tag name="KSO_WM_UNIT_HIGHLIGHT" val="0"/>
  <p:tag name="KSO_WM_UNIT_COMPATIBLE" val="0"/>
  <p:tag name="KSO_WM_UNIT_DIAGRAM_ISNUMVISUAL" val="0"/>
  <p:tag name="KSO_WM_UNIT_DIAGRAM_ISREFERUNIT" val="0"/>
  <p:tag name="KSO_WM_UNIT_ID" val="custom20223128_4*l_h_i*1_2_1"/>
  <p:tag name="KSO_WM_TEMPLATE_CATEGORY" val="custom"/>
  <p:tag name="KSO_WM_TEMPLATE_INDEX" val="20223128"/>
  <p:tag name="KSO_WM_UNIT_LAYERLEVEL" val="1_1_1"/>
  <p:tag name="KSO_WM_TAG_VERSION" val="1.0"/>
  <p:tag name="KSO_WM_BEAUTIFY_FLAG" val="#wm#"/>
  <p:tag name="KSO_WM_UNIT_TYPE" val="l_h_i"/>
  <p:tag name="KSO_WM_UNIT_INDEX" val="1_2_1"/>
  <p:tag name="KSO_WM_DIAGRAM_GROUP_CODE" val="l1-1"/>
  <p:tag name="KSO_WM_CHIP_GROUPID" val="61921d1218adb49c6c1f3c4f"/>
  <p:tag name="KSO_WM_CHIP_XID" val="619705ff72aa72a6a81bcf5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  <p:tag name="KSO_WM_UNIT_VALUE" val="20"/>
  <p:tag name="KSO_WM_UNIT_USESOURCEFORMAT_APPLY" val="1"/>
</p:tagLst>
</file>

<file path=ppt/tags/tag172.xml><?xml version="1.0" encoding="utf-8"?>
<p:tagLst xmlns:p="http://schemas.openxmlformats.org/presentationml/2006/main">
  <p:tag name="KSO_WM_UNIT_BLOCK" val="0"/>
  <p:tag name="KSO_WM_UNIT_DEC_AREA_ID" val="6d10f4c569c34d9792a5efca5ff36a6f"/>
  <p:tag name="KSO_WM_UNIT_HIGHLIGHT" val="0"/>
  <p:tag name="KSO_WM_UNIT_COMPATIBLE" val="0"/>
  <p:tag name="KSO_WM_UNIT_DIAGRAM_ISNUMVISUAL" val="0"/>
  <p:tag name="KSO_WM_UNIT_DIAGRAM_ISREFERUNIT" val="0"/>
  <p:tag name="KSO_WM_UNIT_ID" val="custom20223128_4*l_h_a*1_2_1"/>
  <p:tag name="KSO_WM_TEMPLATE_CATEGORY" val="custom"/>
  <p:tag name="KSO_WM_TEMPLATE_INDEX" val="20223128"/>
  <p:tag name="KSO_WM_UNIT_LAYERLEVEL" val="1_1_1"/>
  <p:tag name="KSO_WM_TAG_VERSION" val="1.0"/>
  <p:tag name="KSO_WM_BEAUTIFY_FLAG" val="#wm#"/>
  <p:tag name="KSO_WM_UNIT_ISCONTENTSTITLE" val="0"/>
  <p:tag name="KSO_WM_UNIT_ISNUMDGMTITLE" val="0"/>
  <p:tag name="KSO_WM_UNIT_PRESET_TEXT" val="单击添加标题"/>
  <p:tag name="KSO_WM_UNIT_NOCLEAR" val="0"/>
  <p:tag name="KSO_WM_UNIT_TYPE" val="l_h_a"/>
  <p:tag name="KSO_WM_UNIT_INDEX" val="1_2_1"/>
  <p:tag name="KSO_WM_DIAGRAM_GROUP_CODE" val="l1-1"/>
  <p:tag name="KSO_WM_CHIP_GROUPID" val="61921d1218adb49c6c1f3c4f"/>
  <p:tag name="KSO_WM_CHIP_XID" val="619705ff72aa72a6a81bcf51"/>
  <p:tag name="KSO_WM_UNIT_TEXT_FILL_FORE_SCHEMECOLOR_INDEX_BRIGHTNESS" val="0.15"/>
  <p:tag name="KSO_WM_UNIT_TEXT_FILL_FORE_SCHEMECOLOR_INDEX" val="13"/>
  <p:tag name="KSO_WM_UNIT_TEXT_FILL_TYPE" val="1"/>
  <p:tag name="KSO_WM_UNIT_VALUE" val="8"/>
  <p:tag name="KSO_WM_UNIT_USESOURCEFORMAT_APPLY" val="1"/>
</p:tagLst>
</file>

<file path=ppt/tags/tag173.xml><?xml version="1.0" encoding="utf-8"?>
<p:tagLst xmlns:p="http://schemas.openxmlformats.org/presentationml/2006/main">
  <p:tag name="KSO_WM_UNIT_BLOCK" val="0"/>
  <p:tag name="KSO_WM_UNIT_DEC_AREA_ID" val="5c623462c3654db5a5129a0acc91fd78"/>
  <p:tag name="KSO_WM_UNIT_HIGHLIGHT" val="0"/>
  <p:tag name="KSO_WM_UNIT_COMPATIBLE" val="0"/>
  <p:tag name="KSO_WM_UNIT_DIAGRAM_ISNUMVISUAL" val="0"/>
  <p:tag name="KSO_WM_UNIT_DIAGRAM_ISREFERUNIT" val="0"/>
  <p:tag name="KSO_WM_UNIT_ID" val="custom20223128_4*l_h_i*1_2_2"/>
  <p:tag name="KSO_WM_TEMPLATE_CATEGORY" val="custom"/>
  <p:tag name="KSO_WM_TEMPLATE_INDEX" val="20223128"/>
  <p:tag name="KSO_WM_UNIT_LAYERLEVEL" val="1_1_1"/>
  <p:tag name="KSO_WM_TAG_VERSION" val="1.0"/>
  <p:tag name="KSO_WM_BEAUTIFY_FLAG" val="#wm#"/>
  <p:tag name="KSO_WM_UNIT_TYPE" val="l_h_i"/>
  <p:tag name="KSO_WM_UNIT_INDEX" val="1_2_2"/>
  <p:tag name="KSO_WM_DIAGRAM_GROUP_CODE" val="l1-1"/>
  <p:tag name="KSO_WM_CHIP_GROUPID" val="61921d1218adb49c6c1f3c4f"/>
  <p:tag name="KSO_WM_CHIP_XID" val="619705ff72aa72a6a81bcf5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3"/>
  <p:tag name="KSO_WM_UNIT_USESOURCEFORMAT_APPLY" val="1"/>
</p:tagLst>
</file>

<file path=ppt/tags/tag174.xml><?xml version="1.0" encoding="utf-8"?>
<p:tagLst xmlns:p="http://schemas.openxmlformats.org/presentationml/2006/main">
  <p:tag name="KSO_WM_UNIT_BLOCK" val="0"/>
  <p:tag name="KSO_WM_UNIT_DEC_AREA_ID" val="7462547bd3ab4b36b4fd9f9160a9ad10"/>
  <p:tag name="KSO_WM_UNIT_HIGHLIGHT" val="0"/>
  <p:tag name="KSO_WM_UNIT_COMPATIBLE" val="0"/>
  <p:tag name="KSO_WM_UNIT_DIAGRAM_ISNUMVISUAL" val="0"/>
  <p:tag name="KSO_WM_UNIT_DIAGRAM_ISREFERUNIT" val="0"/>
  <p:tag name="KSO_WM_UNIT_ID" val="custom20223128_4*l_h_i*1_2_3"/>
  <p:tag name="KSO_WM_TEMPLATE_CATEGORY" val="custom"/>
  <p:tag name="KSO_WM_TEMPLATE_INDEX" val="20223128"/>
  <p:tag name="KSO_WM_UNIT_LAYERLEVEL" val="1_1_1"/>
  <p:tag name="KSO_WM_TAG_VERSION" val="1.0"/>
  <p:tag name="KSO_WM_BEAUTIFY_FLAG" val="#wm#"/>
  <p:tag name="KSO_WM_UNIT_TYPE" val="l_h_i"/>
  <p:tag name="KSO_WM_UNIT_INDEX" val="1_2_3"/>
  <p:tag name="KSO_WM_DIAGRAM_GROUP_CODE" val="l1-1"/>
  <p:tag name="KSO_WM_CHIP_GROUPID" val="61921d1218adb49c6c1f3c4f"/>
  <p:tag name="KSO_WM_CHIP_XID" val="619705ff72aa72a6a81bcf51"/>
  <p:tag name="KSO_WM_UNIT_TEXT_FILL_FORE_SCHEMECOLOR_INDEX_BRIGHTNESS" val="0"/>
  <p:tag name="KSO_WM_UNIT_TEXT_FILL_FORE_SCHEMECOLOR_INDEX" val="14"/>
  <p:tag name="KSO_WM_UNIT_TEXT_FILL_TYPE" val="1"/>
  <p:tag name="KSO_WM_UNIT_VALUE" val="1"/>
  <p:tag name="KSO_WM_UNIT_USESOURCEFORMAT_APPLY" val="1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3128_4**"/>
  <p:tag name="KSO_WM_TEMPLATE_CATEGORY" val="custom"/>
  <p:tag name="KSO_WM_TEMPLATE_INDEX" val="20223128"/>
  <p:tag name="KSO_WM_UNIT_LAYERLEVEL" val="1"/>
  <p:tag name="KSO_WM_TAG_VERSION" val="1.0"/>
  <p:tag name="KSO_WM_BEAUTIFY_FLAG" val="#wm#"/>
  <p:tag name="KSO_WM_CHIP_GROUPID" val="61921d1218adb49c6c1f3c4f"/>
  <p:tag name="KSO_WM_CHIP_XID" val="619705ff72aa72a6a81bcf51"/>
  <p:tag name="KSO_WM_UNIT_DEC_AREA_ID" val="83ba476b97f14c218051667b866683ae"/>
  <p:tag name="KSO_WM_CHIP_FILLAREA_FILL_RULE" val="{&quot;fill_align&quot;:&quot;lm&quot;,&quot;fill_mode&quot;:&quot;fix&quot;,&quot;sacle_strategy&quot;:&quot;stretch&quot;}"/>
  <p:tag name="KSO_WM_ASSEMBLE_CHIP_INDEX" val="b3ab7f0100894053a1f4948d4269af28"/>
  <p:tag name="KSO_WM_UNIT_USESOURCEFORMAT_APPLY" val="1"/>
</p:tagLst>
</file>

<file path=ppt/tags/tag176.xml><?xml version="1.0" encoding="utf-8"?>
<p:tagLst xmlns:p="http://schemas.openxmlformats.org/presentationml/2006/main">
  <p:tag name="KSO_WM_UNIT_BLOCK" val="0"/>
  <p:tag name="KSO_WM_UNIT_DEC_AREA_ID" val="2b7727d1216240fcb7fd6246812e7c37"/>
  <p:tag name="KSO_WM_UNIT_HIGHLIGHT" val="0"/>
  <p:tag name="KSO_WM_UNIT_COMPATIBLE" val="0"/>
  <p:tag name="KSO_WM_UNIT_DIAGRAM_ISNUMVISUAL" val="0"/>
  <p:tag name="KSO_WM_UNIT_DIAGRAM_ISREFERUNIT" val="0"/>
  <p:tag name="KSO_WM_UNIT_ID" val="custom20223128_4*l_h_i*1_3_1"/>
  <p:tag name="KSO_WM_TEMPLATE_CATEGORY" val="custom"/>
  <p:tag name="KSO_WM_TEMPLATE_INDEX" val="20223128"/>
  <p:tag name="KSO_WM_UNIT_LAYERLEVEL" val="1_1_1"/>
  <p:tag name="KSO_WM_TAG_VERSION" val="1.0"/>
  <p:tag name="KSO_WM_BEAUTIFY_FLAG" val="#wm#"/>
  <p:tag name="KSO_WM_UNIT_TYPE" val="l_h_i"/>
  <p:tag name="KSO_WM_UNIT_INDEX" val="1_3_1"/>
  <p:tag name="KSO_WM_DIAGRAM_GROUP_CODE" val="l1-1"/>
  <p:tag name="KSO_WM_CHIP_GROUPID" val="61921d1218adb49c6c1f3c4f"/>
  <p:tag name="KSO_WM_CHIP_XID" val="619705ff72aa72a6a81bcf5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  <p:tag name="KSO_WM_UNIT_VALUE" val="20"/>
  <p:tag name="KSO_WM_UNIT_USESOURCEFORMAT_APPLY" val="1"/>
</p:tagLst>
</file>

<file path=ppt/tags/tag177.xml><?xml version="1.0" encoding="utf-8"?>
<p:tagLst xmlns:p="http://schemas.openxmlformats.org/presentationml/2006/main">
  <p:tag name="KSO_WM_UNIT_BLOCK" val="0"/>
  <p:tag name="KSO_WM_UNIT_DEC_AREA_ID" val="fe50b467e0e94156924dc32b49d50331"/>
  <p:tag name="KSO_WM_UNIT_HIGHLIGHT" val="0"/>
  <p:tag name="KSO_WM_UNIT_COMPATIBLE" val="0"/>
  <p:tag name="KSO_WM_UNIT_DIAGRAM_ISNUMVISUAL" val="0"/>
  <p:tag name="KSO_WM_UNIT_DIAGRAM_ISREFERUNIT" val="0"/>
  <p:tag name="KSO_WM_UNIT_ID" val="custom20223128_4*l_h_a*1_3_1"/>
  <p:tag name="KSO_WM_TEMPLATE_CATEGORY" val="custom"/>
  <p:tag name="KSO_WM_TEMPLATE_INDEX" val="20223128"/>
  <p:tag name="KSO_WM_UNIT_LAYERLEVEL" val="1_1_1"/>
  <p:tag name="KSO_WM_TAG_VERSION" val="1.0"/>
  <p:tag name="KSO_WM_BEAUTIFY_FLAG" val="#wm#"/>
  <p:tag name="KSO_WM_UNIT_ISCONTENTSTITLE" val="0"/>
  <p:tag name="KSO_WM_UNIT_ISNUMDGMTITLE" val="0"/>
  <p:tag name="KSO_WM_UNIT_PRESET_TEXT" val="单击添加标题"/>
  <p:tag name="KSO_WM_UNIT_NOCLEAR" val="0"/>
  <p:tag name="KSO_WM_UNIT_TYPE" val="l_h_a"/>
  <p:tag name="KSO_WM_UNIT_INDEX" val="1_3_1"/>
  <p:tag name="KSO_WM_DIAGRAM_GROUP_CODE" val="l1-1"/>
  <p:tag name="KSO_WM_CHIP_GROUPID" val="61921d1218adb49c6c1f3c4f"/>
  <p:tag name="KSO_WM_CHIP_XID" val="619705ff72aa72a6a81bcf51"/>
  <p:tag name="KSO_WM_UNIT_TEXT_FILL_FORE_SCHEMECOLOR_INDEX_BRIGHTNESS" val="0.15"/>
  <p:tag name="KSO_WM_UNIT_TEXT_FILL_FORE_SCHEMECOLOR_INDEX" val="13"/>
  <p:tag name="KSO_WM_UNIT_TEXT_FILL_TYPE" val="1"/>
  <p:tag name="KSO_WM_UNIT_VALUE" val="8"/>
  <p:tag name="KSO_WM_UNIT_USESOURCEFORMAT_APPLY" val="1"/>
</p:tagLst>
</file>

<file path=ppt/tags/tag178.xml><?xml version="1.0" encoding="utf-8"?>
<p:tagLst xmlns:p="http://schemas.openxmlformats.org/presentationml/2006/main">
  <p:tag name="KSO_WM_UNIT_BLOCK" val="0"/>
  <p:tag name="KSO_WM_UNIT_DEC_AREA_ID" val="8a91152fb73947df8fe04a425b94aaa1"/>
  <p:tag name="KSO_WM_UNIT_HIGHLIGHT" val="0"/>
  <p:tag name="KSO_WM_UNIT_COMPATIBLE" val="0"/>
  <p:tag name="KSO_WM_UNIT_DIAGRAM_ISNUMVISUAL" val="0"/>
  <p:tag name="KSO_WM_UNIT_DIAGRAM_ISREFERUNIT" val="0"/>
  <p:tag name="KSO_WM_UNIT_ID" val="custom20223128_4*l_h_i*1_3_2"/>
  <p:tag name="KSO_WM_TEMPLATE_CATEGORY" val="custom"/>
  <p:tag name="KSO_WM_TEMPLATE_INDEX" val="20223128"/>
  <p:tag name="KSO_WM_UNIT_LAYERLEVEL" val="1_1_1"/>
  <p:tag name="KSO_WM_TAG_VERSION" val="1.0"/>
  <p:tag name="KSO_WM_BEAUTIFY_FLAG" val="#wm#"/>
  <p:tag name="KSO_WM_UNIT_TYPE" val="l_h_i"/>
  <p:tag name="KSO_WM_UNIT_INDEX" val="1_3_2"/>
  <p:tag name="KSO_WM_DIAGRAM_GROUP_CODE" val="l1-1"/>
  <p:tag name="KSO_WM_CHIP_GROUPID" val="61921d1218adb49c6c1f3c4f"/>
  <p:tag name="KSO_WM_CHIP_XID" val="619705ff72aa72a6a81bcf5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3"/>
  <p:tag name="KSO_WM_UNIT_USESOURCEFORMAT_APPLY" val="1"/>
</p:tagLst>
</file>

<file path=ppt/tags/tag179.xml><?xml version="1.0" encoding="utf-8"?>
<p:tagLst xmlns:p="http://schemas.openxmlformats.org/presentationml/2006/main">
  <p:tag name="KSO_WM_UNIT_BLOCK" val="0"/>
  <p:tag name="KSO_WM_UNIT_DEC_AREA_ID" val="85fb7de1491e479bbc2fbfc4dec811ed"/>
  <p:tag name="KSO_WM_UNIT_HIGHLIGHT" val="0"/>
  <p:tag name="KSO_WM_UNIT_COMPATIBLE" val="0"/>
  <p:tag name="KSO_WM_UNIT_DIAGRAM_ISNUMVISUAL" val="0"/>
  <p:tag name="KSO_WM_UNIT_DIAGRAM_ISREFERUNIT" val="0"/>
  <p:tag name="KSO_WM_UNIT_ID" val="custom20223128_4*l_h_i*1_3_3"/>
  <p:tag name="KSO_WM_TEMPLATE_CATEGORY" val="custom"/>
  <p:tag name="KSO_WM_TEMPLATE_INDEX" val="20223128"/>
  <p:tag name="KSO_WM_UNIT_LAYERLEVEL" val="1_1_1"/>
  <p:tag name="KSO_WM_TAG_VERSION" val="1.0"/>
  <p:tag name="KSO_WM_BEAUTIFY_FLAG" val="#wm#"/>
  <p:tag name="KSO_WM_UNIT_TYPE" val="l_h_i"/>
  <p:tag name="KSO_WM_UNIT_INDEX" val="1_3_3"/>
  <p:tag name="KSO_WM_DIAGRAM_GROUP_CODE" val="l1-1"/>
  <p:tag name="KSO_WM_CHIP_GROUPID" val="61921d1218adb49c6c1f3c4f"/>
  <p:tag name="KSO_WM_CHIP_XID" val="619705ff72aa72a6a81bcf51"/>
  <p:tag name="KSO_WM_UNIT_TEXT_FILL_FORE_SCHEMECOLOR_INDEX_BRIGHTNESS" val="0"/>
  <p:tag name="KSO_WM_UNIT_TEXT_FILL_FORE_SCHEMECOLOR_INDEX" val="14"/>
  <p:tag name="KSO_WM_UNIT_TEXT_FILL_TYPE" val="1"/>
  <p:tag name="KSO_WM_UNIT_VALUE" val="1"/>
  <p:tag name="KSO_WM_UNIT_USESOURCEFORMAT_APPLY" val="1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3128_4**"/>
  <p:tag name="KSO_WM_TEMPLATE_CATEGORY" val="custom"/>
  <p:tag name="KSO_WM_TEMPLATE_INDEX" val="20223128"/>
  <p:tag name="KSO_WM_UNIT_LAYERLEVEL" val="1"/>
  <p:tag name="KSO_WM_TAG_VERSION" val="1.0"/>
  <p:tag name="KSO_WM_BEAUTIFY_FLAG" val="#wm#"/>
  <p:tag name="KSO_WM_CHIP_GROUPID" val="61921d1218adb49c6c1f3c4f"/>
  <p:tag name="KSO_WM_CHIP_XID" val="619705ff72aa72a6a81bcf51"/>
  <p:tag name="KSO_WM_UNIT_DEC_AREA_ID" val="a8d4de57ac584052ae7cf9c611e059fa"/>
  <p:tag name="KSO_WM_CHIP_FILLAREA_FILL_RULE" val="{&quot;fill_align&quot;:&quot;lm&quot;,&quot;fill_mode&quot;:&quot;fix&quot;,&quot;sacle_strategy&quot;:&quot;stretch&quot;}"/>
  <p:tag name="KSO_WM_ASSEMBLE_CHIP_INDEX" val="b3ab7f0100894053a1f4948d4269af28"/>
  <p:tag name="KSO_WM_UNIT_USESOURCEFORMAT_APPLY" val="1"/>
</p:tagLst>
</file>

<file path=ppt/tags/tag181.xml><?xml version="1.0" encoding="utf-8"?>
<p:tagLst xmlns:p="http://schemas.openxmlformats.org/presentationml/2006/main">
  <p:tag name="KSO_WM_UNIT_BLOCK" val="0"/>
  <p:tag name="KSO_WM_UNIT_DEC_AREA_ID" val="1676a3ccae964ef6941a07d7e98c8098"/>
  <p:tag name="KSO_WM_UNIT_HIGHLIGHT" val="0"/>
  <p:tag name="KSO_WM_UNIT_COMPATIBLE" val="0"/>
  <p:tag name="KSO_WM_UNIT_DIAGRAM_ISNUMVISUAL" val="0"/>
  <p:tag name="KSO_WM_UNIT_DIAGRAM_ISREFERUNIT" val="0"/>
  <p:tag name="KSO_WM_UNIT_ID" val="custom20223128_4*l_h_i*1_4_1"/>
  <p:tag name="KSO_WM_TEMPLATE_CATEGORY" val="custom"/>
  <p:tag name="KSO_WM_TEMPLATE_INDEX" val="20223128"/>
  <p:tag name="KSO_WM_UNIT_LAYERLEVEL" val="1_1_1"/>
  <p:tag name="KSO_WM_TAG_VERSION" val="1.0"/>
  <p:tag name="KSO_WM_BEAUTIFY_FLAG" val="#wm#"/>
  <p:tag name="KSO_WM_UNIT_TYPE" val="l_h_i"/>
  <p:tag name="KSO_WM_UNIT_INDEX" val="1_4_1"/>
  <p:tag name="KSO_WM_DIAGRAM_GROUP_CODE" val="l1-1"/>
  <p:tag name="KSO_WM_CHIP_GROUPID" val="61921d1218adb49c6c1f3c4f"/>
  <p:tag name="KSO_WM_CHIP_XID" val="619705ff72aa72a6a81bcf5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  <p:tag name="KSO_WM_UNIT_VALUE" val="20"/>
  <p:tag name="KSO_WM_UNIT_USESOURCEFORMAT_APPLY" val="1"/>
</p:tagLst>
</file>

<file path=ppt/tags/tag182.xml><?xml version="1.0" encoding="utf-8"?>
<p:tagLst xmlns:p="http://schemas.openxmlformats.org/presentationml/2006/main">
  <p:tag name="KSO_WM_UNIT_BLOCK" val="0"/>
  <p:tag name="KSO_WM_UNIT_DEC_AREA_ID" val="ec29ca12f3a64ad382946137627d7cee"/>
  <p:tag name="KSO_WM_UNIT_HIGHLIGHT" val="0"/>
  <p:tag name="KSO_WM_UNIT_COMPATIBLE" val="0"/>
  <p:tag name="KSO_WM_UNIT_DIAGRAM_ISNUMVISUAL" val="0"/>
  <p:tag name="KSO_WM_UNIT_DIAGRAM_ISREFERUNIT" val="0"/>
  <p:tag name="KSO_WM_UNIT_ID" val="custom20223128_4*l_h_a*1_4_1"/>
  <p:tag name="KSO_WM_TEMPLATE_CATEGORY" val="custom"/>
  <p:tag name="KSO_WM_TEMPLATE_INDEX" val="20223128"/>
  <p:tag name="KSO_WM_UNIT_LAYERLEVEL" val="1_1_1"/>
  <p:tag name="KSO_WM_TAG_VERSION" val="1.0"/>
  <p:tag name="KSO_WM_BEAUTIFY_FLAG" val="#wm#"/>
  <p:tag name="KSO_WM_UNIT_ISCONTENTSTITLE" val="0"/>
  <p:tag name="KSO_WM_UNIT_ISNUMDGMTITLE" val="0"/>
  <p:tag name="KSO_WM_UNIT_PRESET_TEXT" val="单击添加标题"/>
  <p:tag name="KSO_WM_UNIT_NOCLEAR" val="0"/>
  <p:tag name="KSO_WM_UNIT_TYPE" val="l_h_a"/>
  <p:tag name="KSO_WM_UNIT_INDEX" val="1_4_1"/>
  <p:tag name="KSO_WM_DIAGRAM_GROUP_CODE" val="l1-1"/>
  <p:tag name="KSO_WM_CHIP_GROUPID" val="61921d1218adb49c6c1f3c4f"/>
  <p:tag name="KSO_WM_CHIP_XID" val="619705ff72aa72a6a81bcf51"/>
  <p:tag name="KSO_WM_UNIT_TEXT_FILL_FORE_SCHEMECOLOR_INDEX_BRIGHTNESS" val="0.15"/>
  <p:tag name="KSO_WM_UNIT_TEXT_FILL_FORE_SCHEMECOLOR_INDEX" val="13"/>
  <p:tag name="KSO_WM_UNIT_TEXT_FILL_TYPE" val="1"/>
  <p:tag name="KSO_WM_UNIT_VALUE" val="8"/>
  <p:tag name="KSO_WM_UNIT_USESOURCEFORMAT_APPLY" val="1"/>
</p:tagLst>
</file>

<file path=ppt/tags/tag183.xml><?xml version="1.0" encoding="utf-8"?>
<p:tagLst xmlns:p="http://schemas.openxmlformats.org/presentationml/2006/main">
  <p:tag name="KSO_WM_UNIT_BLOCK" val="0"/>
  <p:tag name="KSO_WM_UNIT_DEC_AREA_ID" val="3ff4cf83aca44f97bfcc75f323051b41"/>
  <p:tag name="KSO_WM_UNIT_HIGHLIGHT" val="0"/>
  <p:tag name="KSO_WM_UNIT_COMPATIBLE" val="0"/>
  <p:tag name="KSO_WM_UNIT_DIAGRAM_ISNUMVISUAL" val="0"/>
  <p:tag name="KSO_WM_UNIT_DIAGRAM_ISREFERUNIT" val="0"/>
  <p:tag name="KSO_WM_UNIT_ID" val="custom20223128_4*l_h_i*1_4_2"/>
  <p:tag name="KSO_WM_TEMPLATE_CATEGORY" val="custom"/>
  <p:tag name="KSO_WM_TEMPLATE_INDEX" val="20223128"/>
  <p:tag name="KSO_WM_UNIT_LAYERLEVEL" val="1_1_1"/>
  <p:tag name="KSO_WM_TAG_VERSION" val="1.0"/>
  <p:tag name="KSO_WM_BEAUTIFY_FLAG" val="#wm#"/>
  <p:tag name="KSO_WM_UNIT_TYPE" val="l_h_i"/>
  <p:tag name="KSO_WM_UNIT_INDEX" val="1_4_2"/>
  <p:tag name="KSO_WM_DIAGRAM_GROUP_CODE" val="l1-1"/>
  <p:tag name="KSO_WM_CHIP_GROUPID" val="61921d1218adb49c6c1f3c4f"/>
  <p:tag name="KSO_WM_CHIP_XID" val="619705ff72aa72a6a81bcf5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3"/>
  <p:tag name="KSO_WM_UNIT_USESOURCEFORMAT_APPLY" val="1"/>
</p:tagLst>
</file>

<file path=ppt/tags/tag184.xml><?xml version="1.0" encoding="utf-8"?>
<p:tagLst xmlns:p="http://schemas.openxmlformats.org/presentationml/2006/main">
  <p:tag name="KSO_WM_UNIT_BLOCK" val="0"/>
  <p:tag name="KSO_WM_UNIT_DEC_AREA_ID" val="28624bb1c71c43e1a46b449a94867fc4"/>
  <p:tag name="KSO_WM_UNIT_HIGHLIGHT" val="0"/>
  <p:tag name="KSO_WM_UNIT_COMPATIBLE" val="0"/>
  <p:tag name="KSO_WM_UNIT_DIAGRAM_ISNUMVISUAL" val="0"/>
  <p:tag name="KSO_WM_UNIT_DIAGRAM_ISREFERUNIT" val="0"/>
  <p:tag name="KSO_WM_UNIT_ID" val="custom20223128_4*l_h_i*1_4_3"/>
  <p:tag name="KSO_WM_TEMPLATE_CATEGORY" val="custom"/>
  <p:tag name="KSO_WM_TEMPLATE_INDEX" val="20223128"/>
  <p:tag name="KSO_WM_UNIT_LAYERLEVEL" val="1_1_1"/>
  <p:tag name="KSO_WM_TAG_VERSION" val="1.0"/>
  <p:tag name="KSO_WM_BEAUTIFY_FLAG" val="#wm#"/>
  <p:tag name="KSO_WM_UNIT_TYPE" val="l_h_i"/>
  <p:tag name="KSO_WM_UNIT_INDEX" val="1_4_3"/>
  <p:tag name="KSO_WM_DIAGRAM_GROUP_CODE" val="l1-1"/>
  <p:tag name="KSO_WM_CHIP_GROUPID" val="61921d1218adb49c6c1f3c4f"/>
  <p:tag name="KSO_WM_CHIP_XID" val="619705ff72aa72a6a81bcf51"/>
  <p:tag name="KSO_WM_UNIT_TEXT_FILL_FORE_SCHEMECOLOR_INDEX_BRIGHTNESS" val="0"/>
  <p:tag name="KSO_WM_UNIT_TEXT_FILL_FORE_SCHEMECOLOR_INDEX" val="14"/>
  <p:tag name="KSO_WM_UNIT_TEXT_FILL_TYPE" val="1"/>
  <p:tag name="KSO_WM_UNIT_VALUE" val="1"/>
  <p:tag name="KSO_WM_UNIT_USESOURCEFORMAT_APPLY" val="1"/>
</p:tagLst>
</file>

<file path=ppt/tags/tag185.xml><?xml version="1.0" encoding="utf-8"?>
<p:tagLst xmlns:p="http://schemas.openxmlformats.org/presentationml/2006/main">
  <p:tag name="KSO_WM_UNIT_DEFAULT_FONT" val="28;28;2"/>
  <p:tag name="KSO_WM_UNIT_BLOCK" val="0"/>
  <p:tag name="KSO_WM_UNIT_DEC_AREA_ID" val="5b260bcaede64967a774e0c39868ca0f"/>
  <p:tag name="KSO_WM_UNIT_HIGHLIGHT" val="0"/>
  <p:tag name="KSO_WM_UNIT_COMPATIBLE" val="0"/>
  <p:tag name="KSO_WM_UNIT_DIAGRAM_ISNUMVISUAL" val="0"/>
  <p:tag name="KSO_WM_UNIT_DIAGRAM_ISREFERUNIT" val="0"/>
  <p:tag name="KSO_WM_UNIT_ID" val="custom20223128_4*b*1"/>
  <p:tag name="KSO_WM_TEMPLATE_CATEGORY" val="custom"/>
  <p:tag name="KSO_WM_TEMPLATE_INDEX" val="2022312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/CONTENTS"/>
  <p:tag name="KSO_WM_UNIT_NOCLEAR" val="0"/>
  <p:tag name="KSO_WM_UNIT_VALUE" val="6"/>
  <p:tag name="KSO_WM_UNIT_TYPE" val="b"/>
  <p:tag name="KSO_WM_UNIT_INDEX" val="1"/>
  <p:tag name="KSO_WM_DIAGRAM_GROUP_CODE" val="l1-1"/>
  <p:tag name="KSO_WM_CHIP_GROUPID" val="61921d1218adb49c6c1f3c4f"/>
  <p:tag name="KSO_WM_CHIP_XID" val="619705ff72aa72a6a81bcf51"/>
  <p:tag name="KSO_WM_CHIP_FILLAREA_FILL_RULE" val="{&quot;fill_align&quot;:&quot;lm&quot;,&quot;fill_mode&quot;:&quot;fix&quot;,&quot;sacle_strategy&quot;:&quot;stretch&quot;}"/>
  <p:tag name="KSO_WM_ASSEMBLE_CHIP_INDEX" val="b3ab7f0100894053a1f4948d4269af28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3128_4**"/>
  <p:tag name="KSO_WM_TEMPLATE_CATEGORY" val="custom"/>
  <p:tag name="KSO_WM_TEMPLATE_INDEX" val="20223128"/>
  <p:tag name="KSO_WM_UNIT_LAYERLEVEL" val="1"/>
  <p:tag name="KSO_WM_TAG_VERSION" val="1.0"/>
  <p:tag name="KSO_WM_BEAUTIFY_FLAG" val="#wm#"/>
  <p:tag name="KSO_WM_CHIP_GROUPID" val="61921d1218adb49c6c1f3c4f"/>
  <p:tag name="KSO_WM_CHIP_XID" val="619705ff72aa72a6a81bcf51"/>
  <p:tag name="KSO_WM_UNIT_DEC_AREA_ID" val="a8d4de57ac584052ae7cf9c611e059fa"/>
  <p:tag name="KSO_WM_CHIP_FILLAREA_FILL_RULE" val="{&quot;fill_align&quot;:&quot;lm&quot;,&quot;fill_mode&quot;:&quot;fix&quot;,&quot;sacle_strategy&quot;:&quot;stretch&quot;}"/>
  <p:tag name="KSO_WM_ASSEMBLE_CHIP_INDEX" val="b3ab7f0100894053a1f4948d4269af28"/>
  <p:tag name="KSO_WM_UNIT_USESOURCEFORMAT_APPLY" val="1"/>
</p:tagLst>
</file>

<file path=ppt/tags/tag187.xml><?xml version="1.0" encoding="utf-8"?>
<p:tagLst xmlns:p="http://schemas.openxmlformats.org/presentationml/2006/main">
  <p:tag name="KSO_WM_UNIT_BLOCK" val="0"/>
  <p:tag name="KSO_WM_UNIT_DEC_AREA_ID" val="1676a3ccae964ef6941a07d7e98c8098"/>
  <p:tag name="KSO_WM_UNIT_HIGHLIGHT" val="0"/>
  <p:tag name="KSO_WM_UNIT_COMPATIBLE" val="0"/>
  <p:tag name="KSO_WM_UNIT_DIAGRAM_ISNUMVISUAL" val="0"/>
  <p:tag name="KSO_WM_UNIT_DIAGRAM_ISREFERUNIT" val="0"/>
  <p:tag name="KSO_WM_UNIT_ID" val="custom20223128_4*l_h_i*1_4_1"/>
  <p:tag name="KSO_WM_TEMPLATE_CATEGORY" val="custom"/>
  <p:tag name="KSO_WM_TEMPLATE_INDEX" val="20223128"/>
  <p:tag name="KSO_WM_UNIT_LAYERLEVEL" val="1_1_1"/>
  <p:tag name="KSO_WM_TAG_VERSION" val="1.0"/>
  <p:tag name="KSO_WM_BEAUTIFY_FLAG" val=""/>
  <p:tag name="KSO_WM_UNIT_TYPE" val="l_h_i"/>
  <p:tag name="KSO_WM_UNIT_INDEX" val="1_4_1"/>
  <p:tag name="KSO_WM_DIAGRAM_GROUP_CODE" val="l1-1"/>
  <p:tag name="KSO_WM_CHIP_GROUPID" val="61921d1218adb49c6c1f3c4f"/>
  <p:tag name="KSO_WM_CHIP_XID" val="619705ff72aa72a6a81bcf5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  <p:tag name="KSO_WM_UNIT_VALUE" val="20"/>
  <p:tag name="KSO_WM_UNIT_USESOURCEFORMAT_APPLY" val="1"/>
</p:tagLst>
</file>

<file path=ppt/tags/tag188.xml><?xml version="1.0" encoding="utf-8"?>
<p:tagLst xmlns:p="http://schemas.openxmlformats.org/presentationml/2006/main">
  <p:tag name="KSO_WM_UNIT_BLOCK" val="0"/>
  <p:tag name="KSO_WM_UNIT_DEC_AREA_ID" val="ec29ca12f3a64ad382946137627d7cee"/>
  <p:tag name="KSO_WM_UNIT_HIGHLIGHT" val="0"/>
  <p:tag name="KSO_WM_UNIT_COMPATIBLE" val="0"/>
  <p:tag name="KSO_WM_UNIT_DIAGRAM_ISNUMVISUAL" val="0"/>
  <p:tag name="KSO_WM_UNIT_DIAGRAM_ISREFERUNIT" val="0"/>
  <p:tag name="KSO_WM_UNIT_ID" val="custom20223128_4*l_h_a*1_4_1"/>
  <p:tag name="KSO_WM_TEMPLATE_CATEGORY" val="custom"/>
  <p:tag name="KSO_WM_TEMPLATE_INDEX" val="20223128"/>
  <p:tag name="KSO_WM_UNIT_LAYERLEVEL" val="1_1_1"/>
  <p:tag name="KSO_WM_TAG_VERSION" val="1.0"/>
  <p:tag name="KSO_WM_BEAUTIFY_FLAG" val=""/>
  <p:tag name="KSO_WM_UNIT_ISCONTENTSTITLE" val="0"/>
  <p:tag name="KSO_WM_UNIT_ISNUMDGMTITLE" val="0"/>
  <p:tag name="KSO_WM_UNIT_PRESET_TEXT" val="单击添加标题"/>
  <p:tag name="KSO_WM_UNIT_NOCLEAR" val="0"/>
  <p:tag name="KSO_WM_UNIT_TYPE" val="l_h_a"/>
  <p:tag name="KSO_WM_UNIT_INDEX" val="1_4_1"/>
  <p:tag name="KSO_WM_DIAGRAM_GROUP_CODE" val="l1-1"/>
  <p:tag name="KSO_WM_CHIP_GROUPID" val="61921d1218adb49c6c1f3c4f"/>
  <p:tag name="KSO_WM_CHIP_XID" val="619705ff72aa72a6a81bcf51"/>
  <p:tag name="KSO_WM_UNIT_TEXT_FILL_FORE_SCHEMECOLOR_INDEX_BRIGHTNESS" val="0.15"/>
  <p:tag name="KSO_WM_UNIT_TEXT_FILL_FORE_SCHEMECOLOR_INDEX" val="13"/>
  <p:tag name="KSO_WM_UNIT_TEXT_FILL_TYPE" val="1"/>
  <p:tag name="KSO_WM_UNIT_VALUE" val="8"/>
  <p:tag name="KSO_WM_UNIT_USESOURCEFORMAT_APPLY" val="1"/>
</p:tagLst>
</file>

<file path=ppt/tags/tag189.xml><?xml version="1.0" encoding="utf-8"?>
<p:tagLst xmlns:p="http://schemas.openxmlformats.org/presentationml/2006/main">
  <p:tag name="KSO_WM_UNIT_BLOCK" val="0"/>
  <p:tag name="KSO_WM_UNIT_DEC_AREA_ID" val="3ff4cf83aca44f97bfcc75f323051b41"/>
  <p:tag name="KSO_WM_UNIT_HIGHLIGHT" val="0"/>
  <p:tag name="KSO_WM_UNIT_COMPATIBLE" val="0"/>
  <p:tag name="KSO_WM_UNIT_DIAGRAM_ISNUMVISUAL" val="0"/>
  <p:tag name="KSO_WM_UNIT_DIAGRAM_ISREFERUNIT" val="0"/>
  <p:tag name="KSO_WM_UNIT_ID" val="custom20223128_4*l_h_i*1_4_2"/>
  <p:tag name="KSO_WM_TEMPLATE_CATEGORY" val="custom"/>
  <p:tag name="KSO_WM_TEMPLATE_INDEX" val="20223128"/>
  <p:tag name="KSO_WM_UNIT_LAYERLEVEL" val="1_1_1"/>
  <p:tag name="KSO_WM_TAG_VERSION" val="1.0"/>
  <p:tag name="KSO_WM_BEAUTIFY_FLAG" val=""/>
  <p:tag name="KSO_WM_UNIT_TYPE" val="l_h_i"/>
  <p:tag name="KSO_WM_UNIT_INDEX" val="1_4_2"/>
  <p:tag name="KSO_WM_DIAGRAM_GROUP_CODE" val="l1-1"/>
  <p:tag name="KSO_WM_CHIP_GROUPID" val="61921d1218adb49c6c1f3c4f"/>
  <p:tag name="KSO_WM_CHIP_XID" val="619705ff72aa72a6a81bcf5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3"/>
  <p:tag name="KSO_WM_UNIT_USESOURCEFORMAT_APPLY" val="1"/>
</p:tagLst>
</file>

<file path=ppt/tags/tag190.xml><?xml version="1.0" encoding="utf-8"?>
<p:tagLst xmlns:p="http://schemas.openxmlformats.org/presentationml/2006/main">
  <p:tag name="KSO_WM_UNIT_BLOCK" val="0"/>
  <p:tag name="KSO_WM_UNIT_DEC_AREA_ID" val="28624bb1c71c43e1a46b449a94867fc4"/>
  <p:tag name="KSO_WM_UNIT_HIGHLIGHT" val="0"/>
  <p:tag name="KSO_WM_UNIT_COMPATIBLE" val="0"/>
  <p:tag name="KSO_WM_UNIT_DIAGRAM_ISNUMVISUAL" val="0"/>
  <p:tag name="KSO_WM_UNIT_DIAGRAM_ISREFERUNIT" val="0"/>
  <p:tag name="KSO_WM_UNIT_ID" val="custom20223128_4*l_h_i*1_4_3"/>
  <p:tag name="KSO_WM_TEMPLATE_CATEGORY" val="custom"/>
  <p:tag name="KSO_WM_TEMPLATE_INDEX" val="20223128"/>
  <p:tag name="KSO_WM_UNIT_LAYERLEVEL" val="1_1_1"/>
  <p:tag name="KSO_WM_TAG_VERSION" val="1.0"/>
  <p:tag name="KSO_WM_BEAUTIFY_FLAG" val=""/>
  <p:tag name="KSO_WM_UNIT_TYPE" val="l_h_i"/>
  <p:tag name="KSO_WM_UNIT_INDEX" val="1_4_3"/>
  <p:tag name="KSO_WM_DIAGRAM_GROUP_CODE" val="l1-1"/>
  <p:tag name="KSO_WM_CHIP_GROUPID" val="61921d1218adb49c6c1f3c4f"/>
  <p:tag name="KSO_WM_CHIP_XID" val="619705ff72aa72a6a81bcf51"/>
  <p:tag name="KSO_WM_UNIT_TEXT_FILL_FORE_SCHEMECOLOR_INDEX_BRIGHTNESS" val="0"/>
  <p:tag name="KSO_WM_UNIT_TEXT_FILL_FORE_SCHEMECOLOR_INDEX" val="14"/>
  <p:tag name="KSO_WM_UNIT_TEXT_FILL_TYPE" val="1"/>
  <p:tag name="KSO_WM_UNIT_VALUE" val="1"/>
  <p:tag name="KSO_WM_UNIT_USESOURCEFORMAT_APPLY" val="1"/>
</p:tagLst>
</file>

<file path=ppt/tags/tag191.xml><?xml version="1.0" encoding="utf-8"?>
<p:tagLst xmlns:p="http://schemas.openxmlformats.org/presentationml/2006/main">
  <p:tag name="KSO_WM_SLIDE_ID" val="custom2022312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3128"/>
  <p:tag name="KSO_WM_SLIDE_LAYOUT" val="a_b_l"/>
  <p:tag name="KSO_WM_SLIDE_LAYOUT_CNT" val="1_1_1"/>
  <p:tag name="KSO_WM_CHIP_INFOS" val="{&quot;type&quot;:0,&quot;layout_type&quot;:&quot;1_NF_RC_9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227018adb49c6c1f3e73"/>
  <p:tag name="KSO_WM_CHIP_FILLPROP" val="[[{&quot;text_align&quot;:&quot;lm&quot;,&quot;text_direction&quot;:&quot;horizontal&quot;,&quot;support_big_font&quot;:false,&quot;picture_toward&quot;:0,&quot;picture_dockside&quot;:[],&quot;fill_id&quot;:&quot;e303a136c055462db3fd25bea027f8ce&quot;,&quot;fill_align&quot;:&quot;lm&quot;,&quot;chip_types&quot;:[&quot;diagram&quot;,&quot;header&quot;]}],[{&quot;text_align&quot;:&quot;cm&quot;,&quot;text_direction&quot;:&quot;horizontal&quot;,&quot;support_big_font&quot;:false,&quot;picture_toward&quot;:0,&quot;picture_dockside&quot;:[],&quot;fill_id&quot;:&quot;e303a136c055462db3fd25bea027f8ce&quot;,&quot;fill_align&quot;:&quot;cm&quot;,&quot;chip_types&quot;:[&quot;diagram&quot;]}],[{&quot;text_align&quot;:&quot;cm&quot;,&quot;text_direction&quot;:&quot;horizontal&quot;,&quot;support_big_font&quot;:false,&quot;picture_toward&quot;:0,&quot;picture_dockside&quot;:[],&quot;fill_id&quot;:&quot;e303a136c055462db3fd25bea027f8ce&quot;,&quot;fill_align&quot;:&quot;lm&quot;,&quot;chip_types&quot;:[&quot;diagram&quot;]}],[{&quot;text_align&quot;:&quot;lm&quot;,&quot;text_direction&quot;:&quot;horizontal&quot;,&quot;support_big_font&quot;:false,&quot;picture_toward&quot;:0,&quot;picture_dockside&quot;:[],&quot;fill_id&quot;:&quot;e303a136c055462db3fd25bea027f8ce&quot;,&quot;fill_align&quot;:&quot;cm&quot;,&quot;chip_types&quot;:[&quot;diagram&quot;]}],[{&quot;text_align&quot;:&quot;lm&quot;,&quot;text_direction&quot;:&quot;horizontal&quot;,&quot;support_big_font&quot;:false,&quot;picture_toward&quot;:0,&quot;picture_dockside&quot;:[],&quot;fill_id&quot;:&quot;e303a136c055462db3fd25bea027f8ce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e303a136c055462db3fd25bea027f8ce&quot;,&quot;fill_align&quot;:&quot;rm&quot;,&quot;chip_types&quot;:[&quot;header&quot;]}]]"/>
  <p:tag name="KSO_WM_CHIP_DECFILLPROP" val="[]"/>
  <p:tag name="KSO_WM_CHIP_GROUPID" val="6193227018adb49c6c1f3e75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311ae63a35593066d0ad8a8"/>
  <p:tag name="KSO_WM_TEMPLATE_ASSEMBLE_GROUPID" val="62cbd1ac67e1b3ac3a1081fd"/>
</p:tagLst>
</file>

<file path=ppt/tags/tag192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3128_7*a*1"/>
  <p:tag name="KSO_WM_TEMPLATE_CATEGORY" val="custom"/>
  <p:tag name="KSO_WM_TEMPLATE_INDEX" val="20223128"/>
  <p:tag name="KSO_WM_UNIT_LAYERLEVEL" val="1"/>
  <p:tag name="KSO_WM_TAG_VERSION" val="1.0"/>
  <p:tag name="KSO_WM_BEAUTIFY_FLAG" val="#wm#"/>
  <p:tag name="KSO_WM_UNIT_DEFAULT_FONT" val="44;48;2"/>
  <p:tag name="KSO_WM_UNIT_BLOCK" val="0"/>
  <p:tag name="KSO_WM_UNIT_DEC_AREA_ID" val="c70e0729c0bd4077a4a51c4f7cc55d2d"/>
  <p:tag name="KSO_WM_CHIP_GROUPID" val="6184fb2204b8904ebc644da0"/>
  <p:tag name="KSO_WM_CHIP_XID" val="6184fb2204b8904ebc644d9d"/>
  <p:tag name="KSO_WM_CHIP_FILLAREA_FILL_RULE" val="{&quot;fill_align&quot;:&quot;cm&quot;,&quot;fill_mode&quot;:&quot;adaptive&quot;,&quot;sacle_strategy&quot;:&quot;smart&quot;}"/>
  <p:tag name="KSO_WM_ASSEMBLE_CHIP_INDEX" val="e37540552a424fa7855761727fee0478"/>
  <p:tag name="KSO_WM_UNIT_TEXT_FILL_FORE_SCHEMECOLOR_INDEX_BRIGHTNESS" val="0.15"/>
  <p:tag name="KSO_WM_UNIT_TEXT_FILL_FORE_SCHEMECOLOR_INDEX" val="13"/>
  <p:tag name="KSO_WM_UNIT_TEXT_FILL_TYPE" val="1"/>
</p:tagLst>
</file>

<file path=ppt/tags/tag193.xml><?xml version="1.0" encoding="utf-8"?>
<p:tagLst xmlns:p="http://schemas.openxmlformats.org/presentationml/2006/main">
  <p:tag name="KSO_WM_UNIT_PRESET_TEXT" val="01"/>
  <p:tag name="KSO_WM_UNIT_NOCLEAR" val="0"/>
  <p:tag name="KSO_WM_UNIT_VALUE" val="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23128_7*e*1"/>
  <p:tag name="KSO_WM_TEMPLATE_CATEGORY" val="custom"/>
  <p:tag name="KSO_WM_TEMPLATE_INDEX" val="20223128"/>
  <p:tag name="KSO_WM_UNIT_LAYERLEVEL" val="1"/>
  <p:tag name="KSO_WM_TAG_VERSION" val="1.0"/>
  <p:tag name="KSO_WM_BEAUTIFY_FLAG" val="#wm#"/>
  <p:tag name="KSO_WM_UNIT_DEFAULT_FONT" val="72;80;2"/>
  <p:tag name="KSO_WM_UNIT_BLOCK" val="0"/>
  <p:tag name="KSO_WM_UNIT_DEC_AREA_ID" val="da4bd587d3f744a8bb61708ce5d4300d"/>
  <p:tag name="KSO_WM_CHIP_GROUPID" val="6184fb2204b8904ebc644da0"/>
  <p:tag name="KSO_WM_CHIP_XID" val="6184fb2204b8904ebc644d9d"/>
  <p:tag name="KSO_WM_CHIP_FILLAREA_FILL_RULE" val="{&quot;fill_align&quot;:&quot;cm&quot;,&quot;fill_mode&quot;:&quot;adaptive&quot;,&quot;sacle_strategy&quot;:&quot;smart&quot;}"/>
  <p:tag name="KSO_WM_ASSEMBLE_CHIP_INDEX" val="e37540552a424fa7855761727fee0478"/>
  <p:tag name="KSO_WM_UNIT_TEXT_FILL_FORE_SCHEMECOLOR_INDEX_BRIGHTNESS" val="0"/>
  <p:tag name="KSO_WM_UNIT_TEXT_FILL_FORE_SCHEMECOLOR_INDEX" val="5"/>
  <p:tag name="KSO_WM_UNIT_TEXT_FILL_TYPE" val="1"/>
</p:tagLst>
</file>

<file path=ppt/tags/tag19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95.xml><?xml version="1.0" encoding="utf-8"?>
<p:tagLst xmlns:p="http://schemas.openxmlformats.org/presentationml/2006/main">
  <p:tag name="KSO_WM_BEAUTIFY_FLAG" val="#wm#"/>
  <p:tag name="KSO_WM_TEMPLATE_CATEGORY" val="custom"/>
  <p:tag name="KSO_WM_TEMPLATE_INDEX" val="20223128"/>
  <p:tag name="KSO_WM_SPECIAL_SOURCE" val="bdnull"/>
  <p:tag name="KSO_WM_CHIP_INFOS" val="{&quot;type&quot;:0,&quot;layout_type&quot;:&quot;1_NF_RC_13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2674f634f99f5c0a1ef321d"/>
  <p:tag name="KSO_WM_CHIP_FILLPROP" val="[[{&quot;text_align&quot;:&quot;lm&quot;,&quot;text_direction&quot;:&quot;horizontal&quot;,&quot;support_big_font&quot;:false,&quot;picture_toward&quot;:0,&quot;picture_dockside&quot;:[],&quot;fill_id&quot;:&quot;e1e5d983c448471aad9aed945e055a0d&quot;,&quot;fill_align&quot;:&quot;cm&quot;,&quot;chip_types&quot;:[&quot;diagram&quot;,&quot;header&quot;]}],[{&quot;text_align&quot;:&quot;lm&quot;,&quot;text_direction&quot;:&quot;horizontal&quot;,&quot;support_big_font&quot;:false,&quot;picture_toward&quot;:0,&quot;picture_dockside&quot;:[],&quot;fill_id&quot;:&quot;e1e5d983c448471aad9aed945e055a0d&quot;,&quot;fill_align&quot;:&quot;lm&quot;,&quot;chip_types&quot;:[&quot;diagram&quot;,&quot;header&quot;]}],[{&quot;text_align&quot;:&quot;cm&quot;,&quot;text_direction&quot;:&quot;horizontal&quot;,&quot;support_big_font&quot;:false,&quot;picture_toward&quot;:0,&quot;picture_dockside&quot;:[],&quot;fill_id&quot;:&quot;e1e5d983c448471aad9aed945e055a0d&quot;,&quot;fill_align&quot;:&quot;lm&quot;,&quot;chip_types&quot;:[&quot;diagram&quot;,&quot;header&quot;]}],[{&quot;text_align&quot;:&quot;cm&quot;,&quot;text_direction&quot;:&quot;horizontal&quot;,&quot;support_big_font&quot;:false,&quot;picture_toward&quot;:0,&quot;picture_dockside&quot;:[],&quot;fill_id&quot;:&quot;e1e5d983c448471aad9aed945e055a0d&quot;,&quot;fill_align&quot;:&quot;lt&quot;,&quot;chip_types&quot;:[&quot;diagram&quot;,&quot;header&quot;]}],[{&quot;text_align&quot;:&quot;cm&quot;,&quot;text_direction&quot;:&quot;horizontal&quot;,&quot;support_big_font&quot;:false,&quot;picture_toward&quot;:0,&quot;picture_dockside&quot;:[],&quot;fill_id&quot;:&quot;e1e5d983c448471aad9aed945e055a0d&quot;,&quot;fill_align&quot;:&quot;lb&quot;,&quot;chip_types&quot;:[&quot;diagram&quot;,&quot;header&quot;]}],[{&quot;text_align&quot;:&quot;lm&quot;,&quot;text_direction&quot;:&quot;horizontal&quot;,&quot;support_big_font&quot;:false,&quot;picture_toward&quot;:0,&quot;picture_dockside&quot;:[],&quot;fill_id&quot;:&quot;e1e5d983c448471aad9aed945e055a0d&quot;,&quot;fill_align&quot;:&quot;lt&quot;,&quot;chip_types&quot;:[&quot;diagram&quot;,&quot;header&quot;]}],[{&quot;text_align&quot;:&quot;lm&quot;,&quot;text_direction&quot;:&quot;horizontal&quot;,&quot;support_big_font&quot;:false,&quot;picture_toward&quot;:0,&quot;picture_dockside&quot;:[],&quot;fill_id&quot;:&quot;e1e5d983c448471aad9aed945e055a0d&quot;,&quot;fill_align&quot;:&quot;lb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e1e5d983c448471aad9aed945e055a0d&quot;,&quot;fill_align&quot;:&quot;r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e1e5d983c448471aad9aed945e055a0d&quot;,&quot;fill_align&quot;:&quot;rb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e1e5d983c448471aad9aed945e055a0d&quot;,&quot;fill_align&quot;:&quot;rt&quot;,&quot;chip_types&quot;:[&quot;diagram&quot;,&quot;header&quot;]}],[{&quot;text_align&quot;:&quot;cm&quot;,&quot;text_direction&quot;:&quot;horizontal&quot;,&quot;support_big_font&quot;:false,&quot;picture_toward&quot;:0,&quot;picture_dockside&quot;:[],&quot;fill_id&quot;:&quot;e1e5d983c448471aad9aed945e055a0d&quot;,&quot;fill_align&quot;:&quot;cm&quot;,&quot;chip_types&quot;:[&quot;diagram&quot;,&quot;header&quot;]}]]"/>
  <p:tag name="KSO_WM_CHIP_DECFILLPROP" val="[]"/>
  <p:tag name="KSO_WM_SLIDE_ID" val="custom20223128_7"/>
  <p:tag name="KSO_WM_TEMPLATE_SUBCATEGORY" val="21"/>
  <p:tag name="KSO_WM_TEMPLATE_MASTER_TYPE" val="1"/>
  <p:tag name="KSO_WM_TEMPLATE_COLOR_TYPE" val="1"/>
  <p:tag name="KSO_WM_SLIDE_ITEM_CNT" val="0"/>
  <p:tag name="KSO_WM_SLIDE_INDEX" val="7"/>
  <p:tag name="KSO_WM_TAG_VERSION" val="1.0"/>
  <p:tag name="KSO_WM_SLIDE_LAYOUT" val="a_b_e_f"/>
  <p:tag name="KSO_WM_SLIDE_LAYOUT_CNT" val="1_1_1_1"/>
  <p:tag name="KSO_WM_CHIP_GROUPID" val="62674f634f99f5c0a1ef321f"/>
  <p:tag name="KSO_WM_SLIDE_LAYOUT_INFO" val="{&quot;id&quot;:&quot;2022-09-02T15:19:18&quot;,&quot;margin&quot;:{&quot;bottom&quot;:5.064125061035156,&quot;left&quot;:13.404272079467773,&quot;right&quot;:6.219952583312988,&quot;top&quot;:3.654778003692627},&quot;type&quot;:0}"/>
  <p:tag name="KSO_WM_SLIDE_BK_DARK_LIGHT" val="2"/>
  <p:tag name="KSO_WM_SLIDE_BACKGROUND_TYPE" val="general"/>
  <p:tag name="KSO_WM_SLIDE_SUPPORT_FEATURE_TYPE" val="0"/>
  <p:tag name="KSO_WM_SLIDE_TYPE" val="sectionTitle"/>
  <p:tag name="KSO_WM_CHIP_COLORING" val="1"/>
  <p:tag name="KSO_WM_SLIDE_SUBTYPE" val="pureTxt"/>
  <p:tag name="KSO_WM_TEMPLATE_ASSEMBLE_XID" val="62ccdb427bdb9f75177e693c"/>
  <p:tag name="KSO_WM_TEMPLATE_ASSEMBLE_GROUPID" val="62cbd1ac67e1b3ac3a1081fd"/>
</p:tagLst>
</file>

<file path=ppt/tags/tag196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19*i*1"/>
  <p:tag name="KSO_WM_BEAUTIFY_FLAG" val="#wm#"/>
  <p:tag name="KSO_WM_TAG_VERSION" val="1.0"/>
  <p:tag name="KSO_WM_CHIP_GROUPID" val="62cbd1ac67e1b3ac3a1081fd"/>
  <p:tag name="KSO_WM_CHIP_XID" val="62cbd1fe67e1b3ac3a10865f"/>
  <p:tag name="KSO_WM_UNIT_DEC_AREA_ID" val="1a796e9d8d8344d99968acb27e8cfcf2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afc229a34a34967bdf3ac63f2d6c51d"/>
  <p:tag name="KSO_WM_SLIDE_BACKGROUND_TYPE" val="general"/>
</p:tagLst>
</file>

<file path=ppt/tags/tag197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20*i*1"/>
  <p:tag name="KSO_WM_BEAUTIFY_FLAG" val="#wm#"/>
  <p:tag name="KSO_WM_TAG_VERSION" val="1.0"/>
  <p:tag name="KSO_WM_CHIP_GROUPID" val="62cbd1ac67e1b3ac3a1081fd"/>
  <p:tag name="KSO_WM_CHIP_XID" val="62cbd1fe67e1b3ac3a10866a"/>
  <p:tag name="KSO_WM_UNIT_DEC_AREA_ID" val="76ac0535050d4b0b8ba841fcf5319076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633c398c7514670859d75b3253623c9"/>
  <p:tag name="KSO_WM_SLIDE_BACKGROUND_TYPE" val="general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</p:tagLst>
</file>

<file path=ppt/tags/tag199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SLIDE_BACKGROUND_TYPE" val="general"/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3-10-20T18:34:11&quot;,&quot;maxSize&quot;:{&quot;size1&quot;:20},&quot;minSize&quot;:{&quot;size1&quot;:11.2},&quot;normalSize&quot;:{&quot;size1&quot;:11.2},&quot;subLayout&quot;:[{&quot;id&quot;:&quot;2023-10-20T18:34:11&quot;,&quot;margin&quot;:{&quot;bottom&quot;:0.025999998673796654,&quot;left&quot;:1.2699999809265137,&quot;right&quot;:1.2699999809265137,&quot;top&quot;:0.4230000376701355},&quot;type&quot;:0},{&quot;id&quot;:&quot;2023-10-20T18:34:11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</p:tagLst>
</file>

<file path=ppt/tags/tag202.xml><?xml version="1.0" encoding="utf-8"?>
<p:tagLst xmlns:p="http://schemas.openxmlformats.org/presentationml/2006/main">
  <p:tag name="KSO_WM_UNIT_SUBTYPE" val="v"/>
  <p:tag name="KSO_WM_TEMPLATE_CATEGORY" val="chip"/>
  <p:tag name="KSO_WM_TEMPLATE_INDEX" val="20223128"/>
  <p:tag name="KSO_WM_UNIT_TYPE" val="i"/>
  <p:tag name="KSO_WM_UNIT_INDEX" val="1"/>
  <p:tag name="KSO_WM_UNIT_ID" val="chip20223128_18*i*1"/>
  <p:tag name="KSO_WM_BEAUTIFY_FLAG" val="#wm#"/>
  <p:tag name="KSO_WM_TAG_VERSION" val="1.0"/>
  <p:tag name="KSO_WM_CHIP_GROUPID" val="62cbd1ac67e1b3ac3a1081fd"/>
  <p:tag name="KSO_WM_CHIP_XID" val="62cbd1fe67e1b3ac3a108682"/>
  <p:tag name="KSO_WM_UNIT_DEC_AREA_ID" val="d53bd22930844892ab96d6b0e238ebe0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5c5d7f820ad849ca9ef101454e22e756"/>
  <p:tag name="KSO_WM_SLIDE_BACKGROUND_TYPE" val="general"/>
</p:tagLst>
</file>

<file path=ppt/tags/tag203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19*i*1"/>
  <p:tag name="KSO_WM_BEAUTIFY_FLAG" val="#wm#"/>
  <p:tag name="KSO_WM_TAG_VERSION" val="1.0"/>
  <p:tag name="KSO_WM_CHIP_GROUPID" val="62cbd1ac67e1b3ac3a1081fd"/>
  <p:tag name="KSO_WM_CHIP_XID" val="62cbd1fe67e1b3ac3a10865f"/>
  <p:tag name="KSO_WM_UNIT_DEC_AREA_ID" val="1a796e9d8d8344d99968acb27e8cfcf2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afc229a34a34967bdf3ac63f2d6c51d"/>
  <p:tag name="KSO_WM_SLIDE_BACKGROUND_TYPE" val="general"/>
</p:tagLst>
</file>

<file path=ppt/tags/tag204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20*i*1"/>
  <p:tag name="KSO_WM_BEAUTIFY_FLAG" val="#wm#"/>
  <p:tag name="KSO_WM_TAG_VERSION" val="1.0"/>
  <p:tag name="KSO_WM_CHIP_GROUPID" val="62cbd1ac67e1b3ac3a1081fd"/>
  <p:tag name="KSO_WM_CHIP_XID" val="62cbd1fe67e1b3ac3a10866a"/>
  <p:tag name="KSO_WM_UNIT_DEC_AREA_ID" val="76ac0535050d4b0b8ba841fcf5319076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633c398c7514670859d75b3253623c9"/>
  <p:tag name="KSO_WM_SLIDE_BACKGROUND_TYPE" val="general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</p:tagLst>
</file>

<file path=ppt/tags/tag206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SLIDE_BACKGROUND_TYPE" val="general"/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3-10-20T18:34:13&quot;,&quot;maxSize&quot;:{&quot;size1&quot;:20},&quot;minSize&quot;:{&quot;size1&quot;:11.2},&quot;normalSize&quot;:{&quot;size1&quot;:11.2},&quot;subLayout&quot;:[{&quot;id&quot;:&quot;2023-10-20T18:34:13&quot;,&quot;margin&quot;:{&quot;bottom&quot;:0.025999998673796654,&quot;left&quot;:1.2699999809265137,&quot;right&quot;:1.2699999809265137,&quot;top&quot;:0.4230000376701355},&quot;type&quot;:0},{&quot;id&quot;:&quot;2023-10-20T18:34:13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</p:tagLst>
</file>

<file path=ppt/tags/tag209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19*i*1"/>
  <p:tag name="KSO_WM_BEAUTIFY_FLAG" val="#wm#"/>
  <p:tag name="KSO_WM_TAG_VERSION" val="1.0"/>
  <p:tag name="KSO_WM_CHIP_GROUPID" val="62cbd1ac67e1b3ac3a1081fd"/>
  <p:tag name="KSO_WM_CHIP_XID" val="62cbd1fe67e1b3ac3a10865f"/>
  <p:tag name="KSO_WM_UNIT_DEC_AREA_ID" val="1a796e9d8d8344d99968acb27e8cfcf2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afc229a34a34967bdf3ac63f2d6c51d"/>
  <p:tag name="KSO_WM_SLIDE_BACKGROUND_TYPE" val="general"/>
</p:tagLst>
</file>

<file path=ppt/tags/tag210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20*i*1"/>
  <p:tag name="KSO_WM_BEAUTIFY_FLAG" val="#wm#"/>
  <p:tag name="KSO_WM_TAG_VERSION" val="1.0"/>
  <p:tag name="KSO_WM_CHIP_GROUPID" val="62cbd1ac67e1b3ac3a1081fd"/>
  <p:tag name="KSO_WM_CHIP_XID" val="62cbd1fe67e1b3ac3a10866a"/>
  <p:tag name="KSO_WM_UNIT_DEC_AREA_ID" val="76ac0535050d4b0b8ba841fcf5319076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633c398c7514670859d75b3253623c9"/>
  <p:tag name="KSO_WM_SLIDE_BACKGROUND_TYPE" val="general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</p:tagLst>
</file>

<file path=ppt/tags/tag212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</p:tagLst>
</file>

<file path=ppt/tags/tag213.xml><?xml version="1.0" encoding="utf-8"?>
<p:tagLst xmlns:p="http://schemas.openxmlformats.org/presentationml/2006/main">
  <p:tag name="KSO_WM_SLIDE_BACKGROUND_TYPE" val="general"/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3-10-20T18:34:13&quot;,&quot;maxSize&quot;:{&quot;size1&quot;:20},&quot;minSize&quot;:{&quot;size1&quot;:11.2},&quot;normalSize&quot;:{&quot;size1&quot;:11.2},&quot;subLayout&quot;:[{&quot;id&quot;:&quot;2023-10-20T18:34:13&quot;,&quot;margin&quot;:{&quot;bottom&quot;:0.025999998673796654,&quot;left&quot;:1.2699999809265137,&quot;right&quot;:1.2699999809265137,&quot;top&quot;:0.4230000376701355},&quot;type&quot;:0},{&quot;id&quot;:&quot;2023-10-20T18:34:13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#wm#"/>
  <p:tag name="KSO_WM_TEMPLATE_CATEGORY" val="diagram"/>
  <p:tag name="KSO_WM_TEMPLATE_INDEX" val="20220058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#wm#"/>
  <p:tag name="KSO_WM_TEMPLATE_CATEGORY" val="diagram"/>
  <p:tag name="KSO_WM_TEMPLATE_INDEX" val="20220058"/>
</p:tagLst>
</file>

<file path=ppt/tags/tag222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3128_7*a*1"/>
  <p:tag name="KSO_WM_TEMPLATE_CATEGORY" val="custom"/>
  <p:tag name="KSO_WM_TEMPLATE_INDEX" val="20223128"/>
  <p:tag name="KSO_WM_UNIT_LAYERLEVEL" val="1"/>
  <p:tag name="KSO_WM_TAG_VERSION" val="1.0"/>
  <p:tag name="KSO_WM_BEAUTIFY_FLAG" val="#wm#"/>
  <p:tag name="KSO_WM_UNIT_DEFAULT_FONT" val="44;48;2"/>
  <p:tag name="KSO_WM_UNIT_BLOCK" val="0"/>
  <p:tag name="KSO_WM_UNIT_DEC_AREA_ID" val="c70e0729c0bd4077a4a51c4f7cc55d2d"/>
  <p:tag name="KSO_WM_CHIP_GROUPID" val="6184fb2204b8904ebc644da0"/>
  <p:tag name="KSO_WM_CHIP_XID" val="6184fb2204b8904ebc644d9d"/>
  <p:tag name="KSO_WM_CHIP_FILLAREA_FILL_RULE" val="{&quot;fill_align&quot;:&quot;cm&quot;,&quot;fill_mode&quot;:&quot;adaptive&quot;,&quot;sacle_strategy&quot;:&quot;smart&quot;}"/>
  <p:tag name="KSO_WM_ASSEMBLE_CHIP_INDEX" val="e37540552a424fa7855761727fee0478"/>
  <p:tag name="KSO_WM_UNIT_TEXT_FILL_FORE_SCHEMECOLOR_INDEX_BRIGHTNESS" val="0.15"/>
  <p:tag name="KSO_WM_UNIT_TEXT_FILL_FORE_SCHEMECOLOR_INDEX" val="13"/>
  <p:tag name="KSO_WM_UNIT_TEXT_FILL_TYPE" val="1"/>
</p:tagLst>
</file>

<file path=ppt/tags/tag223.xml><?xml version="1.0" encoding="utf-8"?>
<p:tagLst xmlns:p="http://schemas.openxmlformats.org/presentationml/2006/main">
  <p:tag name="KSO_WM_UNIT_PRESET_TEXT" val="01"/>
  <p:tag name="KSO_WM_UNIT_NOCLEAR" val="0"/>
  <p:tag name="KSO_WM_UNIT_VALUE" val="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23128_7*e*1"/>
  <p:tag name="KSO_WM_TEMPLATE_CATEGORY" val="custom"/>
  <p:tag name="KSO_WM_TEMPLATE_INDEX" val="20223128"/>
  <p:tag name="KSO_WM_UNIT_LAYERLEVEL" val="1"/>
  <p:tag name="KSO_WM_TAG_VERSION" val="1.0"/>
  <p:tag name="KSO_WM_BEAUTIFY_FLAG" val="#wm#"/>
  <p:tag name="KSO_WM_UNIT_DEFAULT_FONT" val="72;80;2"/>
  <p:tag name="KSO_WM_UNIT_BLOCK" val="0"/>
  <p:tag name="KSO_WM_UNIT_DEC_AREA_ID" val="da4bd587d3f744a8bb61708ce5d4300d"/>
  <p:tag name="KSO_WM_CHIP_GROUPID" val="6184fb2204b8904ebc644da0"/>
  <p:tag name="KSO_WM_CHIP_XID" val="6184fb2204b8904ebc644d9d"/>
  <p:tag name="KSO_WM_CHIP_FILLAREA_FILL_RULE" val="{&quot;fill_align&quot;:&quot;cm&quot;,&quot;fill_mode&quot;:&quot;adaptive&quot;,&quot;sacle_strategy&quot;:&quot;smart&quot;}"/>
  <p:tag name="KSO_WM_ASSEMBLE_CHIP_INDEX" val="e37540552a424fa7855761727fee0478"/>
  <p:tag name="KSO_WM_UNIT_TEXT_FILL_FORE_SCHEMECOLOR_INDEX_BRIGHTNESS" val="0"/>
  <p:tag name="KSO_WM_UNIT_TEXT_FILL_FORE_SCHEMECOLOR_INDEX" val="5"/>
  <p:tag name="KSO_WM_UNIT_TEXT_FILL_TYPE" val="1"/>
</p:tagLst>
</file>

<file path=ppt/tags/tag22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25.xml><?xml version="1.0" encoding="utf-8"?>
<p:tagLst xmlns:p="http://schemas.openxmlformats.org/presentationml/2006/main">
  <p:tag name="KSO_WM_BEAUTIFY_FLAG" val="#wm#"/>
  <p:tag name="KSO_WM_TEMPLATE_CATEGORY" val="custom"/>
  <p:tag name="KSO_WM_TEMPLATE_INDEX" val="20223128"/>
  <p:tag name="KSO_WM_SPECIAL_SOURCE" val="bdnull"/>
  <p:tag name="KSO_WM_CHIP_INFOS" val="{&quot;type&quot;:0,&quot;layout_type&quot;:&quot;1_NF_RC_13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2674f634f99f5c0a1ef321d"/>
  <p:tag name="KSO_WM_CHIP_FILLPROP" val="[[{&quot;text_align&quot;:&quot;lm&quot;,&quot;text_direction&quot;:&quot;horizontal&quot;,&quot;support_big_font&quot;:false,&quot;picture_toward&quot;:0,&quot;picture_dockside&quot;:[],&quot;fill_id&quot;:&quot;e1e5d983c448471aad9aed945e055a0d&quot;,&quot;fill_align&quot;:&quot;cm&quot;,&quot;chip_types&quot;:[&quot;diagram&quot;,&quot;header&quot;]}],[{&quot;text_align&quot;:&quot;lm&quot;,&quot;text_direction&quot;:&quot;horizontal&quot;,&quot;support_big_font&quot;:false,&quot;picture_toward&quot;:0,&quot;picture_dockside&quot;:[],&quot;fill_id&quot;:&quot;e1e5d983c448471aad9aed945e055a0d&quot;,&quot;fill_align&quot;:&quot;lm&quot;,&quot;chip_types&quot;:[&quot;diagram&quot;,&quot;header&quot;]}],[{&quot;text_align&quot;:&quot;cm&quot;,&quot;text_direction&quot;:&quot;horizontal&quot;,&quot;support_big_font&quot;:false,&quot;picture_toward&quot;:0,&quot;picture_dockside&quot;:[],&quot;fill_id&quot;:&quot;e1e5d983c448471aad9aed945e055a0d&quot;,&quot;fill_align&quot;:&quot;lm&quot;,&quot;chip_types&quot;:[&quot;diagram&quot;,&quot;header&quot;]}],[{&quot;text_align&quot;:&quot;cm&quot;,&quot;text_direction&quot;:&quot;horizontal&quot;,&quot;support_big_font&quot;:false,&quot;picture_toward&quot;:0,&quot;picture_dockside&quot;:[],&quot;fill_id&quot;:&quot;e1e5d983c448471aad9aed945e055a0d&quot;,&quot;fill_align&quot;:&quot;lt&quot;,&quot;chip_types&quot;:[&quot;diagram&quot;,&quot;header&quot;]}],[{&quot;text_align&quot;:&quot;cm&quot;,&quot;text_direction&quot;:&quot;horizontal&quot;,&quot;support_big_font&quot;:false,&quot;picture_toward&quot;:0,&quot;picture_dockside&quot;:[],&quot;fill_id&quot;:&quot;e1e5d983c448471aad9aed945e055a0d&quot;,&quot;fill_align&quot;:&quot;lb&quot;,&quot;chip_types&quot;:[&quot;diagram&quot;,&quot;header&quot;]}],[{&quot;text_align&quot;:&quot;lm&quot;,&quot;text_direction&quot;:&quot;horizontal&quot;,&quot;support_big_font&quot;:false,&quot;picture_toward&quot;:0,&quot;picture_dockside&quot;:[],&quot;fill_id&quot;:&quot;e1e5d983c448471aad9aed945e055a0d&quot;,&quot;fill_align&quot;:&quot;lt&quot;,&quot;chip_types&quot;:[&quot;diagram&quot;,&quot;header&quot;]}],[{&quot;text_align&quot;:&quot;lm&quot;,&quot;text_direction&quot;:&quot;horizontal&quot;,&quot;support_big_font&quot;:false,&quot;picture_toward&quot;:0,&quot;picture_dockside&quot;:[],&quot;fill_id&quot;:&quot;e1e5d983c448471aad9aed945e055a0d&quot;,&quot;fill_align&quot;:&quot;lb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e1e5d983c448471aad9aed945e055a0d&quot;,&quot;fill_align&quot;:&quot;r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e1e5d983c448471aad9aed945e055a0d&quot;,&quot;fill_align&quot;:&quot;rb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e1e5d983c448471aad9aed945e055a0d&quot;,&quot;fill_align&quot;:&quot;rt&quot;,&quot;chip_types&quot;:[&quot;diagram&quot;,&quot;header&quot;]}],[{&quot;text_align&quot;:&quot;cm&quot;,&quot;text_direction&quot;:&quot;horizontal&quot;,&quot;support_big_font&quot;:false,&quot;picture_toward&quot;:0,&quot;picture_dockside&quot;:[],&quot;fill_id&quot;:&quot;e1e5d983c448471aad9aed945e055a0d&quot;,&quot;fill_align&quot;:&quot;cm&quot;,&quot;chip_types&quot;:[&quot;diagram&quot;,&quot;header&quot;]}]]"/>
  <p:tag name="KSO_WM_CHIP_DECFILLPROP" val="[]"/>
  <p:tag name="KSO_WM_SLIDE_ID" val="custom20223128_7"/>
  <p:tag name="KSO_WM_TEMPLATE_SUBCATEGORY" val="21"/>
  <p:tag name="KSO_WM_TEMPLATE_MASTER_TYPE" val="1"/>
  <p:tag name="KSO_WM_TEMPLATE_COLOR_TYPE" val="1"/>
  <p:tag name="KSO_WM_SLIDE_ITEM_CNT" val="0"/>
  <p:tag name="KSO_WM_SLIDE_INDEX" val="7"/>
  <p:tag name="KSO_WM_TAG_VERSION" val="1.0"/>
  <p:tag name="KSO_WM_SLIDE_LAYOUT" val="a_b_e_f"/>
  <p:tag name="KSO_WM_SLIDE_LAYOUT_CNT" val="1_1_1_1"/>
  <p:tag name="KSO_WM_CHIP_GROUPID" val="62674f634f99f5c0a1ef321f"/>
  <p:tag name="KSO_WM_SLIDE_LAYOUT_INFO" val="{&quot;id&quot;:&quot;2022-09-02T15:19:18&quot;,&quot;margin&quot;:{&quot;bottom&quot;:5.064125061035156,&quot;left&quot;:13.404272079467773,&quot;right&quot;:6.219952583312988,&quot;top&quot;:3.654778003692627},&quot;type&quot;:0}"/>
  <p:tag name="KSO_WM_SLIDE_BK_DARK_LIGHT" val="2"/>
  <p:tag name="KSO_WM_SLIDE_BACKGROUND_TYPE" val="general"/>
  <p:tag name="KSO_WM_SLIDE_SUPPORT_FEATURE_TYPE" val="0"/>
  <p:tag name="KSO_WM_SLIDE_TYPE" val="sectionTitle"/>
  <p:tag name="KSO_WM_CHIP_COLORING" val="1"/>
  <p:tag name="KSO_WM_SLIDE_SUBTYPE" val="pureTxt"/>
  <p:tag name="KSO_WM_TEMPLATE_ASSEMBLE_XID" val="62ccdb427bdb9f75177e693c"/>
  <p:tag name="KSO_WM_TEMPLATE_ASSEMBLE_GROUPID" val="62cbd1ac67e1b3ac3a1081fd"/>
</p:tagLst>
</file>

<file path=ppt/tags/tag226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19*i*1"/>
  <p:tag name="KSO_WM_BEAUTIFY_FLAG" val="#wm#"/>
  <p:tag name="KSO_WM_TAG_VERSION" val="1.0"/>
  <p:tag name="KSO_WM_CHIP_GROUPID" val="62cbd1ac67e1b3ac3a1081fd"/>
  <p:tag name="KSO_WM_CHIP_XID" val="62cbd1fe67e1b3ac3a10865f"/>
  <p:tag name="KSO_WM_UNIT_DEC_AREA_ID" val="1a796e9d8d8344d99968acb27e8cfcf2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afc229a34a34967bdf3ac63f2d6c51d"/>
  <p:tag name="KSO_WM_SLIDE_BACKGROUND_TYPE" val="general"/>
</p:tagLst>
</file>

<file path=ppt/tags/tag227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20*i*1"/>
  <p:tag name="KSO_WM_BEAUTIFY_FLAG" val="#wm#"/>
  <p:tag name="KSO_WM_TAG_VERSION" val="1.0"/>
  <p:tag name="KSO_WM_CHIP_GROUPID" val="62cbd1ac67e1b3ac3a1081fd"/>
  <p:tag name="KSO_WM_CHIP_XID" val="62cbd1fe67e1b3ac3a10866a"/>
  <p:tag name="KSO_WM_UNIT_DEC_AREA_ID" val="76ac0535050d4b0b8ba841fcf5319076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633c398c7514670859d75b3253623c9"/>
  <p:tag name="KSO_WM_SLIDE_BACKGROUND_TYPE" val="general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</p:tagLst>
</file>

<file path=ppt/tags/tag229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SLIDE_BACKGROUND_TYPE" val="general"/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3-10-20T18:34:11&quot;,&quot;maxSize&quot;:{&quot;size1&quot;:20},&quot;minSize&quot;:{&quot;size1&quot;:11.2},&quot;normalSize&quot;:{&quot;size1&quot;:11.2},&quot;subLayout&quot;:[{&quot;id&quot;:&quot;2023-10-20T18:34:11&quot;,&quot;margin&quot;:{&quot;bottom&quot;:0.025999998673796654,&quot;left&quot;:1.2699999809265137,&quot;right&quot;:1.2699999809265137,&quot;top&quot;:0.4230000376701355},&quot;type&quot;:0},{&quot;id&quot;:&quot;2023-10-20T18:34:11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</p:tagLst>
</file>

<file path=ppt/tags/tag232.xml><?xml version="1.0" encoding="utf-8"?>
<p:tagLst xmlns:p="http://schemas.openxmlformats.org/presentationml/2006/main">
  <p:tag name="KSO_WM_UNIT_SUBTYPE" val="v"/>
  <p:tag name="KSO_WM_TEMPLATE_CATEGORY" val="chip"/>
  <p:tag name="KSO_WM_TEMPLATE_INDEX" val="20223128"/>
  <p:tag name="KSO_WM_UNIT_TYPE" val="i"/>
  <p:tag name="KSO_WM_UNIT_INDEX" val="1"/>
  <p:tag name="KSO_WM_UNIT_ID" val="chip20223128_18*i*1"/>
  <p:tag name="KSO_WM_BEAUTIFY_FLAG" val="#wm#"/>
  <p:tag name="KSO_WM_TAG_VERSION" val="1.0"/>
  <p:tag name="KSO_WM_CHIP_GROUPID" val="62cbd1ac67e1b3ac3a1081fd"/>
  <p:tag name="KSO_WM_CHIP_XID" val="62cbd1fe67e1b3ac3a108682"/>
  <p:tag name="KSO_WM_UNIT_DEC_AREA_ID" val="d53bd22930844892ab96d6b0e238ebe0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5c5d7f820ad849ca9ef101454e22e756"/>
  <p:tag name="KSO_WM_SLIDE_BACKGROUND_TYPE" val="general"/>
</p:tagLst>
</file>

<file path=ppt/tags/tag233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19*i*1"/>
  <p:tag name="KSO_WM_BEAUTIFY_FLAG" val="#wm#"/>
  <p:tag name="KSO_WM_TAG_VERSION" val="1.0"/>
  <p:tag name="KSO_WM_CHIP_GROUPID" val="62cbd1ac67e1b3ac3a1081fd"/>
  <p:tag name="KSO_WM_CHIP_XID" val="62cbd1fe67e1b3ac3a10865f"/>
  <p:tag name="KSO_WM_UNIT_DEC_AREA_ID" val="1a796e9d8d8344d99968acb27e8cfcf2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afc229a34a34967bdf3ac63f2d6c51d"/>
  <p:tag name="KSO_WM_SLIDE_BACKGROUND_TYPE" val="general"/>
</p:tagLst>
</file>

<file path=ppt/tags/tag234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20*i*1"/>
  <p:tag name="KSO_WM_BEAUTIFY_FLAG" val="#wm#"/>
  <p:tag name="KSO_WM_TAG_VERSION" val="1.0"/>
  <p:tag name="KSO_WM_CHIP_GROUPID" val="62cbd1ac67e1b3ac3a1081fd"/>
  <p:tag name="KSO_WM_CHIP_XID" val="62cbd1fe67e1b3ac3a10866a"/>
  <p:tag name="KSO_WM_UNIT_DEC_AREA_ID" val="76ac0535050d4b0b8ba841fcf5319076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633c398c7514670859d75b3253623c9"/>
  <p:tag name="KSO_WM_SLIDE_BACKGROUND_TYPE" val="general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</p:tagLst>
</file>

<file path=ppt/tags/tag236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SLIDE_BACKGROUND_TYPE" val="general"/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3-10-20T18:34:13&quot;,&quot;maxSize&quot;:{&quot;size1&quot;:20},&quot;minSize&quot;:{&quot;size1&quot;:11.2},&quot;normalSize&quot;:{&quot;size1&quot;:11.2},&quot;subLayout&quot;:[{&quot;id&quot;:&quot;2023-10-20T18:34:13&quot;,&quot;margin&quot;:{&quot;bottom&quot;:0.025999998673796654,&quot;left&quot;:1.2699999809265137,&quot;right&quot;:1.2699999809265137,&quot;top&quot;:0.4230000376701355},&quot;type&quot;:0},{&quot;id&quot;:&quot;2023-10-20T18:34:13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</p:tagLst>
</file>

<file path=ppt/tags/tag240.xml><?xml version="1.0" encoding="utf-8"?>
<p:tagLst xmlns:p="http://schemas.openxmlformats.org/presentationml/2006/main">
  <p:tag name="KSO_WM_UNIT_SUBTYPE" val="v"/>
  <p:tag name="KSO_WM_TEMPLATE_CATEGORY" val="chip"/>
  <p:tag name="KSO_WM_TEMPLATE_INDEX" val="20223128"/>
  <p:tag name="KSO_WM_UNIT_TYPE" val="i"/>
  <p:tag name="KSO_WM_UNIT_INDEX" val="1"/>
  <p:tag name="KSO_WM_UNIT_ID" val="chip20223128_18*i*1"/>
  <p:tag name="KSO_WM_BEAUTIFY_FLAG" val="#wm#"/>
  <p:tag name="KSO_WM_TAG_VERSION" val="1.0"/>
  <p:tag name="KSO_WM_CHIP_GROUPID" val="62cbd1ac67e1b3ac3a1081fd"/>
  <p:tag name="KSO_WM_CHIP_XID" val="62cbd1fe67e1b3ac3a108682"/>
  <p:tag name="KSO_WM_UNIT_DEC_AREA_ID" val="d53bd22930844892ab96d6b0e238ebe0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5c5d7f820ad849ca9ef101454e22e756"/>
  <p:tag name="KSO_WM_SLIDE_BACKGROUND_TYPE" val="general"/>
</p:tagLst>
</file>

<file path=ppt/tags/tag241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19*i*1"/>
  <p:tag name="KSO_WM_BEAUTIFY_FLAG" val="#wm#"/>
  <p:tag name="KSO_WM_TAG_VERSION" val="1.0"/>
  <p:tag name="KSO_WM_CHIP_GROUPID" val="62cbd1ac67e1b3ac3a1081fd"/>
  <p:tag name="KSO_WM_CHIP_XID" val="62cbd1fe67e1b3ac3a10865f"/>
  <p:tag name="KSO_WM_UNIT_DEC_AREA_ID" val="1a796e9d8d8344d99968acb27e8cfcf2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afc229a34a34967bdf3ac63f2d6c51d"/>
  <p:tag name="KSO_WM_SLIDE_BACKGROUND_TYPE" val="general"/>
</p:tagLst>
</file>

<file path=ppt/tags/tag242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20*i*1"/>
  <p:tag name="KSO_WM_BEAUTIFY_FLAG" val="#wm#"/>
  <p:tag name="KSO_WM_TAG_VERSION" val="1.0"/>
  <p:tag name="KSO_WM_CHIP_GROUPID" val="62cbd1ac67e1b3ac3a1081fd"/>
  <p:tag name="KSO_WM_CHIP_XID" val="62cbd1fe67e1b3ac3a10866a"/>
  <p:tag name="KSO_WM_UNIT_DEC_AREA_ID" val="76ac0535050d4b0b8ba841fcf5319076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633c398c7514670859d75b3253623c9"/>
  <p:tag name="KSO_WM_SLIDE_BACKGROUND_TYPE" val="general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</p:tagLst>
</file>

<file path=ppt/tags/tag244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</p:tagLst>
</file>

<file path=ppt/tags/tag24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0_1*i*4"/>
  <p:tag name="KSO_WM_TEMPLATE_CATEGORY" val="diagram"/>
  <p:tag name="KSO_WM_TEMPLATE_INDEX" val="20208600"/>
  <p:tag name="KSO_WM_UNIT_INDEX" val="4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808fb1adb4d744cc9d369074d0507e4f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1"/>
  <p:tag name="KSO_WM_TEMPLATE_ASSEMBLE_GROUPID" val="60656e7a4054ed1e2fb7f9a1"/>
</p:tagLst>
</file>

<file path=ppt/tags/tag24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0_1*i*5"/>
  <p:tag name="KSO_WM_TEMPLATE_CATEGORY" val="diagram"/>
  <p:tag name="KSO_WM_TEMPLATE_INDEX" val="20208600"/>
  <p:tag name="KSO_WM_UNIT_INDEX" val="5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060ccbb9a83241f2a52575c4e4f76136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1"/>
  <p:tag name="KSO_WM_TEMPLATE_ASSEMBLE_GROUPID" val="60656e7a4054ed1e2fb7f9a1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SLIDE_BACKGROUND_TYPE" val="general"/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3-10-20T18:34:12&quot;,&quot;maxSize&quot;:{&quot;size1&quot;:20},&quot;minSize&quot;:{&quot;size1&quot;:11.2},&quot;normalSize&quot;:{&quot;size1&quot;:11.2},&quot;subLayout&quot;:[{&quot;id&quot;:&quot;2023-10-20T18:34:12&quot;,&quot;margin&quot;:{&quot;bottom&quot;:0.025999998673796654,&quot;left&quot;:1.2699999809265137,&quot;right&quot;:1.2699999809265137,&quot;top&quot;:0.4230000376701355},&quot;type&quot;:0},{&quot;id&quot;:&quot;2023-10-20T18:34:12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</p:tagLst>
</file>

<file path=ppt/tags/tag24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3128_7*a*1"/>
  <p:tag name="KSO_WM_TEMPLATE_CATEGORY" val="custom"/>
  <p:tag name="KSO_WM_TEMPLATE_INDEX" val="20223128"/>
  <p:tag name="KSO_WM_UNIT_LAYERLEVEL" val="1"/>
  <p:tag name="KSO_WM_TAG_VERSION" val="1.0"/>
  <p:tag name="KSO_WM_BEAUTIFY_FLAG" val="#wm#"/>
  <p:tag name="KSO_WM_UNIT_DEFAULT_FONT" val="44;48;2"/>
  <p:tag name="KSO_WM_UNIT_BLOCK" val="0"/>
  <p:tag name="KSO_WM_UNIT_DEC_AREA_ID" val="c70e0729c0bd4077a4a51c4f7cc55d2d"/>
  <p:tag name="KSO_WM_CHIP_GROUPID" val="6184fb2204b8904ebc644da0"/>
  <p:tag name="KSO_WM_CHIP_XID" val="6184fb2204b8904ebc644d9d"/>
  <p:tag name="KSO_WM_CHIP_FILLAREA_FILL_RULE" val="{&quot;fill_align&quot;:&quot;cm&quot;,&quot;fill_mode&quot;:&quot;adaptive&quot;,&quot;sacle_strategy&quot;:&quot;smart&quot;}"/>
  <p:tag name="KSO_WM_ASSEMBLE_CHIP_INDEX" val="e37540552a424fa7855761727fee0478"/>
  <p:tag name="KSO_WM_UNIT_TEXT_FILL_FORE_SCHEMECOLOR_INDEX_BRIGHTNESS" val="0.15"/>
  <p:tag name="KSO_WM_UNIT_TEXT_FILL_FORE_SCHEMECOLOR_INDEX" val="13"/>
  <p:tag name="KSO_WM_UNIT_TEXT_FILL_TYPE" val="1"/>
</p:tagLst>
</file>

<file path=ppt/tags/tag250.xml><?xml version="1.0" encoding="utf-8"?>
<p:tagLst xmlns:p="http://schemas.openxmlformats.org/presentationml/2006/main">
  <p:tag name="KSO_WM_UNIT_PRESET_TEXT" val="01"/>
  <p:tag name="KSO_WM_UNIT_NOCLEAR" val="0"/>
  <p:tag name="KSO_WM_UNIT_VALUE" val="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23128_7*e*1"/>
  <p:tag name="KSO_WM_TEMPLATE_CATEGORY" val="custom"/>
  <p:tag name="KSO_WM_TEMPLATE_INDEX" val="20223128"/>
  <p:tag name="KSO_WM_UNIT_LAYERLEVEL" val="1"/>
  <p:tag name="KSO_WM_TAG_VERSION" val="1.0"/>
  <p:tag name="KSO_WM_BEAUTIFY_FLAG" val="#wm#"/>
  <p:tag name="KSO_WM_UNIT_DEFAULT_FONT" val="72;80;2"/>
  <p:tag name="KSO_WM_UNIT_BLOCK" val="0"/>
  <p:tag name="KSO_WM_UNIT_DEC_AREA_ID" val="da4bd587d3f744a8bb61708ce5d4300d"/>
  <p:tag name="KSO_WM_CHIP_GROUPID" val="6184fb2204b8904ebc644da0"/>
  <p:tag name="KSO_WM_CHIP_XID" val="6184fb2204b8904ebc644d9d"/>
  <p:tag name="KSO_WM_CHIP_FILLAREA_FILL_RULE" val="{&quot;fill_align&quot;:&quot;cm&quot;,&quot;fill_mode&quot;:&quot;adaptive&quot;,&quot;sacle_strategy&quot;:&quot;smart&quot;}"/>
  <p:tag name="KSO_WM_ASSEMBLE_CHIP_INDEX" val="e37540552a424fa7855761727fee0478"/>
  <p:tag name="KSO_WM_UNIT_TEXT_FILL_FORE_SCHEMECOLOR_INDEX_BRIGHTNESS" val="0"/>
  <p:tag name="KSO_WM_UNIT_TEXT_FILL_FORE_SCHEMECOLOR_INDEX" val="5"/>
  <p:tag name="KSO_WM_UNIT_TEXT_FILL_TYPE" val="1"/>
</p:tagLst>
</file>

<file path=ppt/tags/tag25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52.xml><?xml version="1.0" encoding="utf-8"?>
<p:tagLst xmlns:p="http://schemas.openxmlformats.org/presentationml/2006/main">
  <p:tag name="KSO_WM_BEAUTIFY_FLAG" val="#wm#"/>
  <p:tag name="KSO_WM_TEMPLATE_CATEGORY" val="custom"/>
  <p:tag name="KSO_WM_TEMPLATE_INDEX" val="20223128"/>
  <p:tag name="KSO_WM_SPECIAL_SOURCE" val="bdnull"/>
  <p:tag name="KSO_WM_CHIP_INFOS" val="{&quot;type&quot;:0,&quot;layout_type&quot;:&quot;1_NF_RC_13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2674f634f99f5c0a1ef321d"/>
  <p:tag name="KSO_WM_CHIP_FILLPROP" val="[[{&quot;text_align&quot;:&quot;lm&quot;,&quot;text_direction&quot;:&quot;horizontal&quot;,&quot;support_big_font&quot;:false,&quot;picture_toward&quot;:0,&quot;picture_dockside&quot;:[],&quot;fill_id&quot;:&quot;e1e5d983c448471aad9aed945e055a0d&quot;,&quot;fill_align&quot;:&quot;cm&quot;,&quot;chip_types&quot;:[&quot;diagram&quot;,&quot;header&quot;]}],[{&quot;text_align&quot;:&quot;lm&quot;,&quot;text_direction&quot;:&quot;horizontal&quot;,&quot;support_big_font&quot;:false,&quot;picture_toward&quot;:0,&quot;picture_dockside&quot;:[],&quot;fill_id&quot;:&quot;e1e5d983c448471aad9aed945e055a0d&quot;,&quot;fill_align&quot;:&quot;lm&quot;,&quot;chip_types&quot;:[&quot;diagram&quot;,&quot;header&quot;]}],[{&quot;text_align&quot;:&quot;cm&quot;,&quot;text_direction&quot;:&quot;horizontal&quot;,&quot;support_big_font&quot;:false,&quot;picture_toward&quot;:0,&quot;picture_dockside&quot;:[],&quot;fill_id&quot;:&quot;e1e5d983c448471aad9aed945e055a0d&quot;,&quot;fill_align&quot;:&quot;lm&quot;,&quot;chip_types&quot;:[&quot;diagram&quot;,&quot;header&quot;]}],[{&quot;text_align&quot;:&quot;cm&quot;,&quot;text_direction&quot;:&quot;horizontal&quot;,&quot;support_big_font&quot;:false,&quot;picture_toward&quot;:0,&quot;picture_dockside&quot;:[],&quot;fill_id&quot;:&quot;e1e5d983c448471aad9aed945e055a0d&quot;,&quot;fill_align&quot;:&quot;lt&quot;,&quot;chip_types&quot;:[&quot;diagram&quot;,&quot;header&quot;]}],[{&quot;text_align&quot;:&quot;cm&quot;,&quot;text_direction&quot;:&quot;horizontal&quot;,&quot;support_big_font&quot;:false,&quot;picture_toward&quot;:0,&quot;picture_dockside&quot;:[],&quot;fill_id&quot;:&quot;e1e5d983c448471aad9aed945e055a0d&quot;,&quot;fill_align&quot;:&quot;lb&quot;,&quot;chip_types&quot;:[&quot;diagram&quot;,&quot;header&quot;]}],[{&quot;text_align&quot;:&quot;lm&quot;,&quot;text_direction&quot;:&quot;horizontal&quot;,&quot;support_big_font&quot;:false,&quot;picture_toward&quot;:0,&quot;picture_dockside&quot;:[],&quot;fill_id&quot;:&quot;e1e5d983c448471aad9aed945e055a0d&quot;,&quot;fill_align&quot;:&quot;lt&quot;,&quot;chip_types&quot;:[&quot;diagram&quot;,&quot;header&quot;]}],[{&quot;text_align&quot;:&quot;lm&quot;,&quot;text_direction&quot;:&quot;horizontal&quot;,&quot;support_big_font&quot;:false,&quot;picture_toward&quot;:0,&quot;picture_dockside&quot;:[],&quot;fill_id&quot;:&quot;e1e5d983c448471aad9aed945e055a0d&quot;,&quot;fill_align&quot;:&quot;lb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e1e5d983c448471aad9aed945e055a0d&quot;,&quot;fill_align&quot;:&quot;r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e1e5d983c448471aad9aed945e055a0d&quot;,&quot;fill_align&quot;:&quot;rb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e1e5d983c448471aad9aed945e055a0d&quot;,&quot;fill_align&quot;:&quot;rt&quot;,&quot;chip_types&quot;:[&quot;diagram&quot;,&quot;header&quot;]}],[{&quot;text_align&quot;:&quot;cm&quot;,&quot;text_direction&quot;:&quot;horizontal&quot;,&quot;support_big_font&quot;:false,&quot;picture_toward&quot;:0,&quot;picture_dockside&quot;:[],&quot;fill_id&quot;:&quot;e1e5d983c448471aad9aed945e055a0d&quot;,&quot;fill_align&quot;:&quot;cm&quot;,&quot;chip_types&quot;:[&quot;diagram&quot;,&quot;header&quot;]}]]"/>
  <p:tag name="KSO_WM_CHIP_DECFILLPROP" val="[]"/>
  <p:tag name="KSO_WM_SLIDE_ID" val="custom20223128_7"/>
  <p:tag name="KSO_WM_TEMPLATE_SUBCATEGORY" val="21"/>
  <p:tag name="KSO_WM_TEMPLATE_MASTER_TYPE" val="1"/>
  <p:tag name="KSO_WM_TEMPLATE_COLOR_TYPE" val="1"/>
  <p:tag name="KSO_WM_SLIDE_ITEM_CNT" val="0"/>
  <p:tag name="KSO_WM_SLIDE_INDEX" val="7"/>
  <p:tag name="KSO_WM_TAG_VERSION" val="1.0"/>
  <p:tag name="KSO_WM_SLIDE_LAYOUT" val="a_b_e_f"/>
  <p:tag name="KSO_WM_SLIDE_LAYOUT_CNT" val="1_1_1_1"/>
  <p:tag name="KSO_WM_CHIP_GROUPID" val="62674f634f99f5c0a1ef321f"/>
  <p:tag name="KSO_WM_SLIDE_LAYOUT_INFO" val="{&quot;id&quot;:&quot;2022-09-02T15:19:18&quot;,&quot;margin&quot;:{&quot;bottom&quot;:5.064125061035156,&quot;left&quot;:13.404272079467773,&quot;right&quot;:6.219952583312988,&quot;top&quot;:3.654778003692627},&quot;type&quot;:0}"/>
  <p:tag name="KSO_WM_SLIDE_BK_DARK_LIGHT" val="2"/>
  <p:tag name="KSO_WM_SLIDE_BACKGROUND_TYPE" val="general"/>
  <p:tag name="KSO_WM_SLIDE_SUPPORT_FEATURE_TYPE" val="0"/>
  <p:tag name="KSO_WM_SLIDE_TYPE" val="sectionTitle"/>
  <p:tag name="KSO_WM_CHIP_COLORING" val="1"/>
  <p:tag name="KSO_WM_SLIDE_SUBTYPE" val="pureTxt"/>
  <p:tag name="KSO_WM_TEMPLATE_ASSEMBLE_XID" val="62ccdb427bdb9f75177e693c"/>
  <p:tag name="KSO_WM_TEMPLATE_ASSEMBLE_GROUPID" val="62cbd1ac67e1b3ac3a1081fd"/>
</p:tagLst>
</file>

<file path=ppt/tags/tag253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19*i*1"/>
  <p:tag name="KSO_WM_BEAUTIFY_FLAG" val="#wm#"/>
  <p:tag name="KSO_WM_TAG_VERSION" val="1.0"/>
  <p:tag name="KSO_WM_CHIP_GROUPID" val="62cbd1ac67e1b3ac3a1081fd"/>
  <p:tag name="KSO_WM_CHIP_XID" val="62cbd1fe67e1b3ac3a10865f"/>
  <p:tag name="KSO_WM_UNIT_DEC_AREA_ID" val="1a796e9d8d8344d99968acb27e8cfcf2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afc229a34a34967bdf3ac63f2d6c51d"/>
  <p:tag name="KSO_WM_SLIDE_BACKGROUND_TYPE" val="general"/>
</p:tagLst>
</file>

<file path=ppt/tags/tag254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20*i*1"/>
  <p:tag name="KSO_WM_BEAUTIFY_FLAG" val="#wm#"/>
  <p:tag name="KSO_WM_TAG_VERSION" val="1.0"/>
  <p:tag name="KSO_WM_CHIP_GROUPID" val="62cbd1ac67e1b3ac3a1081fd"/>
  <p:tag name="KSO_WM_CHIP_XID" val="62cbd1fe67e1b3ac3a10866a"/>
  <p:tag name="KSO_WM_UNIT_DEC_AREA_ID" val="76ac0535050d4b0b8ba841fcf5319076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633c398c7514670859d75b3253623c9"/>
  <p:tag name="KSO_WM_SLIDE_BACKGROUND_TYPE" val="general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</p:tagLst>
</file>

<file path=ppt/tags/tag256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</p:tagLst>
</file>

<file path=ppt/tags/tag25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0_1*i*2"/>
  <p:tag name="KSO_WM_TEMPLATE_CATEGORY" val="diagram"/>
  <p:tag name="KSO_WM_TEMPLATE_INDEX" val="20208600"/>
  <p:tag name="KSO_WM_UNIT_INDEX" val="2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65248d0e2eac4a16859a1c0559d33ac9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1"/>
  <p:tag name="KSO_WM_TEMPLATE_ASSEMBLE_GROUPID" val="60656e7a4054ed1e2fb7f9a1"/>
</p:tagLst>
</file>

<file path=ppt/tags/tag25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0_1*i*3"/>
  <p:tag name="KSO_WM_TEMPLATE_CATEGORY" val="diagram"/>
  <p:tag name="KSO_WM_TEMPLATE_INDEX" val="20208600"/>
  <p:tag name="KSO_WM_UNIT_INDEX" val="3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d26b32aaa4d84b0dbd1030a6cabd7a68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1"/>
  <p:tag name="KSO_WM_TEMPLATE_ASSEMBLE_GROUPID" val="60656e7a4054ed1e2fb7f9a1"/>
</p:tagLst>
</file>

<file path=ppt/tags/tag25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0_1*i*4"/>
  <p:tag name="KSO_WM_TEMPLATE_CATEGORY" val="diagram"/>
  <p:tag name="KSO_WM_TEMPLATE_INDEX" val="20208600"/>
  <p:tag name="KSO_WM_UNIT_INDEX" val="4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808fb1adb4d744cc9d369074d0507e4f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1"/>
  <p:tag name="KSO_WM_TEMPLATE_ASSEMBLE_GROUPID" val="60656e7a4054ed1e2fb7f9a1"/>
</p:tagLst>
</file>

<file path=ppt/tags/tag26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0_1*i*5"/>
  <p:tag name="KSO_WM_TEMPLATE_CATEGORY" val="diagram"/>
  <p:tag name="KSO_WM_TEMPLATE_INDEX" val="20208600"/>
  <p:tag name="KSO_WM_UNIT_INDEX" val="5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060ccbb9a83241f2a52575c4e4f76136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1"/>
  <p:tag name="KSO_WM_TEMPLATE_ASSEMBLE_GROUPID" val="60656e7a4054ed1e2fb7f9a1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SLIDE_BACKGROUND_TYPE" val="general"/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3-10-20T18:34:12&quot;,&quot;maxSize&quot;:{&quot;size1&quot;:20},&quot;minSize&quot;:{&quot;size1&quot;:11.2},&quot;normalSize&quot;:{&quot;size1&quot;:11.2},&quot;subLayout&quot;:[{&quot;id&quot;:&quot;2023-10-20T18:34:12&quot;,&quot;margin&quot;:{&quot;bottom&quot;:0.025999998673796654,&quot;left&quot;:1.2699999809265137,&quot;right&quot;:1.2699999809265137,&quot;top&quot;:0.4230000376701355},&quot;type&quot;:0},{&quot;id&quot;:&quot;2023-10-20T18:34:12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</p:tagLst>
</file>

<file path=ppt/tags/tag264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19*i*1"/>
  <p:tag name="KSO_WM_BEAUTIFY_FLAG" val="#wm#"/>
  <p:tag name="KSO_WM_TAG_VERSION" val="1.0"/>
  <p:tag name="KSO_WM_CHIP_GROUPID" val="62cbd1ac67e1b3ac3a1081fd"/>
  <p:tag name="KSO_WM_CHIP_XID" val="62cbd1fe67e1b3ac3a10865f"/>
  <p:tag name="KSO_WM_UNIT_DEC_AREA_ID" val="1a796e9d8d8344d99968acb27e8cfcf2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afc229a34a34967bdf3ac63f2d6c51d"/>
  <p:tag name="KSO_WM_SLIDE_BACKGROUND_TYPE" val="general"/>
</p:tagLst>
</file>

<file path=ppt/tags/tag265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20*i*1"/>
  <p:tag name="KSO_WM_BEAUTIFY_FLAG" val="#wm#"/>
  <p:tag name="KSO_WM_TAG_VERSION" val="1.0"/>
  <p:tag name="KSO_WM_CHIP_GROUPID" val="62cbd1ac67e1b3ac3a1081fd"/>
  <p:tag name="KSO_WM_CHIP_XID" val="62cbd1fe67e1b3ac3a10866a"/>
  <p:tag name="KSO_WM_UNIT_DEC_AREA_ID" val="76ac0535050d4b0b8ba841fcf5319076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633c398c7514670859d75b3253623c9"/>
  <p:tag name="KSO_WM_SLIDE_BACKGROUND_TYPE" val="general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</p:tagLst>
</file>

<file path=ppt/tags/tag267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</p:tagLst>
</file>

<file path=ppt/tags/tag26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0_1*i*2"/>
  <p:tag name="KSO_WM_TEMPLATE_CATEGORY" val="diagram"/>
  <p:tag name="KSO_WM_TEMPLATE_INDEX" val="20208600"/>
  <p:tag name="KSO_WM_UNIT_INDEX" val="2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65248d0e2eac4a16859a1c0559d33ac9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1"/>
  <p:tag name="KSO_WM_TEMPLATE_ASSEMBLE_GROUPID" val="60656e7a4054ed1e2fb7f9a1"/>
</p:tagLst>
</file>

<file path=ppt/tags/tag26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0_1*i*3"/>
  <p:tag name="KSO_WM_TEMPLATE_CATEGORY" val="diagram"/>
  <p:tag name="KSO_WM_TEMPLATE_INDEX" val="20208600"/>
  <p:tag name="KSO_WM_UNIT_INDEX" val="3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d26b32aaa4d84b0dbd1030a6cabd7a68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1"/>
  <p:tag name="KSO_WM_TEMPLATE_ASSEMBLE_GROUPID" val="60656e7a4054ed1e2fb7f9a1"/>
</p:tagLst>
</file>

<file path=ppt/tags/tag27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0_1*i*4"/>
  <p:tag name="KSO_WM_TEMPLATE_CATEGORY" val="diagram"/>
  <p:tag name="KSO_WM_TEMPLATE_INDEX" val="20208600"/>
  <p:tag name="KSO_WM_UNIT_INDEX" val="4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808fb1adb4d744cc9d369074d0507e4f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1"/>
  <p:tag name="KSO_WM_TEMPLATE_ASSEMBLE_GROUPID" val="60656e7a4054ed1e2fb7f9a1"/>
</p:tagLst>
</file>

<file path=ppt/tags/tag27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0_1*i*5"/>
  <p:tag name="KSO_WM_TEMPLATE_CATEGORY" val="diagram"/>
  <p:tag name="KSO_WM_TEMPLATE_INDEX" val="20208600"/>
  <p:tag name="KSO_WM_UNIT_INDEX" val="5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060ccbb9a83241f2a52575c4e4f76136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1"/>
  <p:tag name="KSO_WM_TEMPLATE_ASSEMBLE_GROUPID" val="60656e7a4054ed1e2fb7f9a1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SLIDE_BACKGROUND_TYPE" val="general"/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3-10-20T18:34:12&quot;,&quot;maxSize&quot;:{&quot;size1&quot;:20},&quot;minSize&quot;:{&quot;size1&quot;:11.2},&quot;normalSize&quot;:{&quot;size1&quot;:11.2},&quot;subLayout&quot;:[{&quot;id&quot;:&quot;2023-10-20T18:34:12&quot;,&quot;margin&quot;:{&quot;bottom&quot;:0.025999998673796654,&quot;left&quot;:1.2699999809265137,&quot;right&quot;:1.2699999809265137,&quot;top&quot;:0.4230000376701355},&quot;type&quot;:0},{&quot;id&quot;:&quot;2023-10-20T18:34:12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</p:tagLst>
</file>

<file path=ppt/tags/tag275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19*i*1"/>
  <p:tag name="KSO_WM_BEAUTIFY_FLAG" val="#wm#"/>
  <p:tag name="KSO_WM_TAG_VERSION" val="1.0"/>
  <p:tag name="KSO_WM_CHIP_GROUPID" val="62cbd1ac67e1b3ac3a1081fd"/>
  <p:tag name="KSO_WM_CHIP_XID" val="62cbd1fe67e1b3ac3a10865f"/>
  <p:tag name="KSO_WM_UNIT_DEC_AREA_ID" val="1a796e9d8d8344d99968acb27e8cfcf2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afc229a34a34967bdf3ac63f2d6c51d"/>
  <p:tag name="KSO_WM_SLIDE_BACKGROUND_TYPE" val="general"/>
</p:tagLst>
</file>

<file path=ppt/tags/tag276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20*i*1"/>
  <p:tag name="KSO_WM_BEAUTIFY_FLAG" val="#wm#"/>
  <p:tag name="KSO_WM_TAG_VERSION" val="1.0"/>
  <p:tag name="KSO_WM_CHIP_GROUPID" val="62cbd1ac67e1b3ac3a1081fd"/>
  <p:tag name="KSO_WM_CHIP_XID" val="62cbd1fe67e1b3ac3a10866a"/>
  <p:tag name="KSO_WM_UNIT_DEC_AREA_ID" val="76ac0535050d4b0b8ba841fcf5319076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633c398c7514670859d75b3253623c9"/>
  <p:tag name="KSO_WM_SLIDE_BACKGROUND_TYPE" val="general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</p:tagLst>
</file>

<file path=ppt/tags/tag278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</p:tagLst>
</file>

<file path=ppt/tags/tag27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0_1*i*2"/>
  <p:tag name="KSO_WM_TEMPLATE_CATEGORY" val="diagram"/>
  <p:tag name="KSO_WM_TEMPLATE_INDEX" val="20208600"/>
  <p:tag name="KSO_WM_UNIT_INDEX" val="2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65248d0e2eac4a16859a1c0559d33ac9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1"/>
  <p:tag name="KSO_WM_TEMPLATE_ASSEMBLE_GROUPID" val="60656e7a4054ed1e2fb7f9a1"/>
</p:tagLst>
</file>

<file path=ppt/tags/tag28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0_1*i*3"/>
  <p:tag name="KSO_WM_TEMPLATE_CATEGORY" val="diagram"/>
  <p:tag name="KSO_WM_TEMPLATE_INDEX" val="20208600"/>
  <p:tag name="KSO_WM_UNIT_INDEX" val="3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d26b32aaa4d84b0dbd1030a6cabd7a68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1"/>
  <p:tag name="KSO_WM_TEMPLATE_ASSEMBLE_GROUPID" val="60656e7a4054ed1e2fb7f9a1"/>
</p:tagLst>
</file>

<file path=ppt/tags/tag28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0_1*i*4"/>
  <p:tag name="KSO_WM_TEMPLATE_CATEGORY" val="diagram"/>
  <p:tag name="KSO_WM_TEMPLATE_INDEX" val="20208600"/>
  <p:tag name="KSO_WM_UNIT_INDEX" val="4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808fb1adb4d744cc9d369074d0507e4f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1"/>
  <p:tag name="KSO_WM_TEMPLATE_ASSEMBLE_GROUPID" val="60656e7a4054ed1e2fb7f9a1"/>
</p:tagLst>
</file>

<file path=ppt/tags/tag28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0_1*i*5"/>
  <p:tag name="KSO_WM_TEMPLATE_CATEGORY" val="diagram"/>
  <p:tag name="KSO_WM_TEMPLATE_INDEX" val="20208600"/>
  <p:tag name="KSO_WM_UNIT_INDEX" val="5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060ccbb9a83241f2a52575c4e4f76136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1"/>
  <p:tag name="KSO_WM_TEMPLATE_ASSEMBLE_GROUPID" val="60656e7a4054ed1e2fb7f9a1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SLIDE_BACKGROUND_TYPE" val="general"/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3-10-20T18:34:12&quot;,&quot;maxSize&quot;:{&quot;size1&quot;:20},&quot;minSize&quot;:{&quot;size1&quot;:11.2},&quot;normalSize&quot;:{&quot;size1&quot;:11.2},&quot;subLayout&quot;:[{&quot;id&quot;:&quot;2023-10-20T18:34:12&quot;,&quot;margin&quot;:{&quot;bottom&quot;:0.025999998673796654,&quot;left&quot;:1.2699999809265137,&quot;right&quot;:1.2699999809265137,&quot;top&quot;:0.4230000376701355},&quot;type&quot;:0},{&quot;id&quot;:&quot;2023-10-20T18:34:12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</p:tagLst>
</file>

<file path=ppt/tags/tag286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19*i*1"/>
  <p:tag name="KSO_WM_BEAUTIFY_FLAG" val="#wm#"/>
  <p:tag name="KSO_WM_TAG_VERSION" val="1.0"/>
  <p:tag name="KSO_WM_CHIP_GROUPID" val="62cbd1ac67e1b3ac3a1081fd"/>
  <p:tag name="KSO_WM_CHIP_XID" val="62cbd1fe67e1b3ac3a10865f"/>
  <p:tag name="KSO_WM_UNIT_DEC_AREA_ID" val="1a796e9d8d8344d99968acb27e8cfcf2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afc229a34a34967bdf3ac63f2d6c51d"/>
  <p:tag name="KSO_WM_SLIDE_BACKGROUND_TYPE" val="general"/>
</p:tagLst>
</file>

<file path=ppt/tags/tag287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20*i*1"/>
  <p:tag name="KSO_WM_BEAUTIFY_FLAG" val="#wm#"/>
  <p:tag name="KSO_WM_TAG_VERSION" val="1.0"/>
  <p:tag name="KSO_WM_CHIP_GROUPID" val="62cbd1ac67e1b3ac3a1081fd"/>
  <p:tag name="KSO_WM_CHIP_XID" val="62cbd1fe67e1b3ac3a10866a"/>
  <p:tag name="KSO_WM_UNIT_DEC_AREA_ID" val="76ac0535050d4b0b8ba841fcf5319076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633c398c7514670859d75b3253623c9"/>
  <p:tag name="KSO_WM_SLIDE_BACKGROUND_TYPE" val="general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</p:tagLst>
</file>

<file path=ppt/tags/tag289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</p:tagLst>
</file>

<file path=ppt/tags/tag29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0_1*i*2"/>
  <p:tag name="KSO_WM_TEMPLATE_CATEGORY" val="diagram"/>
  <p:tag name="KSO_WM_TEMPLATE_INDEX" val="20208600"/>
  <p:tag name="KSO_WM_UNIT_INDEX" val="2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65248d0e2eac4a16859a1c0559d33ac9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1"/>
  <p:tag name="KSO_WM_TEMPLATE_ASSEMBLE_GROUPID" val="60656e7a4054ed1e2fb7f9a1"/>
</p:tagLst>
</file>

<file path=ppt/tags/tag29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0_1*i*3"/>
  <p:tag name="KSO_WM_TEMPLATE_CATEGORY" val="diagram"/>
  <p:tag name="KSO_WM_TEMPLATE_INDEX" val="20208600"/>
  <p:tag name="KSO_WM_UNIT_INDEX" val="3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d26b32aaa4d84b0dbd1030a6cabd7a68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1"/>
  <p:tag name="KSO_WM_TEMPLATE_ASSEMBLE_GROUPID" val="60656e7a4054ed1e2fb7f9a1"/>
</p:tagLst>
</file>

<file path=ppt/tags/tag29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0_1*i*4"/>
  <p:tag name="KSO_WM_TEMPLATE_CATEGORY" val="diagram"/>
  <p:tag name="KSO_WM_TEMPLATE_INDEX" val="20208600"/>
  <p:tag name="KSO_WM_UNIT_INDEX" val="4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808fb1adb4d744cc9d369074d0507e4f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1"/>
  <p:tag name="KSO_WM_TEMPLATE_ASSEMBLE_GROUPID" val="60656e7a4054ed1e2fb7f9a1"/>
</p:tagLst>
</file>

<file path=ppt/tags/tag29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0_1*i*5"/>
  <p:tag name="KSO_WM_TEMPLATE_CATEGORY" val="diagram"/>
  <p:tag name="KSO_WM_TEMPLATE_INDEX" val="20208600"/>
  <p:tag name="KSO_WM_UNIT_INDEX" val="5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060ccbb9a83241f2a52575c4e4f76136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1"/>
  <p:tag name="KSO_WM_TEMPLATE_ASSEMBLE_GROUPID" val="60656e7a4054ed1e2fb7f9a1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SLIDE_BACKGROUND_TYPE" val="general"/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3-10-20T18:34:12&quot;,&quot;maxSize&quot;:{&quot;size1&quot;:20},&quot;minSize&quot;:{&quot;size1&quot;:11.2},&quot;normalSize&quot;:{&quot;size1&quot;:11.2},&quot;subLayout&quot;:[{&quot;id&quot;:&quot;2023-10-20T18:34:12&quot;,&quot;margin&quot;:{&quot;bottom&quot;:0.025999998673796654,&quot;left&quot;:1.2699999809265137,&quot;right&quot;:1.2699999809265137,&quot;top&quot;:0.4230000376701355},&quot;type&quot;:0},{&quot;id&quot;:&quot;2023-10-20T18:34:12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</p:tagLst>
</file>

<file path=ppt/tags/tag297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19*i*1"/>
  <p:tag name="KSO_WM_BEAUTIFY_FLAG" val="#wm#"/>
  <p:tag name="KSO_WM_TAG_VERSION" val="1.0"/>
  <p:tag name="KSO_WM_CHIP_GROUPID" val="62cbd1ac67e1b3ac3a1081fd"/>
  <p:tag name="KSO_WM_CHIP_XID" val="62cbd1fe67e1b3ac3a10865f"/>
  <p:tag name="KSO_WM_UNIT_DEC_AREA_ID" val="1a796e9d8d8344d99968acb27e8cfcf2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afc229a34a34967bdf3ac63f2d6c51d"/>
  <p:tag name="KSO_WM_SLIDE_BACKGROUND_TYPE" val="general"/>
</p:tagLst>
</file>

<file path=ppt/tags/tag298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20*i*1"/>
  <p:tag name="KSO_WM_BEAUTIFY_FLAG" val="#wm#"/>
  <p:tag name="KSO_WM_TAG_VERSION" val="1.0"/>
  <p:tag name="KSO_WM_CHIP_GROUPID" val="62cbd1ac67e1b3ac3a1081fd"/>
  <p:tag name="KSO_WM_CHIP_XID" val="62cbd1fe67e1b3ac3a10866a"/>
  <p:tag name="KSO_WM_UNIT_DEC_AREA_ID" val="76ac0535050d4b0b8ba841fcf5319076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633c398c7514670859d75b3253623c9"/>
  <p:tag name="KSO_WM_SLIDE_BACKGROUND_TYPE" val="general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</p:tagLst>
</file>

<file path=ppt/tags/tag300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</p:tagLst>
</file>

<file path=ppt/tags/tag30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0_1*i*2"/>
  <p:tag name="KSO_WM_TEMPLATE_CATEGORY" val="diagram"/>
  <p:tag name="KSO_WM_TEMPLATE_INDEX" val="20208600"/>
  <p:tag name="KSO_WM_UNIT_INDEX" val="2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65248d0e2eac4a16859a1c0559d33ac9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1"/>
  <p:tag name="KSO_WM_TEMPLATE_ASSEMBLE_GROUPID" val="60656e7a4054ed1e2fb7f9a1"/>
</p:tagLst>
</file>

<file path=ppt/tags/tag30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0_1*i*3"/>
  <p:tag name="KSO_WM_TEMPLATE_CATEGORY" val="diagram"/>
  <p:tag name="KSO_WM_TEMPLATE_INDEX" val="20208600"/>
  <p:tag name="KSO_WM_UNIT_INDEX" val="3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d26b32aaa4d84b0dbd1030a6cabd7a68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1"/>
  <p:tag name="KSO_WM_TEMPLATE_ASSEMBLE_GROUPID" val="60656e7a4054ed1e2fb7f9a1"/>
</p:tagLst>
</file>

<file path=ppt/tags/tag30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0_1*i*4"/>
  <p:tag name="KSO_WM_TEMPLATE_CATEGORY" val="diagram"/>
  <p:tag name="KSO_WM_TEMPLATE_INDEX" val="20208600"/>
  <p:tag name="KSO_WM_UNIT_INDEX" val="4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808fb1adb4d744cc9d369074d0507e4f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1"/>
  <p:tag name="KSO_WM_TEMPLATE_ASSEMBLE_GROUPID" val="60656e7a4054ed1e2fb7f9a1"/>
</p:tagLst>
</file>

<file path=ppt/tags/tag30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0_1*i*5"/>
  <p:tag name="KSO_WM_TEMPLATE_CATEGORY" val="diagram"/>
  <p:tag name="KSO_WM_TEMPLATE_INDEX" val="20208600"/>
  <p:tag name="KSO_WM_UNIT_INDEX" val="5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060ccbb9a83241f2a52575c4e4f76136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1"/>
  <p:tag name="KSO_WM_TEMPLATE_ASSEMBLE_GROUPID" val="60656e7a4054ed1e2fb7f9a1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SLIDE_BACKGROUND_TYPE" val="general"/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3-10-20T18:34:12&quot;,&quot;maxSize&quot;:{&quot;size1&quot;:20},&quot;minSize&quot;:{&quot;size1&quot;:11.2},&quot;normalSize&quot;:{&quot;size1&quot;:11.2},&quot;subLayout&quot;:[{&quot;id&quot;:&quot;2023-10-20T18:34:12&quot;,&quot;margin&quot;:{&quot;bottom&quot;:0.025999998673796654,&quot;left&quot;:1.2699999809265137,&quot;right&quot;:1.2699999809265137,&quot;top&quot;:0.4230000376701355},&quot;type&quot;:0},{&quot;id&quot;:&quot;2023-10-20T18:34:12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</p:tagLst>
</file>

<file path=ppt/tags/tag308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19*i*1"/>
  <p:tag name="KSO_WM_BEAUTIFY_FLAG" val="#wm#"/>
  <p:tag name="KSO_WM_TAG_VERSION" val="1.0"/>
  <p:tag name="KSO_WM_CHIP_GROUPID" val="62cbd1ac67e1b3ac3a1081fd"/>
  <p:tag name="KSO_WM_CHIP_XID" val="62cbd1fe67e1b3ac3a10865f"/>
  <p:tag name="KSO_WM_UNIT_DEC_AREA_ID" val="1a796e9d8d8344d99968acb27e8cfcf2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afc229a34a34967bdf3ac63f2d6c51d"/>
  <p:tag name="KSO_WM_SLIDE_BACKGROUND_TYPE" val="general"/>
</p:tagLst>
</file>

<file path=ppt/tags/tag309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20*i*1"/>
  <p:tag name="KSO_WM_BEAUTIFY_FLAG" val="#wm#"/>
  <p:tag name="KSO_WM_TAG_VERSION" val="1.0"/>
  <p:tag name="KSO_WM_CHIP_GROUPID" val="62cbd1ac67e1b3ac3a1081fd"/>
  <p:tag name="KSO_WM_CHIP_XID" val="62cbd1fe67e1b3ac3a10866a"/>
  <p:tag name="KSO_WM_UNIT_DEC_AREA_ID" val="76ac0535050d4b0b8ba841fcf5319076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633c398c7514670859d75b3253623c9"/>
  <p:tag name="KSO_WM_SLIDE_BACKGROUND_TYPE" val="general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</p:tagLst>
</file>

<file path=ppt/tags/tag311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KSO_WM_SLIDE_BACKGROUND_TYPE" val="general"/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3-10-20T18:34:13&quot;,&quot;maxSize&quot;:{&quot;size1&quot;:20},&quot;minSize&quot;:{&quot;size1&quot;:11.2},&quot;normalSize&quot;:{&quot;size1&quot;:11.2},&quot;subLayout&quot;:[{&quot;id&quot;:&quot;2023-10-20T18:34:13&quot;,&quot;margin&quot;:{&quot;bottom&quot;:0.025999998673796654,&quot;left&quot;:1.2699999809265137,&quot;right&quot;:1.2699999809265137,&quot;top&quot;:0.4230000376701355},&quot;type&quot;:0},{&quot;id&quot;:&quot;2023-10-20T18:34:13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</p:tagLst>
</file>

<file path=ppt/tags/tag315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19*i*1"/>
  <p:tag name="KSO_WM_BEAUTIFY_FLAG" val="#wm#"/>
  <p:tag name="KSO_WM_TAG_VERSION" val="1.0"/>
  <p:tag name="KSO_WM_CHIP_GROUPID" val="62cbd1ac67e1b3ac3a1081fd"/>
  <p:tag name="KSO_WM_CHIP_XID" val="62cbd1fe67e1b3ac3a10865f"/>
  <p:tag name="KSO_WM_UNIT_DEC_AREA_ID" val="1a796e9d8d8344d99968acb27e8cfcf2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afc229a34a34967bdf3ac63f2d6c51d"/>
  <p:tag name="KSO_WM_SLIDE_BACKGROUND_TYPE" val="general"/>
</p:tagLst>
</file>

<file path=ppt/tags/tag316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20*i*1"/>
  <p:tag name="KSO_WM_BEAUTIFY_FLAG" val="#wm#"/>
  <p:tag name="KSO_WM_TAG_VERSION" val="1.0"/>
  <p:tag name="KSO_WM_CHIP_GROUPID" val="62cbd1ac67e1b3ac3a1081fd"/>
  <p:tag name="KSO_WM_CHIP_XID" val="62cbd1fe67e1b3ac3a10866a"/>
  <p:tag name="KSO_WM_UNIT_DEC_AREA_ID" val="76ac0535050d4b0b8ba841fcf5319076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633c398c7514670859d75b3253623c9"/>
  <p:tag name="KSO_WM_SLIDE_BACKGROUND_TYPE" val="general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</p:tagLst>
</file>

<file path=ppt/tags/tag318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</p:tagLst>
</file>

<file path=ppt/tags/tag319.xml><?xml version="1.0" encoding="utf-8"?>
<p:tagLst xmlns:p="http://schemas.openxmlformats.org/presentationml/2006/main">
  <p:tag name="KSO_WM_BEAUTIFY_FLAG" val="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SLIDE_BACKGROUND_TYPE" val="general"/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3-10-20T18:34:13&quot;,&quot;maxSize&quot;:{&quot;size1&quot;:20},&quot;minSize&quot;:{&quot;size1&quot;:11.2},&quot;normalSize&quot;:{&quot;size1&quot;:11.2},&quot;subLayout&quot;:[{&quot;id&quot;:&quot;2023-10-20T18:34:13&quot;,&quot;margin&quot;:{&quot;bottom&quot;:0.025999998673796654,&quot;left&quot;:1.2699999809265137,&quot;right&quot;:1.2699999809265137,&quot;top&quot;:0.4230000376701355},&quot;type&quot;:0},{&quot;id&quot;:&quot;2023-10-20T18:34:13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</p:tagLst>
</file>

<file path=ppt/tags/tag322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19*i*1"/>
  <p:tag name="KSO_WM_BEAUTIFY_FLAG" val="#wm#"/>
  <p:tag name="KSO_WM_TAG_VERSION" val="1.0"/>
  <p:tag name="KSO_WM_CHIP_GROUPID" val="62cbd1ac67e1b3ac3a1081fd"/>
  <p:tag name="KSO_WM_CHIP_XID" val="62cbd1fe67e1b3ac3a10865f"/>
  <p:tag name="KSO_WM_UNIT_DEC_AREA_ID" val="1a796e9d8d8344d99968acb27e8cfcf2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afc229a34a34967bdf3ac63f2d6c51d"/>
  <p:tag name="KSO_WM_SLIDE_BACKGROUND_TYPE" val="general"/>
</p:tagLst>
</file>

<file path=ppt/tags/tag323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20*i*1"/>
  <p:tag name="KSO_WM_BEAUTIFY_FLAG" val="#wm#"/>
  <p:tag name="KSO_WM_TAG_VERSION" val="1.0"/>
  <p:tag name="KSO_WM_CHIP_GROUPID" val="62cbd1ac67e1b3ac3a1081fd"/>
  <p:tag name="KSO_WM_CHIP_XID" val="62cbd1fe67e1b3ac3a10866a"/>
  <p:tag name="KSO_WM_UNIT_DEC_AREA_ID" val="76ac0535050d4b0b8ba841fcf5319076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633c398c7514670859d75b3253623c9"/>
  <p:tag name="KSO_WM_SLIDE_BACKGROUND_TYPE" val="general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</p:tagLst>
</file>

<file path=ppt/tags/tag325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</p:tagLst>
</file>

<file path=ppt/tags/tag32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0_1*i*2"/>
  <p:tag name="KSO_WM_TEMPLATE_CATEGORY" val="diagram"/>
  <p:tag name="KSO_WM_TEMPLATE_INDEX" val="20208600"/>
  <p:tag name="KSO_WM_UNIT_INDEX" val="2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65248d0e2eac4a16859a1c0559d33ac9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1"/>
  <p:tag name="KSO_WM_TEMPLATE_ASSEMBLE_GROUPID" val="60656e7a4054ed1e2fb7f9a1"/>
</p:tagLst>
</file>

<file path=ppt/tags/tag32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0_1*i*3"/>
  <p:tag name="KSO_WM_TEMPLATE_CATEGORY" val="diagram"/>
  <p:tag name="KSO_WM_TEMPLATE_INDEX" val="20208600"/>
  <p:tag name="KSO_WM_UNIT_INDEX" val="3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d26b32aaa4d84b0dbd1030a6cabd7a68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1"/>
  <p:tag name="KSO_WM_TEMPLATE_ASSEMBLE_GROUPID" val="60656e7a4054ed1e2fb7f9a1"/>
</p:tagLst>
</file>

<file path=ppt/tags/tag32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0_1*i*4"/>
  <p:tag name="KSO_WM_TEMPLATE_CATEGORY" val="diagram"/>
  <p:tag name="KSO_WM_TEMPLATE_INDEX" val="20208600"/>
  <p:tag name="KSO_WM_UNIT_INDEX" val="4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808fb1adb4d744cc9d369074d0507e4f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1"/>
  <p:tag name="KSO_WM_TEMPLATE_ASSEMBLE_GROUPID" val="60656e7a4054ed1e2fb7f9a1"/>
</p:tagLst>
</file>

<file path=ppt/tags/tag32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0_1*i*5"/>
  <p:tag name="KSO_WM_TEMPLATE_CATEGORY" val="diagram"/>
  <p:tag name="KSO_WM_TEMPLATE_INDEX" val="20208600"/>
  <p:tag name="KSO_WM_UNIT_INDEX" val="5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060ccbb9a83241f2a52575c4e4f76136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1"/>
  <p:tag name="KSO_WM_TEMPLATE_ASSEMBLE_GROUPID" val="60656e7a4054ed1e2fb7f9a1"/>
</p:tagLst>
</file>

<file path=ppt/tags/tag330.xml><?xml version="1.0" encoding="utf-8"?>
<p:tagLst xmlns:p="http://schemas.openxmlformats.org/presentationml/2006/main">
  <p:tag name="KSO_WM_BEAUTIFY_FLAG" val=""/>
</p:tagLst>
</file>

<file path=ppt/tags/tag331.xml><?xml version="1.0" encoding="utf-8"?>
<p:tagLst xmlns:p="http://schemas.openxmlformats.org/presentationml/2006/main">
  <p:tag name="KSO_WM_SLIDE_BACKGROUND_TYPE" val="general"/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3-10-20T18:34:12&quot;,&quot;maxSize&quot;:{&quot;size1&quot;:20},&quot;minSize&quot;:{&quot;size1&quot;:11.2},&quot;normalSize&quot;:{&quot;size1&quot;:11.2},&quot;subLayout&quot;:[{&quot;id&quot;:&quot;2023-10-20T18:34:12&quot;,&quot;margin&quot;:{&quot;bottom&quot;:0.025999998673796654,&quot;left&quot;:1.2699999809265137,&quot;right&quot;:1.2699999809265137,&quot;top&quot;:0.4230000376701355},&quot;type&quot;:0},{&quot;id&quot;:&quot;2023-10-20T18:34:12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</p:tagLst>
</file>

<file path=ppt/tags/tag332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19*i*1"/>
  <p:tag name="KSO_WM_BEAUTIFY_FLAG" val="#wm#"/>
  <p:tag name="KSO_WM_TAG_VERSION" val="1.0"/>
  <p:tag name="KSO_WM_CHIP_GROUPID" val="62cbd1ac67e1b3ac3a1081fd"/>
  <p:tag name="KSO_WM_CHIP_XID" val="62cbd1fe67e1b3ac3a10865f"/>
  <p:tag name="KSO_WM_UNIT_DEC_AREA_ID" val="1a796e9d8d8344d99968acb27e8cfcf2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afc229a34a34967bdf3ac63f2d6c51d"/>
  <p:tag name="KSO_WM_SLIDE_BACKGROUND_TYPE" val="general"/>
</p:tagLst>
</file>

<file path=ppt/tags/tag333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20*i*1"/>
  <p:tag name="KSO_WM_BEAUTIFY_FLAG" val="#wm#"/>
  <p:tag name="KSO_WM_TAG_VERSION" val="1.0"/>
  <p:tag name="KSO_WM_CHIP_GROUPID" val="62cbd1ac67e1b3ac3a1081fd"/>
  <p:tag name="KSO_WM_CHIP_XID" val="62cbd1fe67e1b3ac3a10866a"/>
  <p:tag name="KSO_WM_UNIT_DEC_AREA_ID" val="76ac0535050d4b0b8ba841fcf5319076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633c398c7514670859d75b3253623c9"/>
  <p:tag name="KSO_WM_SLIDE_BACKGROUND_TYPE" val="general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</p:tagLst>
</file>

<file path=ppt/tags/tag335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</p:tagLst>
</file>

<file path=ppt/tags/tag33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0_1*i*2"/>
  <p:tag name="KSO_WM_TEMPLATE_CATEGORY" val="diagram"/>
  <p:tag name="KSO_WM_TEMPLATE_INDEX" val="20208600"/>
  <p:tag name="KSO_WM_UNIT_INDEX" val="2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65248d0e2eac4a16859a1c0559d33ac9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1"/>
  <p:tag name="KSO_WM_TEMPLATE_ASSEMBLE_GROUPID" val="60656e7a4054ed1e2fb7f9a1"/>
</p:tagLst>
</file>

<file path=ppt/tags/tag33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0_1*i*3"/>
  <p:tag name="KSO_WM_TEMPLATE_CATEGORY" val="diagram"/>
  <p:tag name="KSO_WM_TEMPLATE_INDEX" val="20208600"/>
  <p:tag name="KSO_WM_UNIT_INDEX" val="3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d26b32aaa4d84b0dbd1030a6cabd7a68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1"/>
  <p:tag name="KSO_WM_TEMPLATE_ASSEMBLE_GROUPID" val="60656e7a4054ed1e2fb7f9a1"/>
</p:tagLst>
</file>

<file path=ppt/tags/tag33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0_1*i*4"/>
  <p:tag name="KSO_WM_TEMPLATE_CATEGORY" val="diagram"/>
  <p:tag name="KSO_WM_TEMPLATE_INDEX" val="20208600"/>
  <p:tag name="KSO_WM_UNIT_INDEX" val="4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808fb1adb4d744cc9d369074d0507e4f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1"/>
  <p:tag name="KSO_WM_TEMPLATE_ASSEMBLE_GROUPID" val="60656e7a4054ed1e2fb7f9a1"/>
</p:tagLst>
</file>

<file path=ppt/tags/tag33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0_1*i*5"/>
  <p:tag name="KSO_WM_TEMPLATE_CATEGORY" val="diagram"/>
  <p:tag name="KSO_WM_TEMPLATE_INDEX" val="20208600"/>
  <p:tag name="KSO_WM_UNIT_INDEX" val="5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060ccbb9a83241f2a52575c4e4f76136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1"/>
  <p:tag name="KSO_WM_TEMPLATE_ASSEMBLE_GROUPID" val="60656e7a4054ed1e2fb7f9a1"/>
</p:tagLst>
</file>

<file path=ppt/tags/tag340.xml><?xml version="1.0" encoding="utf-8"?>
<p:tagLst xmlns:p="http://schemas.openxmlformats.org/presentationml/2006/main">
  <p:tag name="KSO_WM_BEAUTIFY_FLAG" val=""/>
</p:tagLst>
</file>

<file path=ppt/tags/tag341.xml><?xml version="1.0" encoding="utf-8"?>
<p:tagLst xmlns:p="http://schemas.openxmlformats.org/presentationml/2006/main">
  <p:tag name="KSO_WM_SLIDE_BACKGROUND_TYPE" val="general"/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3-10-20T18:34:12&quot;,&quot;maxSize&quot;:{&quot;size1&quot;:20},&quot;minSize&quot;:{&quot;size1&quot;:11.2},&quot;normalSize&quot;:{&quot;size1&quot;:11.2},&quot;subLayout&quot;:[{&quot;id&quot;:&quot;2023-10-20T18:34:12&quot;,&quot;margin&quot;:{&quot;bottom&quot;:0.025999998673796654,&quot;left&quot;:1.2699999809265137,&quot;right&quot;:1.2699999809265137,&quot;top&quot;:0.4230000376701355},&quot;type&quot;:0},{&quot;id&quot;:&quot;2023-10-20T18:34:12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</p:tagLst>
</file>

<file path=ppt/tags/tag342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19*i*1"/>
  <p:tag name="KSO_WM_BEAUTIFY_FLAG" val="#wm#"/>
  <p:tag name="KSO_WM_TAG_VERSION" val="1.0"/>
  <p:tag name="KSO_WM_CHIP_GROUPID" val="62cbd1ac67e1b3ac3a1081fd"/>
  <p:tag name="KSO_WM_CHIP_XID" val="62cbd1fe67e1b3ac3a10865f"/>
  <p:tag name="KSO_WM_UNIT_DEC_AREA_ID" val="1a796e9d8d8344d99968acb27e8cfcf2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afc229a34a34967bdf3ac63f2d6c51d"/>
  <p:tag name="KSO_WM_SLIDE_BACKGROUND_TYPE" val="general"/>
</p:tagLst>
</file>

<file path=ppt/tags/tag343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20*i*1"/>
  <p:tag name="KSO_WM_BEAUTIFY_FLAG" val="#wm#"/>
  <p:tag name="KSO_WM_TAG_VERSION" val="1.0"/>
  <p:tag name="KSO_WM_CHIP_GROUPID" val="62cbd1ac67e1b3ac3a1081fd"/>
  <p:tag name="KSO_WM_CHIP_XID" val="62cbd1fe67e1b3ac3a10866a"/>
  <p:tag name="KSO_WM_UNIT_DEC_AREA_ID" val="76ac0535050d4b0b8ba841fcf5319076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633c398c7514670859d75b3253623c9"/>
  <p:tag name="KSO_WM_SLIDE_BACKGROUND_TYPE" val="general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</p:tagLst>
</file>

<file path=ppt/tags/tag345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</p:tagLst>
</file>

<file path=ppt/tags/tag34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0_1*i*2"/>
  <p:tag name="KSO_WM_TEMPLATE_CATEGORY" val="diagram"/>
  <p:tag name="KSO_WM_TEMPLATE_INDEX" val="20208600"/>
  <p:tag name="KSO_WM_UNIT_INDEX" val="2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65248d0e2eac4a16859a1c0559d33ac9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1"/>
  <p:tag name="KSO_WM_TEMPLATE_ASSEMBLE_GROUPID" val="60656e7a4054ed1e2fb7f9a1"/>
</p:tagLst>
</file>

<file path=ppt/tags/tag34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0_1*i*3"/>
  <p:tag name="KSO_WM_TEMPLATE_CATEGORY" val="diagram"/>
  <p:tag name="KSO_WM_TEMPLATE_INDEX" val="20208600"/>
  <p:tag name="KSO_WM_UNIT_INDEX" val="3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d26b32aaa4d84b0dbd1030a6cabd7a68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1"/>
  <p:tag name="KSO_WM_TEMPLATE_ASSEMBLE_GROUPID" val="60656e7a4054ed1e2fb7f9a1"/>
</p:tagLst>
</file>

<file path=ppt/tags/tag34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0_1*i*4"/>
  <p:tag name="KSO_WM_TEMPLATE_CATEGORY" val="diagram"/>
  <p:tag name="KSO_WM_TEMPLATE_INDEX" val="20208600"/>
  <p:tag name="KSO_WM_UNIT_INDEX" val="4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808fb1adb4d744cc9d369074d0507e4f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1"/>
  <p:tag name="KSO_WM_TEMPLATE_ASSEMBLE_GROUPID" val="60656e7a4054ed1e2fb7f9a1"/>
</p:tagLst>
</file>

<file path=ppt/tags/tag34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0_1*i*5"/>
  <p:tag name="KSO_WM_TEMPLATE_CATEGORY" val="diagram"/>
  <p:tag name="KSO_WM_TEMPLATE_INDEX" val="20208600"/>
  <p:tag name="KSO_WM_UNIT_INDEX" val="5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060ccbb9a83241f2a52575c4e4f76136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1"/>
  <p:tag name="KSO_WM_TEMPLATE_ASSEMBLE_GROUPID" val="60656e7a4054ed1e2fb7f9a1"/>
</p:tagLst>
</file>

<file path=ppt/tags/tag350.xml><?xml version="1.0" encoding="utf-8"?>
<p:tagLst xmlns:p="http://schemas.openxmlformats.org/presentationml/2006/main">
  <p:tag name="KSO_WM_BEAUTIFY_FLAG" val=""/>
</p:tagLst>
</file>

<file path=ppt/tags/tag351.xml><?xml version="1.0" encoding="utf-8"?>
<p:tagLst xmlns:p="http://schemas.openxmlformats.org/presentationml/2006/main">
  <p:tag name="KSO_WM_BEAUTIFY_FLAG" val=""/>
</p:tagLst>
</file>

<file path=ppt/tags/tag352.xml><?xml version="1.0" encoding="utf-8"?>
<p:tagLst xmlns:p="http://schemas.openxmlformats.org/presentationml/2006/main">
  <p:tag name="KSO_WM_SLIDE_BACKGROUND_TYPE" val="general"/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3-10-20T18:34:12&quot;,&quot;maxSize&quot;:{&quot;size1&quot;:20},&quot;minSize&quot;:{&quot;size1&quot;:11.2},&quot;normalSize&quot;:{&quot;size1&quot;:11.2},&quot;subLayout&quot;:[{&quot;id&quot;:&quot;2023-10-20T18:34:12&quot;,&quot;margin&quot;:{&quot;bottom&quot;:0.025999998673796654,&quot;left&quot;:1.2699999809265137,&quot;right&quot;:1.2699999809265137,&quot;top&quot;:0.4230000376701355},&quot;type&quot;:0},{&quot;id&quot;:&quot;2023-10-20T18:34:12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</p:tagLst>
</file>

<file path=ppt/tags/tag353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3128_7*a*1"/>
  <p:tag name="KSO_WM_TEMPLATE_CATEGORY" val="custom"/>
  <p:tag name="KSO_WM_TEMPLATE_INDEX" val="20223128"/>
  <p:tag name="KSO_WM_UNIT_LAYERLEVEL" val="1"/>
  <p:tag name="KSO_WM_TAG_VERSION" val="1.0"/>
  <p:tag name="KSO_WM_BEAUTIFY_FLAG" val="#wm#"/>
  <p:tag name="KSO_WM_UNIT_DEFAULT_FONT" val="44;48;2"/>
  <p:tag name="KSO_WM_UNIT_BLOCK" val="0"/>
  <p:tag name="KSO_WM_UNIT_DEC_AREA_ID" val="c70e0729c0bd4077a4a51c4f7cc55d2d"/>
  <p:tag name="KSO_WM_CHIP_GROUPID" val="6184fb2204b8904ebc644da0"/>
  <p:tag name="KSO_WM_CHIP_XID" val="6184fb2204b8904ebc644d9d"/>
  <p:tag name="KSO_WM_CHIP_FILLAREA_FILL_RULE" val="{&quot;fill_align&quot;:&quot;cm&quot;,&quot;fill_mode&quot;:&quot;adaptive&quot;,&quot;sacle_strategy&quot;:&quot;smart&quot;}"/>
  <p:tag name="KSO_WM_ASSEMBLE_CHIP_INDEX" val="e37540552a424fa7855761727fee0478"/>
  <p:tag name="KSO_WM_UNIT_TEXT_FILL_FORE_SCHEMECOLOR_INDEX_BRIGHTNESS" val="0.15"/>
  <p:tag name="KSO_WM_UNIT_TEXT_FILL_FORE_SCHEMECOLOR_INDEX" val="13"/>
  <p:tag name="KSO_WM_UNIT_TEXT_FILL_TYPE" val="1"/>
</p:tagLst>
</file>

<file path=ppt/tags/tag354.xml><?xml version="1.0" encoding="utf-8"?>
<p:tagLst xmlns:p="http://schemas.openxmlformats.org/presentationml/2006/main">
  <p:tag name="KSO_WM_UNIT_PRESET_TEXT" val="01"/>
  <p:tag name="KSO_WM_UNIT_NOCLEAR" val="0"/>
  <p:tag name="KSO_WM_UNIT_VALUE" val="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23128_7*e*1"/>
  <p:tag name="KSO_WM_TEMPLATE_CATEGORY" val="custom"/>
  <p:tag name="KSO_WM_TEMPLATE_INDEX" val="20223128"/>
  <p:tag name="KSO_WM_UNIT_LAYERLEVEL" val="1"/>
  <p:tag name="KSO_WM_TAG_VERSION" val="1.0"/>
  <p:tag name="KSO_WM_BEAUTIFY_FLAG" val="#wm#"/>
  <p:tag name="KSO_WM_UNIT_DEFAULT_FONT" val="72;80;2"/>
  <p:tag name="KSO_WM_UNIT_BLOCK" val="0"/>
  <p:tag name="KSO_WM_UNIT_DEC_AREA_ID" val="da4bd587d3f744a8bb61708ce5d4300d"/>
  <p:tag name="KSO_WM_CHIP_GROUPID" val="6184fb2204b8904ebc644da0"/>
  <p:tag name="KSO_WM_CHIP_XID" val="6184fb2204b8904ebc644d9d"/>
  <p:tag name="KSO_WM_CHIP_FILLAREA_FILL_RULE" val="{&quot;fill_align&quot;:&quot;cm&quot;,&quot;fill_mode&quot;:&quot;adaptive&quot;,&quot;sacle_strategy&quot;:&quot;smart&quot;}"/>
  <p:tag name="KSO_WM_ASSEMBLE_CHIP_INDEX" val="e37540552a424fa7855761727fee0478"/>
  <p:tag name="KSO_WM_UNIT_TEXT_FILL_FORE_SCHEMECOLOR_INDEX_BRIGHTNESS" val="0"/>
  <p:tag name="KSO_WM_UNIT_TEXT_FILL_FORE_SCHEMECOLOR_INDEX" val="5"/>
  <p:tag name="KSO_WM_UNIT_TEXT_FILL_TYPE" val="1"/>
</p:tagLst>
</file>

<file path=ppt/tags/tag35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56.xml><?xml version="1.0" encoding="utf-8"?>
<p:tagLst xmlns:p="http://schemas.openxmlformats.org/presentationml/2006/main">
  <p:tag name="KSO_WM_BEAUTIFY_FLAG" val="#wm#"/>
  <p:tag name="KSO_WM_TEMPLATE_CATEGORY" val="custom"/>
  <p:tag name="KSO_WM_TEMPLATE_INDEX" val="20223128"/>
  <p:tag name="KSO_WM_SPECIAL_SOURCE" val="bdnull"/>
  <p:tag name="KSO_WM_CHIP_INFOS" val="{&quot;type&quot;:0,&quot;layout_type&quot;:&quot;1_NF_RC_13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2674f634f99f5c0a1ef321d"/>
  <p:tag name="KSO_WM_CHIP_FILLPROP" val="[[{&quot;text_align&quot;:&quot;lm&quot;,&quot;text_direction&quot;:&quot;horizontal&quot;,&quot;support_big_font&quot;:false,&quot;picture_toward&quot;:0,&quot;picture_dockside&quot;:[],&quot;fill_id&quot;:&quot;e1e5d983c448471aad9aed945e055a0d&quot;,&quot;fill_align&quot;:&quot;cm&quot;,&quot;chip_types&quot;:[&quot;diagram&quot;,&quot;header&quot;]}],[{&quot;text_align&quot;:&quot;lm&quot;,&quot;text_direction&quot;:&quot;horizontal&quot;,&quot;support_big_font&quot;:false,&quot;picture_toward&quot;:0,&quot;picture_dockside&quot;:[],&quot;fill_id&quot;:&quot;e1e5d983c448471aad9aed945e055a0d&quot;,&quot;fill_align&quot;:&quot;lm&quot;,&quot;chip_types&quot;:[&quot;diagram&quot;,&quot;header&quot;]}],[{&quot;text_align&quot;:&quot;cm&quot;,&quot;text_direction&quot;:&quot;horizontal&quot;,&quot;support_big_font&quot;:false,&quot;picture_toward&quot;:0,&quot;picture_dockside&quot;:[],&quot;fill_id&quot;:&quot;e1e5d983c448471aad9aed945e055a0d&quot;,&quot;fill_align&quot;:&quot;lm&quot;,&quot;chip_types&quot;:[&quot;diagram&quot;,&quot;header&quot;]}],[{&quot;text_align&quot;:&quot;cm&quot;,&quot;text_direction&quot;:&quot;horizontal&quot;,&quot;support_big_font&quot;:false,&quot;picture_toward&quot;:0,&quot;picture_dockside&quot;:[],&quot;fill_id&quot;:&quot;e1e5d983c448471aad9aed945e055a0d&quot;,&quot;fill_align&quot;:&quot;lt&quot;,&quot;chip_types&quot;:[&quot;diagram&quot;,&quot;header&quot;]}],[{&quot;text_align&quot;:&quot;cm&quot;,&quot;text_direction&quot;:&quot;horizontal&quot;,&quot;support_big_font&quot;:false,&quot;picture_toward&quot;:0,&quot;picture_dockside&quot;:[],&quot;fill_id&quot;:&quot;e1e5d983c448471aad9aed945e055a0d&quot;,&quot;fill_align&quot;:&quot;lb&quot;,&quot;chip_types&quot;:[&quot;diagram&quot;,&quot;header&quot;]}],[{&quot;text_align&quot;:&quot;lm&quot;,&quot;text_direction&quot;:&quot;horizontal&quot;,&quot;support_big_font&quot;:false,&quot;picture_toward&quot;:0,&quot;picture_dockside&quot;:[],&quot;fill_id&quot;:&quot;e1e5d983c448471aad9aed945e055a0d&quot;,&quot;fill_align&quot;:&quot;lt&quot;,&quot;chip_types&quot;:[&quot;diagram&quot;,&quot;header&quot;]}],[{&quot;text_align&quot;:&quot;lm&quot;,&quot;text_direction&quot;:&quot;horizontal&quot;,&quot;support_big_font&quot;:false,&quot;picture_toward&quot;:0,&quot;picture_dockside&quot;:[],&quot;fill_id&quot;:&quot;e1e5d983c448471aad9aed945e055a0d&quot;,&quot;fill_align&quot;:&quot;lb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e1e5d983c448471aad9aed945e055a0d&quot;,&quot;fill_align&quot;:&quot;r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e1e5d983c448471aad9aed945e055a0d&quot;,&quot;fill_align&quot;:&quot;rb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e1e5d983c448471aad9aed945e055a0d&quot;,&quot;fill_align&quot;:&quot;rt&quot;,&quot;chip_types&quot;:[&quot;diagram&quot;,&quot;header&quot;]}],[{&quot;text_align&quot;:&quot;cm&quot;,&quot;text_direction&quot;:&quot;horizontal&quot;,&quot;support_big_font&quot;:false,&quot;picture_toward&quot;:0,&quot;picture_dockside&quot;:[],&quot;fill_id&quot;:&quot;e1e5d983c448471aad9aed945e055a0d&quot;,&quot;fill_align&quot;:&quot;cm&quot;,&quot;chip_types&quot;:[&quot;diagram&quot;,&quot;header&quot;]}]]"/>
  <p:tag name="KSO_WM_CHIP_DECFILLPROP" val="[]"/>
  <p:tag name="KSO_WM_SLIDE_ID" val="custom20223128_7"/>
  <p:tag name="KSO_WM_TEMPLATE_SUBCATEGORY" val="21"/>
  <p:tag name="KSO_WM_TEMPLATE_MASTER_TYPE" val="1"/>
  <p:tag name="KSO_WM_TEMPLATE_COLOR_TYPE" val="1"/>
  <p:tag name="KSO_WM_SLIDE_ITEM_CNT" val="0"/>
  <p:tag name="KSO_WM_SLIDE_INDEX" val="7"/>
  <p:tag name="KSO_WM_TAG_VERSION" val="1.0"/>
  <p:tag name="KSO_WM_SLIDE_LAYOUT" val="a_b_e_f"/>
  <p:tag name="KSO_WM_SLIDE_LAYOUT_CNT" val="1_1_1_1"/>
  <p:tag name="KSO_WM_CHIP_GROUPID" val="62674f634f99f5c0a1ef321f"/>
  <p:tag name="KSO_WM_SLIDE_LAYOUT_INFO" val="{&quot;id&quot;:&quot;2022-09-02T15:19:18&quot;,&quot;margin&quot;:{&quot;bottom&quot;:5.064125061035156,&quot;left&quot;:13.404272079467773,&quot;right&quot;:6.219952583312988,&quot;top&quot;:3.654778003692627},&quot;type&quot;:0}"/>
  <p:tag name="KSO_WM_SLIDE_BK_DARK_LIGHT" val="2"/>
  <p:tag name="KSO_WM_SLIDE_BACKGROUND_TYPE" val="general"/>
  <p:tag name="KSO_WM_SLIDE_SUPPORT_FEATURE_TYPE" val="0"/>
  <p:tag name="KSO_WM_SLIDE_TYPE" val="sectionTitle"/>
  <p:tag name="KSO_WM_CHIP_COLORING" val="1"/>
  <p:tag name="KSO_WM_SLIDE_SUBTYPE" val="pureTxt"/>
  <p:tag name="KSO_WM_TEMPLATE_ASSEMBLE_XID" val="62ccdb427bdb9f75177e693c"/>
  <p:tag name="KSO_WM_TEMPLATE_ASSEMBLE_GROUPID" val="62cbd1ac67e1b3ac3a1081fd"/>
</p:tagLst>
</file>

<file path=ppt/tags/tag357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19*i*1"/>
  <p:tag name="KSO_WM_BEAUTIFY_FLAG" val="#wm#"/>
  <p:tag name="KSO_WM_TAG_VERSION" val="1.0"/>
  <p:tag name="KSO_WM_CHIP_GROUPID" val="62cbd1ac67e1b3ac3a1081fd"/>
  <p:tag name="KSO_WM_CHIP_XID" val="62cbd1fe67e1b3ac3a10865f"/>
  <p:tag name="KSO_WM_UNIT_DEC_AREA_ID" val="1a796e9d8d8344d99968acb27e8cfcf2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afc229a34a34967bdf3ac63f2d6c51d"/>
  <p:tag name="KSO_WM_SLIDE_BACKGROUND_TYPE" val="general"/>
</p:tagLst>
</file>

<file path=ppt/tags/tag358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20*i*1"/>
  <p:tag name="KSO_WM_BEAUTIFY_FLAG" val="#wm#"/>
  <p:tag name="KSO_WM_TAG_VERSION" val="1.0"/>
  <p:tag name="KSO_WM_CHIP_GROUPID" val="62cbd1ac67e1b3ac3a1081fd"/>
  <p:tag name="KSO_WM_CHIP_XID" val="62cbd1fe67e1b3ac3a10866a"/>
  <p:tag name="KSO_WM_UNIT_DEC_AREA_ID" val="76ac0535050d4b0b8ba841fcf5319076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633c398c7514670859d75b3253623c9"/>
  <p:tag name="KSO_WM_SLIDE_BACKGROUND_TYPE" val="general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</p:tagLst>
</file>

<file path=ppt/tags/tag360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</p:tagLst>
</file>

<file path=ppt/tags/tag361.xml><?xml version="1.0" encoding="utf-8"?>
<p:tagLst xmlns:p="http://schemas.openxmlformats.org/presentationml/2006/main">
  <p:tag name="KSO_WM_BEAUTIFY_FLAG" val=""/>
</p:tagLst>
</file>

<file path=ppt/tags/tag362.xml><?xml version="1.0" encoding="utf-8"?>
<p:tagLst xmlns:p="http://schemas.openxmlformats.org/presentationml/2006/main">
  <p:tag name="KSO_WM_BEAUTIFY_FLAG" val=""/>
</p:tagLst>
</file>

<file path=ppt/tags/tag363.xml><?xml version="1.0" encoding="utf-8"?>
<p:tagLst xmlns:p="http://schemas.openxmlformats.org/presentationml/2006/main">
  <p:tag name="KSO_WM_SLIDE_BACKGROUND_TYPE" val="general"/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3-10-20T18:34:13&quot;,&quot;maxSize&quot;:{&quot;size1&quot;:20},&quot;minSize&quot;:{&quot;size1&quot;:11.2},&quot;normalSize&quot;:{&quot;size1&quot;:11.2},&quot;subLayout&quot;:[{&quot;id&quot;:&quot;2023-10-20T18:34:13&quot;,&quot;margin&quot;:{&quot;bottom&quot;:0.025999998673796654,&quot;left&quot;:1.2699999809265137,&quot;right&quot;:1.2699999809265137,&quot;top&quot;:0.4230000376701355},&quot;type&quot;:0},{&quot;id&quot;:&quot;2023-10-20T18:34:13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</p:tagLst>
</file>

<file path=ppt/tags/tag364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19*i*1"/>
  <p:tag name="KSO_WM_BEAUTIFY_FLAG" val="#wm#"/>
  <p:tag name="KSO_WM_TAG_VERSION" val="1.0"/>
  <p:tag name="KSO_WM_CHIP_GROUPID" val="62cbd1ac67e1b3ac3a1081fd"/>
  <p:tag name="KSO_WM_CHIP_XID" val="62cbd1fe67e1b3ac3a10865f"/>
  <p:tag name="KSO_WM_UNIT_DEC_AREA_ID" val="1a796e9d8d8344d99968acb27e8cfcf2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afc229a34a34967bdf3ac63f2d6c51d"/>
  <p:tag name="KSO_WM_SLIDE_BACKGROUND_TYPE" val="general"/>
</p:tagLst>
</file>

<file path=ppt/tags/tag365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20*i*1"/>
  <p:tag name="KSO_WM_BEAUTIFY_FLAG" val="#wm#"/>
  <p:tag name="KSO_WM_TAG_VERSION" val="1.0"/>
  <p:tag name="KSO_WM_CHIP_GROUPID" val="62cbd1ac67e1b3ac3a1081fd"/>
  <p:tag name="KSO_WM_CHIP_XID" val="62cbd1fe67e1b3ac3a10866a"/>
  <p:tag name="KSO_WM_UNIT_DEC_AREA_ID" val="76ac0535050d4b0b8ba841fcf5319076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633c398c7514670859d75b3253623c9"/>
  <p:tag name="KSO_WM_SLIDE_BACKGROUND_TYPE" val="general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</p:tagLst>
</file>

<file path=ppt/tags/tag367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</p:tagLst>
</file>

<file path=ppt/tags/tag368.xml><?xml version="1.0" encoding="utf-8"?>
<p:tagLst xmlns:p="http://schemas.openxmlformats.org/presentationml/2006/main">
  <p:tag name="KSO_WM_BEAUTIFY_FLAG" val=""/>
</p:tagLst>
</file>

<file path=ppt/tags/tag369.xml><?xml version="1.0" encoding="utf-8"?>
<p:tagLst xmlns:p="http://schemas.openxmlformats.org/presentationml/2006/main">
  <p:tag name="KSO_WM_SLIDE_BACKGROUND_TYPE" val="general"/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3-10-20T18:34:13&quot;,&quot;maxSize&quot;:{&quot;size1&quot;:20},&quot;minSize&quot;:{&quot;size1&quot;:11.2},&quot;normalSize&quot;:{&quot;size1&quot;:11.2},&quot;subLayout&quot;:[{&quot;id&quot;:&quot;2023-10-20T18:34:13&quot;,&quot;margin&quot;:{&quot;bottom&quot;:0.025999998673796654,&quot;left&quot;:1.2699999809265137,&quot;right&quot;:1.2699999809265137,&quot;top&quot;:0.4230000376701355},&quot;type&quot;:0},{&quot;id&quot;:&quot;2023-10-20T18:34:13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</p:tagLst>
</file>

<file path=ppt/tags/tag370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3128_7*a*1"/>
  <p:tag name="KSO_WM_TEMPLATE_CATEGORY" val="custom"/>
  <p:tag name="KSO_WM_TEMPLATE_INDEX" val="20223128"/>
  <p:tag name="KSO_WM_UNIT_LAYERLEVEL" val="1"/>
  <p:tag name="KSO_WM_TAG_VERSION" val="1.0"/>
  <p:tag name="KSO_WM_BEAUTIFY_FLAG" val="#wm#"/>
  <p:tag name="KSO_WM_UNIT_DEFAULT_FONT" val="44;48;2"/>
  <p:tag name="KSO_WM_UNIT_BLOCK" val="0"/>
  <p:tag name="KSO_WM_UNIT_DEC_AREA_ID" val="c70e0729c0bd4077a4a51c4f7cc55d2d"/>
  <p:tag name="KSO_WM_CHIP_GROUPID" val="6184fb2204b8904ebc644da0"/>
  <p:tag name="KSO_WM_CHIP_XID" val="6184fb2204b8904ebc644d9d"/>
  <p:tag name="KSO_WM_CHIP_FILLAREA_FILL_RULE" val="{&quot;fill_align&quot;:&quot;cm&quot;,&quot;fill_mode&quot;:&quot;adaptive&quot;,&quot;sacle_strategy&quot;:&quot;smart&quot;}"/>
  <p:tag name="KSO_WM_ASSEMBLE_CHIP_INDEX" val="e37540552a424fa7855761727fee0478"/>
  <p:tag name="KSO_WM_UNIT_TEXT_FILL_FORE_SCHEMECOLOR_INDEX_BRIGHTNESS" val="0.15"/>
  <p:tag name="KSO_WM_UNIT_TEXT_FILL_FORE_SCHEMECOLOR_INDEX" val="13"/>
  <p:tag name="KSO_WM_UNIT_TEXT_FILL_TYPE" val="1"/>
</p:tagLst>
</file>

<file path=ppt/tags/tag371.xml><?xml version="1.0" encoding="utf-8"?>
<p:tagLst xmlns:p="http://schemas.openxmlformats.org/presentationml/2006/main">
  <p:tag name="KSO_WM_UNIT_PRESET_TEXT" val="01"/>
  <p:tag name="KSO_WM_UNIT_NOCLEAR" val="0"/>
  <p:tag name="KSO_WM_UNIT_VALUE" val="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23128_7*e*1"/>
  <p:tag name="KSO_WM_TEMPLATE_CATEGORY" val="custom"/>
  <p:tag name="KSO_WM_TEMPLATE_INDEX" val="20223128"/>
  <p:tag name="KSO_WM_UNIT_LAYERLEVEL" val="1"/>
  <p:tag name="KSO_WM_TAG_VERSION" val="1.0"/>
  <p:tag name="KSO_WM_BEAUTIFY_FLAG" val="#wm#"/>
  <p:tag name="KSO_WM_UNIT_DEFAULT_FONT" val="72;80;2"/>
  <p:tag name="KSO_WM_UNIT_BLOCK" val="0"/>
  <p:tag name="KSO_WM_UNIT_DEC_AREA_ID" val="da4bd587d3f744a8bb61708ce5d4300d"/>
  <p:tag name="KSO_WM_CHIP_GROUPID" val="6184fb2204b8904ebc644da0"/>
  <p:tag name="KSO_WM_CHIP_XID" val="6184fb2204b8904ebc644d9d"/>
  <p:tag name="KSO_WM_CHIP_FILLAREA_FILL_RULE" val="{&quot;fill_align&quot;:&quot;cm&quot;,&quot;fill_mode&quot;:&quot;adaptive&quot;,&quot;sacle_strategy&quot;:&quot;smart&quot;}"/>
  <p:tag name="KSO_WM_ASSEMBLE_CHIP_INDEX" val="e37540552a424fa7855761727fee0478"/>
  <p:tag name="KSO_WM_UNIT_TEXT_FILL_FORE_SCHEMECOLOR_INDEX_BRIGHTNESS" val="0"/>
  <p:tag name="KSO_WM_UNIT_TEXT_FILL_FORE_SCHEMECOLOR_INDEX" val="5"/>
  <p:tag name="KSO_WM_UNIT_TEXT_FILL_TYPE" val="1"/>
</p:tagLst>
</file>

<file path=ppt/tags/tag37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73.xml><?xml version="1.0" encoding="utf-8"?>
<p:tagLst xmlns:p="http://schemas.openxmlformats.org/presentationml/2006/main">
  <p:tag name="KSO_WM_BEAUTIFY_FLAG" val="#wm#"/>
  <p:tag name="KSO_WM_TEMPLATE_CATEGORY" val="custom"/>
  <p:tag name="KSO_WM_TEMPLATE_INDEX" val="20223128"/>
  <p:tag name="KSO_WM_SPECIAL_SOURCE" val="bdnull"/>
  <p:tag name="KSO_WM_CHIP_INFOS" val="{&quot;type&quot;:0,&quot;layout_type&quot;:&quot;1_NF_RC_13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2674f634f99f5c0a1ef321d"/>
  <p:tag name="KSO_WM_CHIP_FILLPROP" val="[[{&quot;text_align&quot;:&quot;lm&quot;,&quot;text_direction&quot;:&quot;horizontal&quot;,&quot;support_big_font&quot;:false,&quot;picture_toward&quot;:0,&quot;picture_dockside&quot;:[],&quot;fill_id&quot;:&quot;e1e5d983c448471aad9aed945e055a0d&quot;,&quot;fill_align&quot;:&quot;cm&quot;,&quot;chip_types&quot;:[&quot;diagram&quot;,&quot;header&quot;]}],[{&quot;text_align&quot;:&quot;lm&quot;,&quot;text_direction&quot;:&quot;horizontal&quot;,&quot;support_big_font&quot;:false,&quot;picture_toward&quot;:0,&quot;picture_dockside&quot;:[],&quot;fill_id&quot;:&quot;e1e5d983c448471aad9aed945e055a0d&quot;,&quot;fill_align&quot;:&quot;lm&quot;,&quot;chip_types&quot;:[&quot;diagram&quot;,&quot;header&quot;]}],[{&quot;text_align&quot;:&quot;cm&quot;,&quot;text_direction&quot;:&quot;horizontal&quot;,&quot;support_big_font&quot;:false,&quot;picture_toward&quot;:0,&quot;picture_dockside&quot;:[],&quot;fill_id&quot;:&quot;e1e5d983c448471aad9aed945e055a0d&quot;,&quot;fill_align&quot;:&quot;lm&quot;,&quot;chip_types&quot;:[&quot;diagram&quot;,&quot;header&quot;]}],[{&quot;text_align&quot;:&quot;cm&quot;,&quot;text_direction&quot;:&quot;horizontal&quot;,&quot;support_big_font&quot;:false,&quot;picture_toward&quot;:0,&quot;picture_dockside&quot;:[],&quot;fill_id&quot;:&quot;e1e5d983c448471aad9aed945e055a0d&quot;,&quot;fill_align&quot;:&quot;lt&quot;,&quot;chip_types&quot;:[&quot;diagram&quot;,&quot;header&quot;]}],[{&quot;text_align&quot;:&quot;cm&quot;,&quot;text_direction&quot;:&quot;horizontal&quot;,&quot;support_big_font&quot;:false,&quot;picture_toward&quot;:0,&quot;picture_dockside&quot;:[],&quot;fill_id&quot;:&quot;e1e5d983c448471aad9aed945e055a0d&quot;,&quot;fill_align&quot;:&quot;lb&quot;,&quot;chip_types&quot;:[&quot;diagram&quot;,&quot;header&quot;]}],[{&quot;text_align&quot;:&quot;lm&quot;,&quot;text_direction&quot;:&quot;horizontal&quot;,&quot;support_big_font&quot;:false,&quot;picture_toward&quot;:0,&quot;picture_dockside&quot;:[],&quot;fill_id&quot;:&quot;e1e5d983c448471aad9aed945e055a0d&quot;,&quot;fill_align&quot;:&quot;lt&quot;,&quot;chip_types&quot;:[&quot;diagram&quot;,&quot;header&quot;]}],[{&quot;text_align&quot;:&quot;lm&quot;,&quot;text_direction&quot;:&quot;horizontal&quot;,&quot;support_big_font&quot;:false,&quot;picture_toward&quot;:0,&quot;picture_dockside&quot;:[],&quot;fill_id&quot;:&quot;e1e5d983c448471aad9aed945e055a0d&quot;,&quot;fill_align&quot;:&quot;lb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e1e5d983c448471aad9aed945e055a0d&quot;,&quot;fill_align&quot;:&quot;r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e1e5d983c448471aad9aed945e055a0d&quot;,&quot;fill_align&quot;:&quot;rb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e1e5d983c448471aad9aed945e055a0d&quot;,&quot;fill_align&quot;:&quot;rt&quot;,&quot;chip_types&quot;:[&quot;diagram&quot;,&quot;header&quot;]}],[{&quot;text_align&quot;:&quot;cm&quot;,&quot;text_direction&quot;:&quot;horizontal&quot;,&quot;support_big_font&quot;:false,&quot;picture_toward&quot;:0,&quot;picture_dockside&quot;:[],&quot;fill_id&quot;:&quot;e1e5d983c448471aad9aed945e055a0d&quot;,&quot;fill_align&quot;:&quot;cm&quot;,&quot;chip_types&quot;:[&quot;diagram&quot;,&quot;header&quot;]}]]"/>
  <p:tag name="KSO_WM_CHIP_DECFILLPROP" val="[]"/>
  <p:tag name="KSO_WM_SLIDE_ID" val="custom20223128_7"/>
  <p:tag name="KSO_WM_TEMPLATE_SUBCATEGORY" val="21"/>
  <p:tag name="KSO_WM_TEMPLATE_MASTER_TYPE" val="1"/>
  <p:tag name="KSO_WM_TEMPLATE_COLOR_TYPE" val="1"/>
  <p:tag name="KSO_WM_SLIDE_ITEM_CNT" val="0"/>
  <p:tag name="KSO_WM_SLIDE_INDEX" val="7"/>
  <p:tag name="KSO_WM_TAG_VERSION" val="1.0"/>
  <p:tag name="KSO_WM_SLIDE_LAYOUT" val="a_b_e_f"/>
  <p:tag name="KSO_WM_SLIDE_LAYOUT_CNT" val="1_1_1_1"/>
  <p:tag name="KSO_WM_CHIP_GROUPID" val="62674f634f99f5c0a1ef321f"/>
  <p:tag name="KSO_WM_SLIDE_LAYOUT_INFO" val="{&quot;id&quot;:&quot;2022-09-02T15:19:18&quot;,&quot;margin&quot;:{&quot;bottom&quot;:5.064125061035156,&quot;left&quot;:13.404272079467773,&quot;right&quot;:6.219952583312988,&quot;top&quot;:3.654778003692627},&quot;type&quot;:0}"/>
  <p:tag name="KSO_WM_SLIDE_BK_DARK_LIGHT" val="2"/>
  <p:tag name="KSO_WM_SLIDE_BACKGROUND_TYPE" val="general"/>
  <p:tag name="KSO_WM_SLIDE_SUPPORT_FEATURE_TYPE" val="0"/>
  <p:tag name="KSO_WM_SLIDE_TYPE" val="sectionTitle"/>
  <p:tag name="KSO_WM_CHIP_COLORING" val="1"/>
  <p:tag name="KSO_WM_SLIDE_SUBTYPE" val="pureTxt"/>
  <p:tag name="KSO_WM_TEMPLATE_ASSEMBLE_XID" val="62ccdb427bdb9f75177e693c"/>
  <p:tag name="KSO_WM_TEMPLATE_ASSEMBLE_GROUPID" val="62cbd1ac67e1b3ac3a1081fd"/>
</p:tagLst>
</file>

<file path=ppt/tags/tag374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19*i*1"/>
  <p:tag name="KSO_WM_BEAUTIFY_FLAG" val="#wm#"/>
  <p:tag name="KSO_WM_TAG_VERSION" val="1.0"/>
  <p:tag name="KSO_WM_CHIP_GROUPID" val="62cbd1ac67e1b3ac3a1081fd"/>
  <p:tag name="KSO_WM_CHIP_XID" val="62cbd1fe67e1b3ac3a10865f"/>
  <p:tag name="KSO_WM_UNIT_DEC_AREA_ID" val="1a796e9d8d8344d99968acb27e8cfcf2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afc229a34a34967bdf3ac63f2d6c51d"/>
  <p:tag name="KSO_WM_SLIDE_BACKGROUND_TYPE" val="general"/>
</p:tagLst>
</file>

<file path=ppt/tags/tag375.xml><?xml version="1.0" encoding="utf-8"?>
<p:tagLst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20*i*1"/>
  <p:tag name="KSO_WM_BEAUTIFY_FLAG" val="#wm#"/>
  <p:tag name="KSO_WM_TAG_VERSION" val="1.0"/>
  <p:tag name="KSO_WM_CHIP_GROUPID" val="62cbd1ac67e1b3ac3a1081fd"/>
  <p:tag name="KSO_WM_CHIP_XID" val="62cbd1fe67e1b3ac3a10866a"/>
  <p:tag name="KSO_WM_UNIT_DEC_AREA_ID" val="76ac0535050d4b0b8ba841fcf5319076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633c398c7514670859d75b3253623c9"/>
  <p:tag name="KSO_WM_SLIDE_BACKGROUND_TYPE" val="general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</p:tagLst>
</file>

<file path=ppt/tags/tag377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</p:tagLst>
</file>

<file path=ppt/tags/tag378.xml><?xml version="1.0" encoding="utf-8"?>
<p:tagLst xmlns:p="http://schemas.openxmlformats.org/presentationml/2006/main">
  <p:tag name="KSO_WM_SLIDE_BACKGROUND_TYPE" val="general"/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3-10-20T18:34:13&quot;,&quot;maxSize&quot;:{&quot;size1&quot;:20},&quot;minSize&quot;:{&quot;size1&quot;:11.2},&quot;normalSize&quot;:{&quot;size1&quot;:11.2},&quot;subLayout&quot;:[{&quot;id&quot;:&quot;2023-10-20T18:34:13&quot;,&quot;margin&quot;:{&quot;bottom&quot;:0.025999998673796654,&quot;left&quot;:1.2699999809265137,&quot;right&quot;:1.2699999809265137,&quot;top&quot;:0.4230000376701355},&quot;type&quot;:0},{&quot;id&quot;:&quot;2023-10-20T18:34:13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</p:tagLst>
</file>

<file path=ppt/tags/tag379.xml><?xml version="1.0" encoding="utf-8"?>
<p:tagLst xmlns:p="http://schemas.openxmlformats.org/presentationml/2006/main">
  <p:tag name="KSO_WM_UNIT_DEFAULT_FONT" val="66;74;2"/>
  <p:tag name="KSO_WM_UNIT_BLOCK" val="0"/>
  <p:tag name="KSO_WM_UNIT_DEC_AREA_ID" val="155f09631e6f48d3b173886dbf66bcb8"/>
  <p:tag name="KSO_WM_UNIT_ISCONTENTSTITLE" val="0"/>
  <p:tag name="KSO_WM_UNIT_ISNUMDGMTITLE" val="0"/>
  <p:tag name="KSO_WM_UNIT_PRESET_TEXT" val="感谢各位的观看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3128_16*a*1"/>
  <p:tag name="KSO_WM_TEMPLATE_CATEGORY" val="custom"/>
  <p:tag name="KSO_WM_TEMPLATE_INDEX" val="20223128"/>
  <p:tag name="KSO_WM_UNIT_LAYERLEVEL" val="1"/>
  <p:tag name="KSO_WM_TAG_VERSION" val="1.0"/>
  <p:tag name="KSO_WM_BEAUTIFY_FLAG" val="#wm#"/>
  <p:tag name="KSO_WM_CHIP_GROUPID" val="624cf5358c72ca61f790a24e"/>
  <p:tag name="KSO_WM_CHIP_XID" val="624cf5358c72ca61f790a24d"/>
  <p:tag name="KSO_WM_CHIP_FILLAREA_FILL_RULE" val="{&quot;fill_align&quot;:&quot;lm&quot;,&quot;fill_mode&quot;:&quot;adaptive&quot;,&quot;sacle_strategy&quot;:&quot;smart&quot;}"/>
  <p:tag name="KSO_WM_ASSEMBLE_CHIP_INDEX" val="5c527ccf2f7e4f09a535bced40be02df"/>
  <p:tag name="KSO_WM_UNIT_TEXT_FILL_FORE_SCHEMECOLOR_INDEX_BRIGHTNESS" val="0.15"/>
  <p:tag name="KSO_WM_UNIT_TEXT_FILL_FORE_SCHEMECOLOR_INDEX" val="13"/>
  <p:tag name="KSO_WM_UNIT_TEXT_FILL_TYPE" val="1"/>
</p:tagLst>
</file>

<file path=ppt/tags/tag380.xml><?xml version="1.0" encoding="utf-8"?>
<p:tagLst xmlns:p="http://schemas.openxmlformats.org/presentationml/2006/main">
  <p:tag name="KSO_WM_BEAUTIFY_FLAG" val=""/>
</p:tagLst>
</file>

<file path=ppt/tags/tag381.xml><?xml version="1.0" encoding="utf-8"?>
<p:tagLst xmlns:p="http://schemas.openxmlformats.org/presentationml/2006/main">
  <p:tag name="KSO_WM_BEAUTIFY_FLAG" val="#wm#"/>
  <p:tag name="KSO_WM_TEMPLATE_CATEGORY" val="custom"/>
  <p:tag name="KSO_WM_TEMPLATE_INDEX" val="20223128"/>
  <p:tag name="KSO_WM_SLIDE_ID" val="custom20223128_16"/>
  <p:tag name="KSO_WM_TEMPLATE_SUBCATEGORY" val="21"/>
  <p:tag name="KSO_WM_TEMPLATE_MASTER_TYPE" val="1"/>
  <p:tag name="KSO_WM_TEMPLATE_COLOR_TYPE" val="1"/>
  <p:tag name="KSO_WM_SLIDE_ITEM_CNT" val="0"/>
  <p:tag name="KSO_WM_SLIDE_INDEX" val="16"/>
  <p:tag name="KSO_WM_TAG_VERSION" val="1.0"/>
  <p:tag name="KSO_WM_CHIP_INFOS" val="{&quot;type&quot;:0,&quot;layout_type&quot;:&quot;1_NF_C_2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FILLPROP" val="[[{&quot;text_align&quot;:&quot;lm&quot;,&quot;text_direction&quot;:&quot;horizontal&quot;,&quot;support_big_font&quot;:false,&quot;picture_toward&quot;:0,&quot;picture_dockside&quot;:[],&quot;fill_id&quot;:&quot;6a207adb2ada4173be4a5d0b23402037&quot;,&quot;fill_align&quot;:&quot;lm&quot;,&quot;chip_types&quot;:[&quot;header&quot;,&quot;wordpuzzle&quot;]}],[{&quot;text_align&quot;:&quot;cm&quot;,&quot;text_direction&quot;:&quot;horizontal&quot;,&quot;support_big_font&quot;:false,&quot;picture_toward&quot;:0,&quot;picture_dockside&quot;:[],&quot;fill_id&quot;:&quot;6a207adb2ada4173be4a5d0b23402037&quot;,&quot;fill_align&quot;:&quot;cm&quot;,&quot;chip_types&quot;:[&quot;diagram&quot;,&quot;header&quot;]}],[{&quot;text_align&quot;:&quot;lm&quot;,&quot;text_direction&quot;:&quot;horizontal&quot;,&quot;support_big_font&quot;:false,&quot;picture_toward&quot;:0,&quot;picture_dockside&quot;:[],&quot;fill_id&quot;:&quot;6a207adb2ada4173be4a5d0b23402037&quot;,&quot;fill_align&quot;:&quot;ct&quot;,&quot;chip_types&quot;:[&quot;header&quot;,&quot;wordpuzzle&quot;]}],[{&quot;text_align&quot;:&quot;lm&quot;,&quot;text_direction&quot;:&quot;horizontal&quot;,&quot;support_big_font&quot;:false,&quot;picture_toward&quot;:0,&quot;picture_dockside&quot;:[],&quot;fill_id&quot;:&quot;6a207adb2ada4173be4a5d0b23402037&quot;,&quot;fill_align&quot;:&quot;cm&quot;,&quot;chip_types&quot;:[&quot;header&quot;,&quot;wordpuzzle&quot;]}],[{&quot;text_align&quot;:&quot;lm&quot;,&quot;text_direction&quot;:&quot;horizontal&quot;,&quot;support_big_font&quot;:false,&quot;picture_toward&quot;:0,&quot;picture_dockside&quot;:[],&quot;fill_id&quot;:&quot;6a207adb2ada4173be4a5d0b23402037&quot;,&quot;fill_align&quot;:&quot;cb&quot;,&quot;chip_types&quot;:[&quot;header&quot;,&quot;wordpuzzle&quot;]}],[{&quot;text_align&quot;:&quot;rm&quot;,&quot;text_direction&quot;:&quot;horizontal&quot;,&quot;support_big_font&quot;:false,&quot;picture_toward&quot;:0,&quot;picture_dockside&quot;:[],&quot;fill_id&quot;:&quot;6a207adb2ada4173be4a5d0b23402037&quot;,&quot;fill_align&quot;:&quot;ct&quot;,&quot;chip_types&quot;:[&quot;header&quot;,&quot;wordpuzzle&quot;]}],[{&quot;text_align&quot;:&quot;rm&quot;,&quot;text_direction&quot;:&quot;horizontal&quot;,&quot;support_big_font&quot;:false,&quot;picture_toward&quot;:0,&quot;picture_dockside&quot;:[],&quot;fill_id&quot;:&quot;6a207adb2ada4173be4a5d0b23402037&quot;,&quot;fill_align&quot;:&quot;cm&quot;,&quot;chip_types&quot;:[&quot;header&quot;,&quot;wordpuzzle&quot;]}],[{&quot;text_align&quot;:&quot;rm&quot;,&quot;text_direction&quot;:&quot;horizontal&quot;,&quot;support_big_font&quot;:false,&quot;picture_toward&quot;:0,&quot;picture_dockside&quot;:[],&quot;fill_id&quot;:&quot;6a207adb2ada4173be4a5d0b23402037&quot;,&quot;fill_align&quot;:&quot;cb&quot;,&quot;chip_types&quot;:[&quot;header&quot;,&quot;wordpuzzle&quot;]}],[{&quot;text_align&quot;:&quot;cb&quot;,&quot;text_direction&quot;:&quot;horizontal&quot;,&quot;support_big_font&quot;:false,&quot;picture_toward&quot;:0,&quot;picture_dockside&quot;:[],&quot;fill_id&quot;:&quot;6a207adb2ada4173be4a5d0b23402037&quot;,&quot;fill_align&quot;:&quot;cb&quot;,&quot;chip_types&quot;:[&quot;header&quot;,&quot;wordpuzzle&quot;]}],[{&quot;text_align&quot;:&quot;ct&quot;,&quot;text_direction&quot;:&quot;horizontal&quot;,&quot;support_big_font&quot;:false,&quot;picture_toward&quot;:0,&quot;picture_dockside&quot;:[],&quot;fill_id&quot;:&quot;6a207adb2ada4173be4a5d0b23402037&quot;,&quot;fill_align&quot;:&quot;ct&quot;,&quot;chip_types&quot;:[&quot;header&quot;,&quot;wordpuzzle&quot;]}]]"/>
  <p:tag name="KSO_WM_CHIP_DECFILLPROP" val="[]"/>
  <p:tag name="KSO_WM_SLIDE_LAYOUT" val="a_b_f"/>
  <p:tag name="KSO_WM_SLIDE_LAYOUT_CNT" val="1_1_1"/>
  <p:tag name="KSO_WM_CHIP_XID" val="61309936c37455bdf62aa2ef"/>
  <p:tag name="KSO_WM_CHIP_GROUPID" val="61309936c37455bdf62aa2ee"/>
  <p:tag name="KSO_WM_SLIDE_LAYOUT_INFO" val="{&quot;id&quot;:&quot;2022-09-02T15:19:30&quot;,&quot;margin&quot;:{&quot;bottom&quot;:5.369389533996582,&quot;left&quot;:5.981347560882568,&quot;right&quot;:5.981346607208252,&quot;top&quot;:5.369354724884033},&quot;type&quot;:0}"/>
  <p:tag name="KSO_WM_SLIDE_BK_DARK_LIGHT" val="2"/>
  <p:tag name="KSO_WM_SLIDE_BACKGROUND_TYPE" val="general"/>
  <p:tag name="KSO_WM_SLIDE_SUPPORT_FEATURE_TYPE" val="0"/>
  <p:tag name="KSO_WM_SLIDE_TYPE" val="endPage"/>
  <p:tag name="KSO_WM_CHIP_COLORING" val="1"/>
  <p:tag name="KSO_WM_SLIDE_SUBTYPE" val="pureTxt"/>
  <p:tag name="KSO_WM_TEMPLATE_ASSEMBLE_XID" val="62ccdb437bdb9f75177e6a43"/>
  <p:tag name="KSO_WM_TEMPLATE_ASSEMBLE_GROUPID" val="62cbd1ac67e1b3ac3a1081fd"/>
</p:tagLst>
</file>

<file path=ppt/tags/tag382.xml><?xml version="1.0" encoding="utf-8"?>
<p:tagLst xmlns:p="http://schemas.openxmlformats.org/presentationml/2006/main">
  <p:tag name="COMMONDATA" val="eyJoZGlkIjoiMDI4ZTcwNTc2ZjUwODlmMTI2NTIzMTZjMzdkOTM5Y2QifQ=="/>
  <p:tag name="KSO_WPP_MARK_KEY" val="8bad4323-e20d-4355-983a-9f17dd213956"/>
  <p:tag name="commondata" val="eyJoZGlkIjoiZjJlNmFlMjljOTQ2NTE1MTk1NmViZjI3MGRkMWY2MDcifQ=="/>
  <p:tag name="resource_record_key" val="{&quot;65&quot;:[20223128],&quot;70&quot;:[3314314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8F9DE8"/>
      </a:dk2>
      <a:lt2>
        <a:srgbClr val="FFFFFF"/>
      </a:lt2>
      <a:accent1>
        <a:srgbClr val="384DD3"/>
      </a:accent1>
      <a:accent2>
        <a:srgbClr val="AF578F"/>
      </a:accent2>
      <a:accent3>
        <a:srgbClr val="FF5D62"/>
      </a:accent3>
      <a:accent4>
        <a:srgbClr val="FF7659"/>
      </a:accent4>
      <a:accent5>
        <a:srgbClr val="FEA847"/>
      </a:accent5>
      <a:accent6>
        <a:srgbClr val="FDDA35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1358</Words>
  <Application>WPS 演示</Application>
  <PresentationFormat>宽屏</PresentationFormat>
  <Paragraphs>179</Paragraphs>
  <Slides>29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46" baseType="lpstr">
      <vt:lpstr>Arial</vt:lpstr>
      <vt:lpstr>宋体</vt:lpstr>
      <vt:lpstr>Wingdings</vt:lpstr>
      <vt:lpstr>汉仪文黑-55简</vt:lpstr>
      <vt:lpstr>黑体</vt:lpstr>
      <vt:lpstr>汉仪文黑-85简</vt:lpstr>
      <vt:lpstr>微软雅黑</vt:lpstr>
      <vt:lpstr>等线</vt:lpstr>
      <vt:lpstr>汉仪文黑-75简</vt:lpstr>
      <vt:lpstr>Calibri</vt:lpstr>
      <vt:lpstr>华文楷体</vt:lpstr>
      <vt:lpstr>Arial Unicode MS</vt:lpstr>
      <vt:lpstr>等线 Light</vt:lpstr>
      <vt:lpstr>Office 主题​​</vt:lpstr>
      <vt:lpstr>1_Office 主题​​</vt:lpstr>
      <vt:lpstr>Excel.Sheet.12</vt:lpstr>
      <vt:lpstr>Excel.Sheet.12</vt:lpstr>
      <vt:lpstr>优秀竞品推广策略拆解</vt:lpstr>
      <vt:lpstr>PowerPoint 演示文稿</vt:lpstr>
      <vt:lpstr>亮点分析解读</vt:lpstr>
      <vt:lpstr>PowerPoint 演示文稿</vt:lpstr>
      <vt:lpstr>PowerPoint 演示文稿</vt:lpstr>
      <vt:lpstr>PowerPoint 演示文稿</vt:lpstr>
      <vt:lpstr>1.4 高级A+</vt:lpstr>
      <vt:lpstr>高级A+要求变化</vt:lpstr>
      <vt:lpstr>定价&amp;促销分析</vt:lpstr>
      <vt:lpstr>PowerPoint 演示文稿</vt:lpstr>
      <vt:lpstr>PowerPoint 演示文稿</vt:lpstr>
      <vt:lpstr>PowerPoint 演示文稿</vt:lpstr>
      <vt:lpstr>转折点分析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广告投放分析</vt:lpstr>
      <vt:lpstr>PowerPoint 演示文稿</vt:lpstr>
      <vt:lpstr>PowerPoint 演示文稿</vt:lpstr>
      <vt:lpstr>总结和借鉴</vt:lpstr>
      <vt:lpstr>PowerPoint 演示文稿</vt:lpstr>
      <vt:lpstr>谢谢大家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office2016mac10413</dc:creator>
  <cp:lastModifiedBy>青峰</cp:lastModifiedBy>
  <cp:revision>74</cp:revision>
  <dcterms:created xsi:type="dcterms:W3CDTF">2023-09-01T03:27:00Z</dcterms:created>
  <dcterms:modified xsi:type="dcterms:W3CDTF">2023-11-03T23:25:15Z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B086A659B0C148B4AD08BB9D390BEB41_13</vt:lpwstr>
  </property>
  <property fmtid="{D5CDD505-2E9C-101B-9397-08002B2CF9AE}" pid="3" name="KSOProductBuildVer">
    <vt:lpwstr>2052-12.1.0.15933</vt:lpwstr>
  </property>
</Properties>
</file>