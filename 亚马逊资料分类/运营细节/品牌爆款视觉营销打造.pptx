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sldIdLst>
    <p:sldId id="257" r:id="rId4"/>
    <p:sldId id="317" r:id="rId6"/>
    <p:sldId id="543" r:id="rId7"/>
    <p:sldId id="548" r:id="rId8"/>
    <p:sldId id="549" r:id="rId9"/>
    <p:sldId id="544" r:id="rId10"/>
    <p:sldId id="600" r:id="rId11"/>
    <p:sldId id="601" r:id="rId12"/>
    <p:sldId id="602" r:id="rId13"/>
    <p:sldId id="603" r:id="rId14"/>
    <p:sldId id="604" r:id="rId15"/>
    <p:sldId id="269" r:id="rId16"/>
    <p:sldId id="605" r:id="rId17"/>
    <p:sldId id="606" r:id="rId18"/>
    <p:sldId id="273" r:id="rId19"/>
    <p:sldId id="607" r:id="rId20"/>
    <p:sldId id="608" r:id="rId21"/>
    <p:sldId id="479" r:id="rId22"/>
    <p:sldId id="431" r:id="rId23"/>
    <p:sldId id="452" r:id="rId24"/>
    <p:sldId id="368" r:id="rId25"/>
    <p:sldId id="456" r:id="rId26"/>
    <p:sldId id="609" r:id="rId27"/>
    <p:sldId id="610" r:id="rId28"/>
    <p:sldId id="611" r:id="rId29"/>
    <p:sldId id="612" r:id="rId30"/>
    <p:sldId id="613" r:id="rId31"/>
    <p:sldId id="614" r:id="rId32"/>
    <p:sldId id="381" r:id="rId33"/>
    <p:sldId id="382" r:id="rId34"/>
    <p:sldId id="383" r:id="rId35"/>
    <p:sldId id="464" r:id="rId36"/>
    <p:sldId id="395" r:id="rId37"/>
    <p:sldId id="380" r:id="rId38"/>
    <p:sldId id="387" r:id="rId39"/>
    <p:sldId id="463" r:id="rId40"/>
    <p:sldId id="515" r:id="rId41"/>
    <p:sldId id="516" r:id="rId42"/>
    <p:sldId id="518" r:id="rId43"/>
    <p:sldId id="525" r:id="rId44"/>
    <p:sldId id="527" r:id="rId45"/>
    <p:sldId id="524" r:id="rId46"/>
    <p:sldId id="523" r:id="rId47"/>
    <p:sldId id="517" r:id="rId48"/>
    <p:sldId id="520" r:id="rId49"/>
    <p:sldId id="519" r:id="rId50"/>
    <p:sldId id="522" r:id="rId51"/>
    <p:sldId id="465" r:id="rId52"/>
    <p:sldId id="466" r:id="rId53"/>
    <p:sldId id="467" r:id="rId54"/>
    <p:sldId id="468" r:id="rId55"/>
    <p:sldId id="469" r:id="rId56"/>
    <p:sldId id="470" r:id="rId57"/>
    <p:sldId id="471" r:id="rId58"/>
    <p:sldId id="264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60"/>
  </p:normalViewPr>
  <p:slideViewPr>
    <p:cSldViewPr snapToGrid="0">
      <p:cViewPr>
        <p:scale>
          <a:sx n="66" d="100"/>
          <a:sy n="66" d="100"/>
        </p:scale>
        <p:origin x="768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3" Type="http://schemas.openxmlformats.org/officeDocument/2006/relationships/commentAuthors" Target="commentAuthors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9129E-C5B8-486E-8969-B0D496F6AF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143A2-6AD5-4010-A694-E791CB8F79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BB00E-6135-4A30-8982-B23B1562F1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BB00E-6135-4A30-8982-B23B1562F1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BB00E-6135-4A30-8982-B23B1562F1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3515688" y="0"/>
            <a:ext cx="3159750" cy="6858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8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1140504" y="904594"/>
            <a:ext cx="4167940" cy="4932782"/>
          </a:xfrm>
          <a:custGeom>
            <a:avLst/>
            <a:gdLst>
              <a:gd name="connsiteX0" fmla="*/ 3596540 w 4167940"/>
              <a:gd name="connsiteY0" fmla="*/ 4507069 h 4932782"/>
              <a:gd name="connsiteX1" fmla="*/ 3596540 w 4167940"/>
              <a:gd name="connsiteY1" fmla="*/ 4507069 h 4932782"/>
              <a:gd name="connsiteX2" fmla="*/ 3596539 w 4167940"/>
              <a:gd name="connsiteY2" fmla="*/ 4507069 h 4932782"/>
              <a:gd name="connsiteX3" fmla="*/ 3594359 w 4167940"/>
              <a:gd name="connsiteY3" fmla="*/ 1089014 h 4932782"/>
              <a:gd name="connsiteX4" fmla="*/ 3594359 w 4167940"/>
              <a:gd name="connsiteY4" fmla="*/ 1089015 h 4932782"/>
              <a:gd name="connsiteX5" fmla="*/ 3731949 w 4167940"/>
              <a:gd name="connsiteY5" fmla="*/ 1261523 h 4932782"/>
              <a:gd name="connsiteX6" fmla="*/ 3334049 w 4167940"/>
              <a:gd name="connsiteY6" fmla="*/ 4795192 h 4932782"/>
              <a:gd name="connsiteX7" fmla="*/ 3223265 w 4167940"/>
              <a:gd name="connsiteY7" fmla="*/ 4927393 h 4932782"/>
              <a:gd name="connsiteX8" fmla="*/ 3161542 w 4167940"/>
              <a:gd name="connsiteY8" fmla="*/ 4932782 h 4932782"/>
              <a:gd name="connsiteX9" fmla="*/ 3102562 w 4167940"/>
              <a:gd name="connsiteY9" fmla="*/ 4913802 h 4932782"/>
              <a:gd name="connsiteX10" fmla="*/ 3023952 w 4167940"/>
              <a:gd name="connsiteY10" fmla="*/ 4760274 h 4932782"/>
              <a:gd name="connsiteX11" fmla="*/ 3421851 w 4167940"/>
              <a:gd name="connsiteY11" fmla="*/ 1226604 h 4932782"/>
              <a:gd name="connsiteX12" fmla="*/ 3594359 w 4167940"/>
              <a:gd name="connsiteY12" fmla="*/ 1089014 h 4932782"/>
              <a:gd name="connsiteX13" fmla="*/ 2829929 w 4167940"/>
              <a:gd name="connsiteY13" fmla="*/ 1002939 h 4932782"/>
              <a:gd name="connsiteX14" fmla="*/ 2829929 w 4167940"/>
              <a:gd name="connsiteY14" fmla="*/ 1002939 h 4932782"/>
              <a:gd name="connsiteX15" fmla="*/ 2967519 w 4167940"/>
              <a:gd name="connsiteY15" fmla="*/ 1175447 h 4932782"/>
              <a:gd name="connsiteX16" fmla="*/ 2569619 w 4167940"/>
              <a:gd name="connsiteY16" fmla="*/ 4709116 h 4932782"/>
              <a:gd name="connsiteX17" fmla="*/ 2458835 w 4167940"/>
              <a:gd name="connsiteY17" fmla="*/ 4841317 h 4932782"/>
              <a:gd name="connsiteX18" fmla="*/ 2397112 w 4167940"/>
              <a:gd name="connsiteY18" fmla="*/ 4846706 h 4932782"/>
              <a:gd name="connsiteX19" fmla="*/ 2338132 w 4167940"/>
              <a:gd name="connsiteY19" fmla="*/ 4827726 h 4932782"/>
              <a:gd name="connsiteX20" fmla="*/ 2259522 w 4167940"/>
              <a:gd name="connsiteY20" fmla="*/ 4674198 h 4932782"/>
              <a:gd name="connsiteX21" fmla="*/ 2657421 w 4167940"/>
              <a:gd name="connsiteY21" fmla="*/ 1140528 h 4932782"/>
              <a:gd name="connsiteX22" fmla="*/ 2829929 w 4167940"/>
              <a:gd name="connsiteY22" fmla="*/ 1002939 h 4932782"/>
              <a:gd name="connsiteX23" fmla="*/ 900831 w 4167940"/>
              <a:gd name="connsiteY23" fmla="*/ 785718 h 4932782"/>
              <a:gd name="connsiteX24" fmla="*/ 900831 w 4167940"/>
              <a:gd name="connsiteY24" fmla="*/ 785719 h 4932782"/>
              <a:gd name="connsiteX25" fmla="*/ 1038421 w 4167940"/>
              <a:gd name="connsiteY25" fmla="*/ 958227 h 4932782"/>
              <a:gd name="connsiteX26" fmla="*/ 640522 w 4167940"/>
              <a:gd name="connsiteY26" fmla="*/ 4491895 h 4932782"/>
              <a:gd name="connsiteX27" fmla="*/ 529738 w 4167940"/>
              <a:gd name="connsiteY27" fmla="*/ 4624096 h 4932782"/>
              <a:gd name="connsiteX28" fmla="*/ 468015 w 4167940"/>
              <a:gd name="connsiteY28" fmla="*/ 4629485 h 4932782"/>
              <a:gd name="connsiteX29" fmla="*/ 409035 w 4167940"/>
              <a:gd name="connsiteY29" fmla="*/ 4610505 h 4932782"/>
              <a:gd name="connsiteX30" fmla="*/ 330424 w 4167940"/>
              <a:gd name="connsiteY30" fmla="*/ 4456977 h 4932782"/>
              <a:gd name="connsiteX31" fmla="*/ 728323 w 4167940"/>
              <a:gd name="connsiteY31" fmla="*/ 923308 h 4932782"/>
              <a:gd name="connsiteX32" fmla="*/ 900831 w 4167940"/>
              <a:gd name="connsiteY32" fmla="*/ 785718 h 4932782"/>
              <a:gd name="connsiteX33" fmla="*/ 4029357 w 4167940"/>
              <a:gd name="connsiteY33" fmla="*/ 663301 h 4932782"/>
              <a:gd name="connsiteX34" fmla="*/ 4029357 w 4167940"/>
              <a:gd name="connsiteY34" fmla="*/ 663302 h 4932782"/>
              <a:gd name="connsiteX35" fmla="*/ 4166947 w 4167940"/>
              <a:gd name="connsiteY35" fmla="*/ 835810 h 4932782"/>
              <a:gd name="connsiteX36" fmla="*/ 3769047 w 4167940"/>
              <a:gd name="connsiteY36" fmla="*/ 4369479 h 4932782"/>
              <a:gd name="connsiteX37" fmla="*/ 3658263 w 4167940"/>
              <a:gd name="connsiteY37" fmla="*/ 4501680 h 4932782"/>
              <a:gd name="connsiteX38" fmla="*/ 3596540 w 4167940"/>
              <a:gd name="connsiteY38" fmla="*/ 4507069 h 4932782"/>
              <a:gd name="connsiteX39" fmla="*/ 3537560 w 4167940"/>
              <a:gd name="connsiteY39" fmla="*/ 4488089 h 4932782"/>
              <a:gd name="connsiteX40" fmla="*/ 3458950 w 4167940"/>
              <a:gd name="connsiteY40" fmla="*/ 4334561 h 4932782"/>
              <a:gd name="connsiteX41" fmla="*/ 3856849 w 4167940"/>
              <a:gd name="connsiteY41" fmla="*/ 800892 h 4932782"/>
              <a:gd name="connsiteX42" fmla="*/ 4029357 w 4167940"/>
              <a:gd name="connsiteY42" fmla="*/ 663301 h 4932782"/>
              <a:gd name="connsiteX43" fmla="*/ 3264927 w 4167940"/>
              <a:gd name="connsiteY43" fmla="*/ 577225 h 4932782"/>
              <a:gd name="connsiteX44" fmla="*/ 3264927 w 4167940"/>
              <a:gd name="connsiteY44" fmla="*/ 577226 h 4932782"/>
              <a:gd name="connsiteX45" fmla="*/ 3402517 w 4167940"/>
              <a:gd name="connsiteY45" fmla="*/ 749734 h 4932782"/>
              <a:gd name="connsiteX46" fmla="*/ 3004617 w 4167940"/>
              <a:gd name="connsiteY46" fmla="*/ 4283403 h 4932782"/>
              <a:gd name="connsiteX47" fmla="*/ 2893833 w 4167940"/>
              <a:gd name="connsiteY47" fmla="*/ 4415604 h 4932782"/>
              <a:gd name="connsiteX48" fmla="*/ 2832110 w 4167940"/>
              <a:gd name="connsiteY48" fmla="*/ 4420993 h 4932782"/>
              <a:gd name="connsiteX49" fmla="*/ 2773130 w 4167940"/>
              <a:gd name="connsiteY49" fmla="*/ 4402013 h 4932782"/>
              <a:gd name="connsiteX50" fmla="*/ 2694520 w 4167940"/>
              <a:gd name="connsiteY50" fmla="*/ 4248485 h 4932782"/>
              <a:gd name="connsiteX51" fmla="*/ 3092419 w 4167940"/>
              <a:gd name="connsiteY51" fmla="*/ 714816 h 4932782"/>
              <a:gd name="connsiteX52" fmla="*/ 3264927 w 4167940"/>
              <a:gd name="connsiteY52" fmla="*/ 577225 h 4932782"/>
              <a:gd name="connsiteX53" fmla="*/ 2500497 w 4167940"/>
              <a:gd name="connsiteY53" fmla="*/ 491149 h 4932782"/>
              <a:gd name="connsiteX54" fmla="*/ 2500497 w 4167940"/>
              <a:gd name="connsiteY54" fmla="*/ 491149 h 4932782"/>
              <a:gd name="connsiteX55" fmla="*/ 2638087 w 4167940"/>
              <a:gd name="connsiteY55" fmla="*/ 663657 h 4932782"/>
              <a:gd name="connsiteX56" fmla="*/ 2240187 w 4167940"/>
              <a:gd name="connsiteY56" fmla="*/ 4197326 h 4932782"/>
              <a:gd name="connsiteX57" fmla="*/ 2129403 w 4167940"/>
              <a:gd name="connsiteY57" fmla="*/ 4329527 h 4932782"/>
              <a:gd name="connsiteX58" fmla="*/ 2067680 w 4167940"/>
              <a:gd name="connsiteY58" fmla="*/ 4334916 h 4932782"/>
              <a:gd name="connsiteX59" fmla="*/ 2008700 w 4167940"/>
              <a:gd name="connsiteY59" fmla="*/ 4315936 h 4932782"/>
              <a:gd name="connsiteX60" fmla="*/ 1930090 w 4167940"/>
              <a:gd name="connsiteY60" fmla="*/ 4162408 h 4932782"/>
              <a:gd name="connsiteX61" fmla="*/ 2327989 w 4167940"/>
              <a:gd name="connsiteY61" fmla="*/ 628739 h 4932782"/>
              <a:gd name="connsiteX62" fmla="*/ 2500497 w 4167940"/>
              <a:gd name="connsiteY62" fmla="*/ 491149 h 4932782"/>
              <a:gd name="connsiteX63" fmla="*/ 1736069 w 4167940"/>
              <a:gd name="connsiteY63" fmla="*/ 405073 h 4932782"/>
              <a:gd name="connsiteX64" fmla="*/ 1736069 w 4167940"/>
              <a:gd name="connsiteY64" fmla="*/ 405074 h 4932782"/>
              <a:gd name="connsiteX65" fmla="*/ 1873659 w 4167940"/>
              <a:gd name="connsiteY65" fmla="*/ 577581 h 4932782"/>
              <a:gd name="connsiteX66" fmla="*/ 1475760 w 4167940"/>
              <a:gd name="connsiteY66" fmla="*/ 4111250 h 4932782"/>
              <a:gd name="connsiteX67" fmla="*/ 1364976 w 4167940"/>
              <a:gd name="connsiteY67" fmla="*/ 4243451 h 4932782"/>
              <a:gd name="connsiteX68" fmla="*/ 1303253 w 4167940"/>
              <a:gd name="connsiteY68" fmla="*/ 4248840 h 4932782"/>
              <a:gd name="connsiteX69" fmla="*/ 1244273 w 4167940"/>
              <a:gd name="connsiteY69" fmla="*/ 4229860 h 4932782"/>
              <a:gd name="connsiteX70" fmla="*/ 1165662 w 4167940"/>
              <a:gd name="connsiteY70" fmla="*/ 4076332 h 4932782"/>
              <a:gd name="connsiteX71" fmla="*/ 1563561 w 4167940"/>
              <a:gd name="connsiteY71" fmla="*/ 542663 h 4932782"/>
              <a:gd name="connsiteX72" fmla="*/ 1736069 w 4167940"/>
              <a:gd name="connsiteY72" fmla="*/ 405073 h 4932782"/>
              <a:gd name="connsiteX73" fmla="*/ 1335829 w 4167940"/>
              <a:gd name="connsiteY73" fmla="*/ 360004 h 4932782"/>
              <a:gd name="connsiteX74" fmla="*/ 1335829 w 4167940"/>
              <a:gd name="connsiteY74" fmla="*/ 360006 h 4932782"/>
              <a:gd name="connsiteX75" fmla="*/ 1473419 w 4167940"/>
              <a:gd name="connsiteY75" fmla="*/ 532514 h 4932782"/>
              <a:gd name="connsiteX76" fmla="*/ 1075520 w 4167940"/>
              <a:gd name="connsiteY76" fmla="*/ 4066182 h 4932782"/>
              <a:gd name="connsiteX77" fmla="*/ 964736 w 4167940"/>
              <a:gd name="connsiteY77" fmla="*/ 4198383 h 4932782"/>
              <a:gd name="connsiteX78" fmla="*/ 903013 w 4167940"/>
              <a:gd name="connsiteY78" fmla="*/ 4203772 h 4932782"/>
              <a:gd name="connsiteX79" fmla="*/ 844033 w 4167940"/>
              <a:gd name="connsiteY79" fmla="*/ 4184792 h 4932782"/>
              <a:gd name="connsiteX80" fmla="*/ 765422 w 4167940"/>
              <a:gd name="connsiteY80" fmla="*/ 4031264 h 4932782"/>
              <a:gd name="connsiteX81" fmla="*/ 1163321 w 4167940"/>
              <a:gd name="connsiteY81" fmla="*/ 497595 h 4932782"/>
              <a:gd name="connsiteX82" fmla="*/ 1335829 w 4167940"/>
              <a:gd name="connsiteY82" fmla="*/ 360004 h 4932782"/>
              <a:gd name="connsiteX83" fmla="*/ 571400 w 4167940"/>
              <a:gd name="connsiteY83" fmla="*/ 273929 h 4932782"/>
              <a:gd name="connsiteX84" fmla="*/ 571400 w 4167940"/>
              <a:gd name="connsiteY84" fmla="*/ 273930 h 4932782"/>
              <a:gd name="connsiteX85" fmla="*/ 708990 w 4167940"/>
              <a:gd name="connsiteY85" fmla="*/ 446438 h 4932782"/>
              <a:gd name="connsiteX86" fmla="*/ 311090 w 4167940"/>
              <a:gd name="connsiteY86" fmla="*/ 3980106 h 4932782"/>
              <a:gd name="connsiteX87" fmla="*/ 200306 w 4167940"/>
              <a:gd name="connsiteY87" fmla="*/ 4112307 h 4932782"/>
              <a:gd name="connsiteX88" fmla="*/ 138583 w 4167940"/>
              <a:gd name="connsiteY88" fmla="*/ 4117696 h 4932782"/>
              <a:gd name="connsiteX89" fmla="*/ 79603 w 4167940"/>
              <a:gd name="connsiteY89" fmla="*/ 4098716 h 4932782"/>
              <a:gd name="connsiteX90" fmla="*/ 993 w 4167940"/>
              <a:gd name="connsiteY90" fmla="*/ 3945188 h 4932782"/>
              <a:gd name="connsiteX91" fmla="*/ 398892 w 4167940"/>
              <a:gd name="connsiteY91" fmla="*/ 411519 h 4932782"/>
              <a:gd name="connsiteX92" fmla="*/ 571400 w 4167940"/>
              <a:gd name="connsiteY92" fmla="*/ 273929 h 4932782"/>
              <a:gd name="connsiteX93" fmla="*/ 2168629 w 4167940"/>
              <a:gd name="connsiteY93" fmla="*/ 993 h 4932782"/>
              <a:gd name="connsiteX94" fmla="*/ 2168629 w 4167940"/>
              <a:gd name="connsiteY94" fmla="*/ 995 h 4932782"/>
              <a:gd name="connsiteX95" fmla="*/ 2306219 w 4167940"/>
              <a:gd name="connsiteY95" fmla="*/ 173503 h 4932782"/>
              <a:gd name="connsiteX96" fmla="*/ 1908320 w 4167940"/>
              <a:gd name="connsiteY96" fmla="*/ 3707171 h 4932782"/>
              <a:gd name="connsiteX97" fmla="*/ 1797536 w 4167940"/>
              <a:gd name="connsiteY97" fmla="*/ 3839372 h 4932782"/>
              <a:gd name="connsiteX98" fmla="*/ 1735813 w 4167940"/>
              <a:gd name="connsiteY98" fmla="*/ 3844761 h 4932782"/>
              <a:gd name="connsiteX99" fmla="*/ 1676833 w 4167940"/>
              <a:gd name="connsiteY99" fmla="*/ 3825781 h 4932782"/>
              <a:gd name="connsiteX100" fmla="*/ 1598222 w 4167940"/>
              <a:gd name="connsiteY100" fmla="*/ 3672253 h 4932782"/>
              <a:gd name="connsiteX101" fmla="*/ 1996121 w 4167940"/>
              <a:gd name="connsiteY101" fmla="*/ 138584 h 4932782"/>
              <a:gd name="connsiteX102" fmla="*/ 2168629 w 4167940"/>
              <a:gd name="connsiteY102" fmla="*/ 993 h 4932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4167940" h="4932782">
                <a:moveTo>
                  <a:pt x="3596540" y="4507069"/>
                </a:moveTo>
                <a:lnTo>
                  <a:pt x="3596540" y="4507069"/>
                </a:lnTo>
                <a:lnTo>
                  <a:pt x="3596539" y="4507069"/>
                </a:lnTo>
                <a:close/>
                <a:moveTo>
                  <a:pt x="3594359" y="1089014"/>
                </a:moveTo>
                <a:lnTo>
                  <a:pt x="3594359" y="1089015"/>
                </a:lnTo>
                <a:cubicBezTo>
                  <a:pt x="3679990" y="1098657"/>
                  <a:pt x="3741591" y="1175892"/>
                  <a:pt x="3731949" y="1261523"/>
                </a:cubicBezTo>
                <a:lnTo>
                  <a:pt x="3334049" y="4795192"/>
                </a:lnTo>
                <a:cubicBezTo>
                  <a:pt x="3326818" y="4859415"/>
                  <a:pt x="3281565" y="4910122"/>
                  <a:pt x="3223265" y="4927393"/>
                </a:cubicBezTo>
                <a:lnTo>
                  <a:pt x="3161542" y="4932782"/>
                </a:lnTo>
                <a:lnTo>
                  <a:pt x="3102562" y="4913802"/>
                </a:lnTo>
                <a:cubicBezTo>
                  <a:pt x="3049563" y="4883998"/>
                  <a:pt x="3016721" y="4824498"/>
                  <a:pt x="3023952" y="4760274"/>
                </a:cubicBezTo>
                <a:lnTo>
                  <a:pt x="3421851" y="1226604"/>
                </a:lnTo>
                <a:cubicBezTo>
                  <a:pt x="3431493" y="1140974"/>
                  <a:pt x="3508728" y="1079372"/>
                  <a:pt x="3594359" y="1089014"/>
                </a:cubicBezTo>
                <a:close/>
                <a:moveTo>
                  <a:pt x="2829929" y="1002939"/>
                </a:moveTo>
                <a:lnTo>
                  <a:pt x="2829929" y="1002939"/>
                </a:lnTo>
                <a:cubicBezTo>
                  <a:pt x="2915560" y="1012582"/>
                  <a:pt x="2977161" y="1089816"/>
                  <a:pt x="2967519" y="1175447"/>
                </a:cubicBezTo>
                <a:lnTo>
                  <a:pt x="2569619" y="4709116"/>
                </a:lnTo>
                <a:cubicBezTo>
                  <a:pt x="2562387" y="4773339"/>
                  <a:pt x="2517135" y="4824046"/>
                  <a:pt x="2458835" y="4841317"/>
                </a:cubicBezTo>
                <a:lnTo>
                  <a:pt x="2397112" y="4846706"/>
                </a:lnTo>
                <a:lnTo>
                  <a:pt x="2338132" y="4827726"/>
                </a:lnTo>
                <a:cubicBezTo>
                  <a:pt x="2285133" y="4797922"/>
                  <a:pt x="2252290" y="4738422"/>
                  <a:pt x="2259522" y="4674198"/>
                </a:cubicBezTo>
                <a:lnTo>
                  <a:pt x="2657421" y="1140528"/>
                </a:lnTo>
                <a:cubicBezTo>
                  <a:pt x="2667063" y="1054898"/>
                  <a:pt x="2744298" y="993296"/>
                  <a:pt x="2829929" y="1002939"/>
                </a:cubicBezTo>
                <a:close/>
                <a:moveTo>
                  <a:pt x="900831" y="785718"/>
                </a:moveTo>
                <a:lnTo>
                  <a:pt x="900831" y="785719"/>
                </a:lnTo>
                <a:cubicBezTo>
                  <a:pt x="986462" y="795361"/>
                  <a:pt x="1048063" y="872596"/>
                  <a:pt x="1038421" y="958227"/>
                </a:cubicBezTo>
                <a:lnTo>
                  <a:pt x="640522" y="4491895"/>
                </a:lnTo>
                <a:cubicBezTo>
                  <a:pt x="633290" y="4556118"/>
                  <a:pt x="588037" y="4606825"/>
                  <a:pt x="529738" y="4624096"/>
                </a:cubicBezTo>
                <a:lnTo>
                  <a:pt x="468015" y="4629485"/>
                </a:lnTo>
                <a:lnTo>
                  <a:pt x="409035" y="4610505"/>
                </a:lnTo>
                <a:cubicBezTo>
                  <a:pt x="356036" y="4580701"/>
                  <a:pt x="323193" y="4521201"/>
                  <a:pt x="330424" y="4456977"/>
                </a:cubicBezTo>
                <a:lnTo>
                  <a:pt x="728323" y="923308"/>
                </a:lnTo>
                <a:cubicBezTo>
                  <a:pt x="737965" y="837677"/>
                  <a:pt x="815200" y="776076"/>
                  <a:pt x="900831" y="785718"/>
                </a:cubicBezTo>
                <a:close/>
                <a:moveTo>
                  <a:pt x="4029357" y="663301"/>
                </a:moveTo>
                <a:lnTo>
                  <a:pt x="4029357" y="663302"/>
                </a:lnTo>
                <a:cubicBezTo>
                  <a:pt x="4114988" y="672944"/>
                  <a:pt x="4176589" y="750179"/>
                  <a:pt x="4166947" y="835810"/>
                </a:cubicBezTo>
                <a:lnTo>
                  <a:pt x="3769047" y="4369479"/>
                </a:lnTo>
                <a:cubicBezTo>
                  <a:pt x="3761815" y="4433702"/>
                  <a:pt x="3716563" y="4484409"/>
                  <a:pt x="3658263" y="4501680"/>
                </a:cubicBezTo>
                <a:lnTo>
                  <a:pt x="3596540" y="4507069"/>
                </a:lnTo>
                <a:lnTo>
                  <a:pt x="3537560" y="4488089"/>
                </a:lnTo>
                <a:cubicBezTo>
                  <a:pt x="3484561" y="4458285"/>
                  <a:pt x="3451719" y="4398784"/>
                  <a:pt x="3458950" y="4334561"/>
                </a:cubicBezTo>
                <a:lnTo>
                  <a:pt x="3856849" y="800892"/>
                </a:lnTo>
                <a:cubicBezTo>
                  <a:pt x="3866491" y="715261"/>
                  <a:pt x="3943726" y="653659"/>
                  <a:pt x="4029357" y="663301"/>
                </a:cubicBezTo>
                <a:close/>
                <a:moveTo>
                  <a:pt x="3264927" y="577225"/>
                </a:moveTo>
                <a:lnTo>
                  <a:pt x="3264927" y="577226"/>
                </a:lnTo>
                <a:cubicBezTo>
                  <a:pt x="3350558" y="586869"/>
                  <a:pt x="3412159" y="664104"/>
                  <a:pt x="3402517" y="749734"/>
                </a:cubicBezTo>
                <a:lnTo>
                  <a:pt x="3004617" y="4283403"/>
                </a:lnTo>
                <a:cubicBezTo>
                  <a:pt x="2997385" y="4347626"/>
                  <a:pt x="2952133" y="4398333"/>
                  <a:pt x="2893833" y="4415604"/>
                </a:cubicBezTo>
                <a:lnTo>
                  <a:pt x="2832110" y="4420993"/>
                </a:lnTo>
                <a:lnTo>
                  <a:pt x="2773130" y="4402013"/>
                </a:lnTo>
                <a:cubicBezTo>
                  <a:pt x="2720131" y="4372209"/>
                  <a:pt x="2687288" y="4312708"/>
                  <a:pt x="2694520" y="4248485"/>
                </a:cubicBezTo>
                <a:lnTo>
                  <a:pt x="3092419" y="714816"/>
                </a:lnTo>
                <a:cubicBezTo>
                  <a:pt x="3102061" y="629185"/>
                  <a:pt x="3179296" y="567583"/>
                  <a:pt x="3264927" y="577225"/>
                </a:cubicBezTo>
                <a:close/>
                <a:moveTo>
                  <a:pt x="2500497" y="491149"/>
                </a:moveTo>
                <a:lnTo>
                  <a:pt x="2500497" y="491149"/>
                </a:lnTo>
                <a:cubicBezTo>
                  <a:pt x="2586128" y="500792"/>
                  <a:pt x="2647729" y="578027"/>
                  <a:pt x="2638087" y="663657"/>
                </a:cubicBezTo>
                <a:lnTo>
                  <a:pt x="2240187" y="4197326"/>
                </a:lnTo>
                <a:cubicBezTo>
                  <a:pt x="2232955" y="4261549"/>
                  <a:pt x="2187703" y="4312256"/>
                  <a:pt x="2129403" y="4329527"/>
                </a:cubicBezTo>
                <a:lnTo>
                  <a:pt x="2067680" y="4334916"/>
                </a:lnTo>
                <a:lnTo>
                  <a:pt x="2008700" y="4315936"/>
                </a:lnTo>
                <a:cubicBezTo>
                  <a:pt x="1955701" y="4286132"/>
                  <a:pt x="1922859" y="4226631"/>
                  <a:pt x="1930090" y="4162408"/>
                </a:cubicBezTo>
                <a:lnTo>
                  <a:pt x="2327989" y="628739"/>
                </a:lnTo>
                <a:cubicBezTo>
                  <a:pt x="2337631" y="543108"/>
                  <a:pt x="2414866" y="481506"/>
                  <a:pt x="2500497" y="491149"/>
                </a:cubicBezTo>
                <a:close/>
                <a:moveTo>
                  <a:pt x="1736069" y="405073"/>
                </a:moveTo>
                <a:lnTo>
                  <a:pt x="1736069" y="405074"/>
                </a:lnTo>
                <a:cubicBezTo>
                  <a:pt x="1821700" y="414716"/>
                  <a:pt x="1883301" y="491951"/>
                  <a:pt x="1873659" y="577581"/>
                </a:cubicBezTo>
                <a:lnTo>
                  <a:pt x="1475760" y="4111250"/>
                </a:lnTo>
                <a:cubicBezTo>
                  <a:pt x="1468528" y="4175473"/>
                  <a:pt x="1423275" y="4226180"/>
                  <a:pt x="1364976" y="4243451"/>
                </a:cubicBezTo>
                <a:lnTo>
                  <a:pt x="1303253" y="4248840"/>
                </a:lnTo>
                <a:lnTo>
                  <a:pt x="1244273" y="4229860"/>
                </a:lnTo>
                <a:cubicBezTo>
                  <a:pt x="1191274" y="4200056"/>
                  <a:pt x="1158431" y="4140555"/>
                  <a:pt x="1165662" y="4076332"/>
                </a:cubicBezTo>
                <a:lnTo>
                  <a:pt x="1563561" y="542663"/>
                </a:lnTo>
                <a:cubicBezTo>
                  <a:pt x="1573203" y="457032"/>
                  <a:pt x="1650438" y="395431"/>
                  <a:pt x="1736069" y="405073"/>
                </a:cubicBezTo>
                <a:close/>
                <a:moveTo>
                  <a:pt x="1335829" y="360004"/>
                </a:moveTo>
                <a:lnTo>
                  <a:pt x="1335829" y="360006"/>
                </a:lnTo>
                <a:cubicBezTo>
                  <a:pt x="1421460" y="369648"/>
                  <a:pt x="1483061" y="446883"/>
                  <a:pt x="1473419" y="532514"/>
                </a:cubicBezTo>
                <a:lnTo>
                  <a:pt x="1075520" y="4066182"/>
                </a:lnTo>
                <a:cubicBezTo>
                  <a:pt x="1068288" y="4130405"/>
                  <a:pt x="1023035" y="4181112"/>
                  <a:pt x="964736" y="4198383"/>
                </a:cubicBezTo>
                <a:lnTo>
                  <a:pt x="903013" y="4203772"/>
                </a:lnTo>
                <a:lnTo>
                  <a:pt x="844033" y="4184792"/>
                </a:lnTo>
                <a:cubicBezTo>
                  <a:pt x="791034" y="4154988"/>
                  <a:pt x="758191" y="4095488"/>
                  <a:pt x="765422" y="4031264"/>
                </a:cubicBezTo>
                <a:lnTo>
                  <a:pt x="1163321" y="497595"/>
                </a:lnTo>
                <a:cubicBezTo>
                  <a:pt x="1172963" y="411964"/>
                  <a:pt x="1250198" y="350363"/>
                  <a:pt x="1335829" y="360004"/>
                </a:cubicBezTo>
                <a:close/>
                <a:moveTo>
                  <a:pt x="571400" y="273929"/>
                </a:moveTo>
                <a:lnTo>
                  <a:pt x="571400" y="273930"/>
                </a:lnTo>
                <a:cubicBezTo>
                  <a:pt x="657031" y="283572"/>
                  <a:pt x="718632" y="360807"/>
                  <a:pt x="708990" y="446438"/>
                </a:cubicBezTo>
                <a:lnTo>
                  <a:pt x="311090" y="3980106"/>
                </a:lnTo>
                <a:cubicBezTo>
                  <a:pt x="303858" y="4044329"/>
                  <a:pt x="258606" y="4095036"/>
                  <a:pt x="200306" y="4112307"/>
                </a:cubicBezTo>
                <a:lnTo>
                  <a:pt x="138583" y="4117696"/>
                </a:lnTo>
                <a:lnTo>
                  <a:pt x="79603" y="4098716"/>
                </a:lnTo>
                <a:cubicBezTo>
                  <a:pt x="26604" y="4068912"/>
                  <a:pt x="-6239" y="4009411"/>
                  <a:pt x="993" y="3945188"/>
                </a:cubicBezTo>
                <a:lnTo>
                  <a:pt x="398892" y="411519"/>
                </a:lnTo>
                <a:cubicBezTo>
                  <a:pt x="408534" y="325888"/>
                  <a:pt x="485769" y="264287"/>
                  <a:pt x="571400" y="273929"/>
                </a:cubicBezTo>
                <a:close/>
                <a:moveTo>
                  <a:pt x="2168629" y="993"/>
                </a:moveTo>
                <a:lnTo>
                  <a:pt x="2168629" y="995"/>
                </a:lnTo>
                <a:cubicBezTo>
                  <a:pt x="2254260" y="10637"/>
                  <a:pt x="2315861" y="87872"/>
                  <a:pt x="2306219" y="173503"/>
                </a:cubicBezTo>
                <a:lnTo>
                  <a:pt x="1908320" y="3707171"/>
                </a:lnTo>
                <a:cubicBezTo>
                  <a:pt x="1901088" y="3771394"/>
                  <a:pt x="1855835" y="3822101"/>
                  <a:pt x="1797536" y="3839372"/>
                </a:cubicBezTo>
                <a:lnTo>
                  <a:pt x="1735813" y="3844761"/>
                </a:lnTo>
                <a:lnTo>
                  <a:pt x="1676833" y="3825781"/>
                </a:lnTo>
                <a:cubicBezTo>
                  <a:pt x="1623834" y="3795977"/>
                  <a:pt x="1590991" y="3736477"/>
                  <a:pt x="1598222" y="3672253"/>
                </a:cubicBezTo>
                <a:lnTo>
                  <a:pt x="1996121" y="138584"/>
                </a:lnTo>
                <a:cubicBezTo>
                  <a:pt x="2005763" y="52953"/>
                  <a:pt x="2082998" y="-8648"/>
                  <a:pt x="2168629" y="993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Rectangle 3"/>
          <p:cNvSpPr/>
          <p:nvPr userDrawn="1"/>
        </p:nvSpPr>
        <p:spPr>
          <a:xfrm>
            <a:off x="7174080" y="1802244"/>
            <a:ext cx="4453143" cy="375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174080" y="1802244"/>
            <a:ext cx="4453143" cy="37567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12192000" cy="329474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44538" y="0"/>
            <a:ext cx="5613400" cy="5994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3408512"/>
            <a:ext cx="6099175" cy="344948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6099175" y="-40975"/>
            <a:ext cx="6099175" cy="344948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6092825" y="0"/>
            <a:ext cx="6099175" cy="344948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7053943" cy="344948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344948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5094288" y="1494970"/>
            <a:ext cx="6532561" cy="43978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6589486" y="0"/>
            <a:ext cx="5602514" cy="6858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435202" y="1494970"/>
            <a:ext cx="6532561" cy="43978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087156"/>
            <a:ext cx="7112000" cy="577084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4354286" cy="290285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 hasCustomPrompt="1"/>
          </p:nvPr>
        </p:nvSpPr>
        <p:spPr>
          <a:xfrm>
            <a:off x="6640286" y="2532743"/>
            <a:ext cx="4354286" cy="290285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</a:t>
            </a:r>
            <a:r>
              <a:rPr lang="en-US" dirty="0" err="1"/>
              <a:t>nDrop</a:t>
            </a:r>
            <a:endParaRPr lang="en-US" dirty="0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4354286" y="0"/>
            <a:ext cx="4354286" cy="290285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5432424" y="1"/>
            <a:ext cx="2652713" cy="309191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5423401" y="3322140"/>
            <a:ext cx="3933324" cy="217790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 Drop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7416800" y="0"/>
            <a:ext cx="4775201" cy="6858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3831770" y="2017486"/>
            <a:ext cx="4078515" cy="28447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2017486"/>
            <a:ext cx="3831770" cy="28447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effectLst/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2ACFF-D491-491B-B4FE-785F9E061C79}" type="slidenum">
              <a:rPr lang="id-ID" smtClean="0"/>
            </a:fld>
            <a:endParaRPr lang="id-ID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943429" y="0"/>
            <a:ext cx="814251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284686" y="4804228"/>
            <a:ext cx="2801256" cy="205377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Drag n Drop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9" Type="http://schemas.openxmlformats.org/officeDocument/2006/relationships/theme" Target="../theme/theme2.xml"/><Relationship Id="rId28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7603D-A924-4796-BA62-77C9C13CD7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3903-CB26-4918-A972-860D8DFAB0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jpeg"/><Relationship Id="rId6" Type="http://schemas.openxmlformats.org/officeDocument/2006/relationships/tags" Target="../tags/tag16.xml"/><Relationship Id="rId5" Type="http://schemas.openxmlformats.org/officeDocument/2006/relationships/image" Target="../media/image3.jpe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1" Type="http://schemas.openxmlformats.org/officeDocument/2006/relationships/slideLayout" Target="../slideLayouts/slideLayout15.xml"/><Relationship Id="rId10" Type="http://schemas.openxmlformats.org/officeDocument/2006/relationships/image" Target="../media/image7.jpeg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image" Target="../media/image12.png"/><Relationship Id="rId2" Type="http://schemas.openxmlformats.org/officeDocument/2006/relationships/tags" Target="../tags/tag18.xml"/><Relationship Id="rId19" Type="http://schemas.openxmlformats.org/officeDocument/2006/relationships/tags" Target="../tags/tag31.xml"/><Relationship Id="rId18" Type="http://schemas.openxmlformats.org/officeDocument/2006/relationships/image" Target="../media/image11.png"/><Relationship Id="rId17" Type="http://schemas.openxmlformats.org/officeDocument/2006/relationships/tags" Target="../tags/tag30.xml"/><Relationship Id="rId16" Type="http://schemas.openxmlformats.org/officeDocument/2006/relationships/image" Target="../media/image10.png"/><Relationship Id="rId15" Type="http://schemas.openxmlformats.org/officeDocument/2006/relationships/tags" Target="../tags/tag29.xml"/><Relationship Id="rId14" Type="http://schemas.openxmlformats.org/officeDocument/2006/relationships/image" Target="../media/image9.png"/><Relationship Id="rId13" Type="http://schemas.openxmlformats.org/officeDocument/2006/relationships/tags" Target="../tags/tag28.xml"/><Relationship Id="rId12" Type="http://schemas.openxmlformats.org/officeDocument/2006/relationships/image" Target="../media/image8.png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image" Target="../media/image17.png"/><Relationship Id="rId2" Type="http://schemas.openxmlformats.org/officeDocument/2006/relationships/tags" Target="../tags/tag37.xml"/><Relationship Id="rId19" Type="http://schemas.openxmlformats.org/officeDocument/2006/relationships/tags" Target="../tags/tag50.xml"/><Relationship Id="rId18" Type="http://schemas.openxmlformats.org/officeDocument/2006/relationships/image" Target="../media/image16.png"/><Relationship Id="rId17" Type="http://schemas.openxmlformats.org/officeDocument/2006/relationships/tags" Target="../tags/tag49.xml"/><Relationship Id="rId16" Type="http://schemas.openxmlformats.org/officeDocument/2006/relationships/image" Target="../media/image15.png"/><Relationship Id="rId15" Type="http://schemas.openxmlformats.org/officeDocument/2006/relationships/tags" Target="../tags/tag48.xml"/><Relationship Id="rId14" Type="http://schemas.openxmlformats.org/officeDocument/2006/relationships/image" Target="../media/image14.png"/><Relationship Id="rId13" Type="http://schemas.openxmlformats.org/officeDocument/2006/relationships/tags" Target="../tags/tag47.xml"/><Relationship Id="rId12" Type="http://schemas.openxmlformats.org/officeDocument/2006/relationships/image" Target="../media/image13.png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image" Target="../media/image24.jpeg"/><Relationship Id="rId7" Type="http://schemas.openxmlformats.org/officeDocument/2006/relationships/tags" Target="../tags/tag67.xml"/><Relationship Id="rId6" Type="http://schemas.openxmlformats.org/officeDocument/2006/relationships/image" Target="../media/image23.jpeg"/><Relationship Id="rId5" Type="http://schemas.openxmlformats.org/officeDocument/2006/relationships/tags" Target="../tags/tag66.xml"/><Relationship Id="rId4" Type="http://schemas.openxmlformats.org/officeDocument/2006/relationships/image" Target="../media/image22.jpeg"/><Relationship Id="rId3" Type="http://schemas.openxmlformats.org/officeDocument/2006/relationships/tags" Target="../tags/tag65.xml"/><Relationship Id="rId2" Type="http://schemas.openxmlformats.org/officeDocument/2006/relationships/image" Target="../media/image21.jpeg"/><Relationship Id="rId11" Type="http://schemas.openxmlformats.org/officeDocument/2006/relationships/slideLayout" Target="../slideLayouts/slideLayout15.xml"/><Relationship Id="rId10" Type="http://schemas.openxmlformats.org/officeDocument/2006/relationships/image" Target="../media/image25.jpeg"/><Relationship Id="rId1" Type="http://schemas.openxmlformats.org/officeDocument/2006/relationships/tags" Target="../tags/tag64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jpeg"/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43.jpeg"/><Relationship Id="rId5" Type="http://schemas.openxmlformats.org/officeDocument/2006/relationships/image" Target="../media/image42.png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image" Target="../media/image50.jpeg"/><Relationship Id="rId6" Type="http://schemas.openxmlformats.org/officeDocument/2006/relationships/image" Target="../media/image49.png"/><Relationship Id="rId5" Type="http://schemas.openxmlformats.org/officeDocument/2006/relationships/image" Target="../media/image48.jpeg"/><Relationship Id="rId4" Type="http://schemas.openxmlformats.org/officeDocument/2006/relationships/image" Target="../media/image47.jpeg"/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image" Target="../media/image5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image" Target="../media/image60.jpeg"/><Relationship Id="rId7" Type="http://schemas.openxmlformats.org/officeDocument/2006/relationships/tags" Target="../tags/tag72.xml"/><Relationship Id="rId6" Type="http://schemas.openxmlformats.org/officeDocument/2006/relationships/image" Target="../media/image59.jpeg"/><Relationship Id="rId5" Type="http://schemas.openxmlformats.org/officeDocument/2006/relationships/tags" Target="../tags/tag71.xml"/><Relationship Id="rId4" Type="http://schemas.openxmlformats.org/officeDocument/2006/relationships/image" Target="../media/image58.jpeg"/><Relationship Id="rId3" Type="http://schemas.openxmlformats.org/officeDocument/2006/relationships/tags" Target="../tags/tag70.xml"/><Relationship Id="rId2" Type="http://schemas.openxmlformats.org/officeDocument/2006/relationships/image" Target="../media/image57.png"/><Relationship Id="rId15" Type="http://schemas.openxmlformats.org/officeDocument/2006/relationships/slideLayout" Target="../slideLayouts/slideLayout15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image" Target="../media/image62.jpeg"/><Relationship Id="rId11" Type="http://schemas.openxmlformats.org/officeDocument/2006/relationships/tags" Target="../tags/tag74.xml"/><Relationship Id="rId10" Type="http://schemas.openxmlformats.org/officeDocument/2006/relationships/image" Target="../media/image61.jpeg"/><Relationship Id="rId1" Type="http://schemas.openxmlformats.org/officeDocument/2006/relationships/tags" Target="../tags/tag6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image" Target="../media/image66.jpeg"/><Relationship Id="rId7" Type="http://schemas.openxmlformats.org/officeDocument/2006/relationships/tags" Target="../tags/tag80.xml"/><Relationship Id="rId6" Type="http://schemas.openxmlformats.org/officeDocument/2006/relationships/image" Target="../media/image65.jpeg"/><Relationship Id="rId5" Type="http://schemas.openxmlformats.org/officeDocument/2006/relationships/tags" Target="../tags/tag79.xml"/><Relationship Id="rId4" Type="http://schemas.openxmlformats.org/officeDocument/2006/relationships/image" Target="../media/image64.png"/><Relationship Id="rId3" Type="http://schemas.openxmlformats.org/officeDocument/2006/relationships/tags" Target="../tags/tag78.xml"/><Relationship Id="rId2" Type="http://schemas.openxmlformats.org/officeDocument/2006/relationships/image" Target="../media/image63.jpeg"/><Relationship Id="rId19" Type="http://schemas.openxmlformats.org/officeDocument/2006/relationships/slideLayout" Target="../slideLayouts/slideLayout15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image" Target="../media/image70.png"/><Relationship Id="rId15" Type="http://schemas.openxmlformats.org/officeDocument/2006/relationships/tags" Target="../tags/tag84.xml"/><Relationship Id="rId14" Type="http://schemas.openxmlformats.org/officeDocument/2006/relationships/image" Target="../media/image69.png"/><Relationship Id="rId13" Type="http://schemas.openxmlformats.org/officeDocument/2006/relationships/tags" Target="../tags/tag83.xml"/><Relationship Id="rId12" Type="http://schemas.openxmlformats.org/officeDocument/2006/relationships/image" Target="../media/image68.jpeg"/><Relationship Id="rId11" Type="http://schemas.openxmlformats.org/officeDocument/2006/relationships/tags" Target="../tags/tag82.xml"/><Relationship Id="rId10" Type="http://schemas.openxmlformats.org/officeDocument/2006/relationships/image" Target="../media/image67.jpeg"/><Relationship Id="rId1" Type="http://schemas.openxmlformats.org/officeDocument/2006/relationships/tags" Target="../tags/tag77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image" Target="../media/image71.GIF"/><Relationship Id="rId1" Type="http://schemas.openxmlformats.org/officeDocument/2006/relationships/tags" Target="../tags/tag8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image" Target="../media/image72.jpeg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6" Type="http://schemas.openxmlformats.org/officeDocument/2006/relationships/slideLayout" Target="../slideLayouts/slideLayout1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1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09.xml"/><Relationship Id="rId5" Type="http://schemas.openxmlformats.org/officeDocument/2006/relationships/image" Target="../media/image73.jpeg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image" Target="../media/image75.png"/><Relationship Id="rId5" Type="http://schemas.openxmlformats.org/officeDocument/2006/relationships/tags" Target="../tags/tag118.xml"/><Relationship Id="rId4" Type="http://schemas.openxmlformats.org/officeDocument/2006/relationships/image" Target="../media/image74.png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76.jpeg"/><Relationship Id="rId1" Type="http://schemas.openxmlformats.org/officeDocument/2006/relationships/tags" Target="../tags/tag12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9" Type="http://schemas.openxmlformats.org/officeDocument/2006/relationships/slideLayout" Target="../slideLayouts/slideLayout15.xml"/><Relationship Id="rId28" Type="http://schemas.openxmlformats.org/officeDocument/2006/relationships/tags" Target="../tags/tag161.xml"/><Relationship Id="rId27" Type="http://schemas.openxmlformats.org/officeDocument/2006/relationships/tags" Target="../tags/tag160.xml"/><Relationship Id="rId26" Type="http://schemas.openxmlformats.org/officeDocument/2006/relationships/tags" Target="../tags/tag159.xml"/><Relationship Id="rId25" Type="http://schemas.openxmlformats.org/officeDocument/2006/relationships/tags" Target="../tags/tag158.xml"/><Relationship Id="rId24" Type="http://schemas.openxmlformats.org/officeDocument/2006/relationships/tags" Target="../tags/tag157.xml"/><Relationship Id="rId23" Type="http://schemas.openxmlformats.org/officeDocument/2006/relationships/tags" Target="../tags/tag156.xml"/><Relationship Id="rId22" Type="http://schemas.openxmlformats.org/officeDocument/2006/relationships/tags" Target="../tags/tag155.xml"/><Relationship Id="rId21" Type="http://schemas.openxmlformats.org/officeDocument/2006/relationships/tags" Target="../tags/tag154.xml"/><Relationship Id="rId20" Type="http://schemas.openxmlformats.org/officeDocument/2006/relationships/tags" Target="../tags/tag153.xml"/><Relationship Id="rId2" Type="http://schemas.openxmlformats.org/officeDocument/2006/relationships/tags" Target="../tags/tag135.xml"/><Relationship Id="rId19" Type="http://schemas.openxmlformats.org/officeDocument/2006/relationships/tags" Target="../tags/tag152.xml"/><Relationship Id="rId18" Type="http://schemas.openxmlformats.org/officeDocument/2006/relationships/tags" Target="../tags/tag151.xml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77.jpe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image" Target="../media/image76.jpeg"/><Relationship Id="rId1" Type="http://schemas.openxmlformats.org/officeDocument/2006/relationships/tags" Target="../tags/tag17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9" Type="http://schemas.openxmlformats.org/officeDocument/2006/relationships/slideLayout" Target="../slideLayouts/slideLayout15.xml"/><Relationship Id="rId28" Type="http://schemas.openxmlformats.org/officeDocument/2006/relationships/tags" Target="../tags/tag202.xml"/><Relationship Id="rId27" Type="http://schemas.openxmlformats.org/officeDocument/2006/relationships/tags" Target="../tags/tag201.xml"/><Relationship Id="rId26" Type="http://schemas.openxmlformats.org/officeDocument/2006/relationships/tags" Target="../tags/tag200.xml"/><Relationship Id="rId25" Type="http://schemas.openxmlformats.org/officeDocument/2006/relationships/tags" Target="../tags/tag199.xml"/><Relationship Id="rId24" Type="http://schemas.openxmlformats.org/officeDocument/2006/relationships/tags" Target="../tags/tag198.xml"/><Relationship Id="rId23" Type="http://schemas.openxmlformats.org/officeDocument/2006/relationships/tags" Target="../tags/tag197.xml"/><Relationship Id="rId22" Type="http://schemas.openxmlformats.org/officeDocument/2006/relationships/tags" Target="../tags/tag196.xml"/><Relationship Id="rId21" Type="http://schemas.openxmlformats.org/officeDocument/2006/relationships/tags" Target="../tags/tag195.xml"/><Relationship Id="rId20" Type="http://schemas.openxmlformats.org/officeDocument/2006/relationships/tags" Target="../tags/tag194.xml"/><Relationship Id="rId2" Type="http://schemas.openxmlformats.org/officeDocument/2006/relationships/tags" Target="../tags/tag176.xml"/><Relationship Id="rId19" Type="http://schemas.openxmlformats.org/officeDocument/2006/relationships/tags" Target="../tags/tag193.xml"/><Relationship Id="rId18" Type="http://schemas.openxmlformats.org/officeDocument/2006/relationships/tags" Target="../tags/tag192.xml"/><Relationship Id="rId17" Type="http://schemas.openxmlformats.org/officeDocument/2006/relationships/tags" Target="../tags/tag191.xml"/><Relationship Id="rId16" Type="http://schemas.openxmlformats.org/officeDocument/2006/relationships/tags" Target="../tags/tag190.xml"/><Relationship Id="rId15" Type="http://schemas.openxmlformats.org/officeDocument/2006/relationships/tags" Target="../tags/tag189.xml"/><Relationship Id="rId14" Type="http://schemas.openxmlformats.org/officeDocument/2006/relationships/tags" Target="../tags/tag188.xml"/><Relationship Id="rId13" Type="http://schemas.openxmlformats.org/officeDocument/2006/relationships/tags" Target="../tags/tag187.xml"/><Relationship Id="rId12" Type="http://schemas.openxmlformats.org/officeDocument/2006/relationships/tags" Target="../tags/tag186.xml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tags" Target="../tags/tag175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207.xml"/><Relationship Id="rId7" Type="http://schemas.openxmlformats.org/officeDocument/2006/relationships/image" Target="../media/image80.png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20.xml"/><Relationship Id="rId3" Type="http://schemas.openxmlformats.org/officeDocument/2006/relationships/image" Target="../media/image87.jpeg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image" Target="../media/image88.jpeg"/><Relationship Id="rId1" Type="http://schemas.openxmlformats.org/officeDocument/2006/relationships/tags" Target="../tags/tag221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image" Target="../media/image89.jpeg"/><Relationship Id="rId1" Type="http://schemas.openxmlformats.org/officeDocument/2006/relationships/tags" Target="../tags/tag22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image" Target="../media/image90.png"/><Relationship Id="rId1" Type="http://schemas.openxmlformats.org/officeDocument/2006/relationships/tags" Target="../tags/tag23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tags" Target="../tags/tag240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image" Target="../media/image37.jpeg"/><Relationship Id="rId1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99.png"/><Relationship Id="rId6" Type="http://schemas.openxmlformats.org/officeDocument/2006/relationships/image" Target="../media/image98.png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image" Target="../media/image9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image" Target="../media/image10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tags" Target="../tags/tag285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tags" Target="../tags/tag281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290.xml"/><Relationship Id="rId7" Type="http://schemas.openxmlformats.org/officeDocument/2006/relationships/image" Target="../media/image123.png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tags" Target="../tags/tag286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295.xml"/><Relationship Id="rId7" Type="http://schemas.openxmlformats.org/officeDocument/2006/relationships/image" Target="../media/image126.png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" Type="http://schemas.openxmlformats.org/officeDocument/2006/relationships/tags" Target="../tags/tag291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300.xml"/><Relationship Id="rId7" Type="http://schemas.openxmlformats.org/officeDocument/2006/relationships/image" Target="../media/image129.png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tags" Target="../tags/tag296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305.xml"/><Relationship Id="rId7" Type="http://schemas.openxmlformats.org/officeDocument/2006/relationships/image" Target="../media/image132.png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310.xml"/><Relationship Id="rId7" Type="http://schemas.openxmlformats.org/officeDocument/2006/relationships/image" Target="../media/image135.png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" Type="http://schemas.openxmlformats.org/officeDocument/2006/relationships/tags" Target="../tags/tag306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315.xml"/><Relationship Id="rId7" Type="http://schemas.openxmlformats.org/officeDocument/2006/relationships/image" Target="../media/image138.png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tags" Target="../tags/tag314.xml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tags" Target="../tags/tag3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:/Users/92973/AppData/Local/Temp/picturecompress_20210509001914/output_1.jp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" y="0"/>
            <a:ext cx="12190413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6111" y="260648"/>
            <a:ext cx="11519780" cy="6336704"/>
          </a:xfrm>
          <a:custGeom>
            <a:avLst/>
            <a:gdLst/>
            <a:ahLst/>
            <a:cxnLst/>
            <a:rect l="l" t="t" r="r" b="b"/>
            <a:pathLst>
              <a:path w="8640960" h="4752528">
                <a:moveTo>
                  <a:pt x="0" y="0"/>
                </a:moveTo>
                <a:lnTo>
                  <a:pt x="8640960" y="0"/>
                </a:lnTo>
                <a:lnTo>
                  <a:pt x="8640960" y="2000422"/>
                </a:lnTo>
                <a:lnTo>
                  <a:pt x="8209646" y="2250584"/>
                </a:lnTo>
                <a:lnTo>
                  <a:pt x="8640960" y="2500746"/>
                </a:lnTo>
                <a:lnTo>
                  <a:pt x="8640960" y="4752528"/>
                </a:lnTo>
                <a:lnTo>
                  <a:pt x="0" y="4752528"/>
                </a:lnTo>
                <a:lnTo>
                  <a:pt x="0" y="2500746"/>
                </a:lnTo>
                <a:lnTo>
                  <a:pt x="431314" y="2250584"/>
                </a:lnTo>
                <a:lnTo>
                  <a:pt x="0" y="2000422"/>
                </a:lnTo>
                <a:close/>
              </a:path>
            </a:pathLst>
          </a:custGeom>
          <a:solidFill>
            <a:schemeClr val="bg1">
              <a:alpha val="86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/>
        </p:nvSpPr>
        <p:spPr>
          <a:xfrm rot="5400000">
            <a:off x="-504770" y="2829822"/>
            <a:ext cx="1056117" cy="910327"/>
          </a:xfrm>
          <a:prstGeom prst="triangle">
            <a:avLst/>
          </a:prstGeom>
          <a:solidFill>
            <a:schemeClr val="tx1">
              <a:lumMod val="85000"/>
              <a:lumOff val="15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等腰三角形 9"/>
          <p:cNvSpPr/>
          <p:nvPr/>
        </p:nvSpPr>
        <p:spPr>
          <a:xfrm rot="16200000" flipH="1">
            <a:off x="11640655" y="2829822"/>
            <a:ext cx="1056117" cy="910327"/>
          </a:xfrm>
          <a:prstGeom prst="triangle">
            <a:avLst/>
          </a:prstGeom>
          <a:solidFill>
            <a:schemeClr val="tx1">
              <a:lumMod val="85000"/>
              <a:lumOff val="15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304578" y="2516899"/>
            <a:ext cx="7679854" cy="1584176"/>
          </a:xfrm>
          <a:prstGeom prst="rect">
            <a:avLst/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304578" y="2802118"/>
            <a:ext cx="6765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品牌爆款视觉打造</a:t>
            </a:r>
            <a:endParaRPr lang="zh-CN" altLang="en-US" sz="6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526280" y="4384040"/>
            <a:ext cx="2667635" cy="325755"/>
            <a:chOff x="7128" y="6904"/>
            <a:chExt cx="4201" cy="513"/>
          </a:xfrm>
          <a:solidFill>
            <a:schemeClr val="tx1"/>
          </a:solidFill>
        </p:grpSpPr>
        <p:sp>
          <p:nvSpPr>
            <p:cNvPr id="2" name="矩形 1"/>
            <p:cNvSpPr/>
            <p:nvPr/>
          </p:nvSpPr>
          <p:spPr>
            <a:xfrm>
              <a:off x="7128" y="6904"/>
              <a:ext cx="4201" cy="5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339" y="6904"/>
              <a:ext cx="3990" cy="48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授课老师：沈忆老师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92973/AppData/Local/Temp/picturecompress_20210509001914/output_3.jpgoutput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807772" y="-27246"/>
            <a:ext cx="10284725" cy="69813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5216525" y="1269841"/>
            <a:ext cx="3292475" cy="337185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r>
              <a:rPr lang="en-US" altLang="zh-CN" sz="1600" b="1" spc="6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key benefits</a:t>
            </a:r>
            <a:endParaRPr lang="en-US" altLang="zh-CN" sz="1600" b="1" spc="6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"/>
            </p:custDataLst>
          </p:nvPr>
        </p:nvSpPr>
        <p:spPr>
          <a:xfrm>
            <a:off x="5155565" y="562928"/>
            <a:ext cx="3292475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/>
          <a:p>
            <a:r>
              <a:rPr lang="zh-CN" altLang="en-US" sz="4000" spc="6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rPr>
              <a:t>课程收获</a:t>
            </a:r>
            <a:endParaRPr lang="zh-CN" altLang="en-US" sz="4000" spc="6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819970" y="1890517"/>
            <a:ext cx="4896604" cy="905985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清晰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从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企业品牌定位到视觉表达的路径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7" name="文本框 46"/>
          <p:cNvSpPr txBox="1"/>
          <p:nvPr>
            <p:custDataLst>
              <p:tags r:id="rId5"/>
            </p:custDataLst>
          </p:nvPr>
        </p:nvSpPr>
        <p:spPr>
          <a:xfrm>
            <a:off x="5292535" y="1597528"/>
            <a:ext cx="1446913" cy="1392859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 fontScale="87500"/>
          </a:bodyPr>
          <a:lstStyle/>
          <a:p>
            <a:r>
              <a:rPr lang="en-US" altLang="zh-CN" sz="9600" b="1" spc="300" dirty="0"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miter lim="800000"/>
                </a:ln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01</a:t>
            </a:r>
            <a:endParaRPr lang="en-US" altLang="zh-CN" sz="9600" b="1" spc="300" dirty="0">
              <a:ln w="25400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</a:ln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814890" y="3493238"/>
            <a:ext cx="4896604" cy="905985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懂得通过了解自身产品，结合市场化需求，通过专业的视觉化方式呈现吸引客户的产品图片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文本框 48"/>
          <p:cNvSpPr txBox="1"/>
          <p:nvPr>
            <p:custDataLst>
              <p:tags r:id="rId7"/>
            </p:custDataLst>
          </p:nvPr>
        </p:nvSpPr>
        <p:spPr>
          <a:xfrm>
            <a:off x="5292535" y="3168498"/>
            <a:ext cx="1446913" cy="1392859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 fontScale="87500"/>
          </a:bodyPr>
          <a:lstStyle>
            <a:defPPr>
              <a:defRPr lang="zh-CN"/>
            </a:defPPr>
            <a:lvl1pPr>
              <a:defRPr sz="9600" b="1">
                <a:ln w="1524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pattFill prst="dkUpDiag">
                  <a:fgClr>
                    <a:schemeClr val="bg1">
                      <a:lumMod val="95000"/>
                    </a:schemeClr>
                  </a:fgClr>
                  <a:bgClr>
                    <a:schemeClr val="bg1"/>
                  </a:bgClr>
                </a:pattFill>
                <a:effectLst>
                  <a:outerShdw dist="114300" dir="2700000" algn="tl" rotWithShape="0">
                    <a:schemeClr val="bg1">
                      <a:lumMod val="75000"/>
                      <a:alpha val="9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pc="300" dirty="0"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miter lim="800000"/>
                </a:ln>
                <a:solidFill>
                  <a:srgbClr val="000000"/>
                </a:solidFill>
                <a:effectLst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pc="300" dirty="0">
              <a:ln w="25400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</a:ln>
              <a:solidFill>
                <a:srgbClr val="000000"/>
              </a:solidFill>
              <a:effectLst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6814890" y="4988008"/>
            <a:ext cx="4896604" cy="905985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划分产品定位，找准市场领域，有效的把产品推送给目标客户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" name="文本框 50"/>
          <p:cNvSpPr txBox="1"/>
          <p:nvPr>
            <p:custDataLst>
              <p:tags r:id="rId9"/>
            </p:custDataLst>
          </p:nvPr>
        </p:nvSpPr>
        <p:spPr>
          <a:xfrm>
            <a:off x="5292535" y="4739469"/>
            <a:ext cx="1446913" cy="1392859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 fontScale="87500"/>
          </a:bodyPr>
          <a:lstStyle>
            <a:defPPr>
              <a:defRPr lang="zh-CN"/>
            </a:defPPr>
            <a:lvl1pPr>
              <a:defRPr sz="9600" b="1">
                <a:ln w="1524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bg1"/>
                </a:solidFill>
                <a:effectLst>
                  <a:outerShdw dist="114300" dir="2700000" algn="tl" rotWithShape="0">
                    <a:schemeClr val="bg1">
                      <a:lumMod val="75000"/>
                      <a:alpha val="9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pc="300" dirty="0">
                <a:ln w="25400">
                  <a:solidFill>
                    <a:schemeClr val="tx1">
                      <a:lumMod val="65000"/>
                      <a:lumOff val="35000"/>
                    </a:schemeClr>
                  </a:solidFill>
                  <a:miter lim="800000"/>
                </a:ln>
                <a:solidFill>
                  <a:srgbClr val="000000"/>
                </a:solidFill>
                <a:effectLst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n-US" altLang="zh-CN" spc="300" dirty="0">
              <a:ln w="25400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</a:ln>
              <a:solidFill>
                <a:srgbClr val="000000"/>
              </a:solidFill>
              <a:effectLst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0"/>
            </p:custDataLst>
          </p:nvPr>
        </p:nvCxnSpPr>
        <p:spPr>
          <a:xfrm>
            <a:off x="6924205" y="3063065"/>
            <a:ext cx="4688118" cy="0"/>
          </a:xfrm>
          <a:prstGeom prst="line">
            <a:avLst/>
          </a:prstGeom>
          <a:ln w="1270">
            <a:solidFill>
              <a:schemeClr val="bg1">
                <a:lumMod val="85000"/>
              </a:schemeClr>
            </a:solidFill>
            <a:prstDash val="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1"/>
            </p:custDataLst>
          </p:nvPr>
        </p:nvCxnSpPr>
        <p:spPr>
          <a:xfrm>
            <a:off x="6924205" y="4634075"/>
            <a:ext cx="4688118" cy="0"/>
          </a:xfrm>
          <a:prstGeom prst="line">
            <a:avLst/>
          </a:prstGeom>
          <a:ln w="1270">
            <a:solidFill>
              <a:schemeClr val="bg1">
                <a:lumMod val="85000"/>
              </a:schemeClr>
            </a:solidFill>
            <a:prstDash val="dash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7014845" cy="76200"/>
            <a:chOff x="533" y="1802"/>
            <a:chExt cx="4250" cy="120"/>
          </a:xfrm>
        </p:grpSpPr>
        <p:sp>
          <p:nvSpPr>
            <p:cNvPr id="5" name="矩形 4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4970" y="626110"/>
            <a:ext cx="3535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上赛品牌资产转化的案例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8455" y="1362710"/>
            <a:ext cx="840422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上海赛车场  --------  车手的</a:t>
            </a:r>
            <a:r>
              <a:rPr 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圣地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车迷的</a:t>
            </a:r>
            <a:r>
              <a:rPr 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麦加”</a:t>
            </a:r>
            <a:r>
              <a:rPr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游客的</a:t>
            </a:r>
            <a:r>
              <a:rPr 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谈资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6506" name="Picture 10" descr="C:/Users/92973/AppData/Local/Temp/picturecompress_20210509001914/output_4.jpgoutput_4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38455" y="2893060"/>
            <a:ext cx="3780790" cy="249301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16" name="Picture 20" descr="C:/Users/92973/AppData/Local/Temp/picturecompress_20210509001914/output_5.jpgoutput_5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 bwMode="auto">
          <a:xfrm>
            <a:off x="4464685" y="3084830"/>
            <a:ext cx="3905885" cy="246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6" descr="C:/Users/92973/AppData/Local/Temp/picturecompress_20210509001914/output_6.jpgoutput_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062094" y="4597563"/>
            <a:ext cx="1285048" cy="69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:/Users/92973/AppData/Local/Temp/picturecompress_20210509001914/output_7.jpgoutput_7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9062729" y="2407117"/>
            <a:ext cx="1264261" cy="68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C:/Users/92973/AppData/Local/Temp/picturecompress_20210509001914/output_8.jpgoutput_8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9062729" y="3510020"/>
            <a:ext cx="1969147" cy="70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/>
          <p:cNvSpPr/>
          <p:nvPr>
            <p:custDataLst>
              <p:tags r:id="rId1"/>
            </p:custDataLst>
          </p:nvPr>
        </p:nvSpPr>
        <p:spPr>
          <a:xfrm>
            <a:off x="307802" y="2496555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/>
          <p:cNvSpPr txBox="1"/>
          <p:nvPr>
            <p:custDataLst>
              <p:tags r:id="rId2"/>
            </p:custDataLst>
          </p:nvPr>
        </p:nvSpPr>
        <p:spPr bwMode="auto">
          <a:xfrm>
            <a:off x="377237" y="4640473"/>
            <a:ext cx="2015306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速度感的</a:t>
            </a:r>
            <a:endParaRPr lang="zh-CN" altLang="en-US" sz="2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3" name="矩形 82"/>
          <p:cNvSpPr/>
          <p:nvPr>
            <p:custDataLst>
              <p:tags r:id="rId3"/>
            </p:custDataLst>
          </p:nvPr>
        </p:nvSpPr>
        <p:spPr>
          <a:xfrm>
            <a:off x="2634846" y="2496546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文本框 140"/>
          <p:cNvSpPr txBox="1"/>
          <p:nvPr>
            <p:custDataLst>
              <p:tags r:id="rId4"/>
            </p:custDataLst>
          </p:nvPr>
        </p:nvSpPr>
        <p:spPr bwMode="auto">
          <a:xfrm>
            <a:off x="2703432" y="4640473"/>
            <a:ext cx="2017004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英雄主义的</a:t>
            </a:r>
            <a:endParaRPr lang="en-US" altLang="zh-CN" sz="2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/>
          <p:cNvSpPr/>
          <p:nvPr>
            <p:custDataLst>
              <p:tags r:id="rId5"/>
            </p:custDataLst>
          </p:nvPr>
        </p:nvSpPr>
        <p:spPr>
          <a:xfrm>
            <a:off x="4961889" y="2496554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6"/>
            </p:custDataLst>
          </p:nvPr>
        </p:nvSpPr>
        <p:spPr bwMode="auto">
          <a:xfrm>
            <a:off x="5031324" y="4640473"/>
            <a:ext cx="2015306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金属的</a:t>
            </a:r>
            <a:endParaRPr lang="en-US" altLang="zh-CN" sz="2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>
            <p:custDataLst>
              <p:tags r:id="rId7"/>
            </p:custDataLst>
          </p:nvPr>
        </p:nvSpPr>
        <p:spPr>
          <a:xfrm>
            <a:off x="7287998" y="2496547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/>
          <p:cNvSpPr txBox="1"/>
          <p:nvPr>
            <p:custDataLst>
              <p:tags r:id="rId8"/>
            </p:custDataLst>
          </p:nvPr>
        </p:nvSpPr>
        <p:spPr bwMode="auto">
          <a:xfrm>
            <a:off x="7357433" y="4640473"/>
            <a:ext cx="2015306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高层次的</a:t>
            </a:r>
            <a:endParaRPr lang="en-US" altLang="zh-CN" sz="2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100"/>
          <p:cNvSpPr/>
          <p:nvPr>
            <p:custDataLst>
              <p:tags r:id="rId9"/>
            </p:custDataLst>
          </p:nvPr>
        </p:nvSpPr>
        <p:spPr>
          <a:xfrm>
            <a:off x="9614109" y="2484178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/>
          <p:cNvSpPr txBox="1"/>
          <p:nvPr>
            <p:custDataLst>
              <p:tags r:id="rId10"/>
            </p:custDataLst>
          </p:nvPr>
        </p:nvSpPr>
        <p:spPr bwMode="auto">
          <a:xfrm>
            <a:off x="9683544" y="4640473"/>
            <a:ext cx="2015306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狂欢的</a:t>
            </a:r>
            <a:endParaRPr lang="en-US" altLang="zh-CN" sz="2000" b="1" spc="3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C:/Users/92973/AppData/Local/Temp/picturecompress_20210509001914/output_9.pngoutput_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469774" y="2968613"/>
            <a:ext cx="1890860" cy="1514598"/>
          </a:xfrm>
          <a:prstGeom prst="rect">
            <a:avLst/>
          </a:prstGeom>
        </p:spPr>
      </p:pic>
      <p:pic>
        <p:nvPicPr>
          <p:cNvPr id="8" name="图片 7" descr="C:/Users/92973/AppData/Local/Temp/picturecompress_20210509001914/output_10.pngoutput_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2741352" y="2968613"/>
            <a:ext cx="1942428" cy="1514598"/>
          </a:xfrm>
          <a:prstGeom prst="rect">
            <a:avLst/>
          </a:prstGeom>
        </p:spPr>
      </p:pic>
      <p:pic>
        <p:nvPicPr>
          <p:cNvPr id="9" name="图片 8" descr="C:/Users/92973/AppData/Local/Temp/picturecompress_20210509001914/output_11.pngoutput_1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5090602" y="3048194"/>
            <a:ext cx="1956435" cy="1434379"/>
          </a:xfrm>
          <a:prstGeom prst="rect">
            <a:avLst/>
          </a:prstGeom>
        </p:spPr>
      </p:pic>
      <p:pic>
        <p:nvPicPr>
          <p:cNvPr id="11" name="图片 10" descr="C:/Users/92973/AppData/Local/Temp/picturecompress_20210509001914/output_12.pngoutput_1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/>
          <a:stretch>
            <a:fillRect/>
          </a:stretch>
        </p:blipFill>
        <p:spPr>
          <a:xfrm>
            <a:off x="7615568" y="2801173"/>
            <a:ext cx="1499318" cy="1776899"/>
          </a:xfrm>
          <a:prstGeom prst="rect">
            <a:avLst/>
          </a:prstGeom>
        </p:spPr>
      </p:pic>
      <p:pic>
        <p:nvPicPr>
          <p:cNvPr id="14" name="图片 13" descr="C:/Users/92973/AppData/Local/Temp/picturecompress_20210509001914/output_13.pngoutput_1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/>
          <a:stretch>
            <a:fillRect/>
          </a:stretch>
        </p:blipFill>
        <p:spPr>
          <a:xfrm>
            <a:off x="9756632" y="2916407"/>
            <a:ext cx="1941792" cy="1565530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21"/>
            </p:custDataLst>
          </p:nvPr>
        </p:nvGrpSpPr>
        <p:grpSpPr>
          <a:xfrm flipV="1">
            <a:off x="340995" y="1198880"/>
            <a:ext cx="7014845" cy="76200"/>
            <a:chOff x="533" y="1802"/>
            <a:chExt cx="4250" cy="120"/>
          </a:xfrm>
        </p:grpSpPr>
        <p:sp>
          <p:nvSpPr>
            <p:cNvPr id="7" name="矩形 6"/>
            <p:cNvSpPr/>
            <p:nvPr>
              <p:custDataLst>
                <p:tags r:id="rId2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0" name="任意多边形 9"/>
            <p:cNvSpPr/>
            <p:nvPr>
              <p:custDataLst>
                <p:tags r:id="rId2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94970" y="626110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上赛给人带来的联想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/>
          <p:cNvSpPr/>
          <p:nvPr>
            <p:custDataLst>
              <p:tags r:id="rId1"/>
            </p:custDataLst>
          </p:nvPr>
        </p:nvSpPr>
        <p:spPr>
          <a:xfrm>
            <a:off x="307802" y="2496555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/>
          <p:cNvSpPr txBox="1"/>
          <p:nvPr>
            <p:custDataLst>
              <p:tags r:id="rId2"/>
            </p:custDataLst>
          </p:nvPr>
        </p:nvSpPr>
        <p:spPr bwMode="auto">
          <a:xfrm>
            <a:off x="377237" y="4640473"/>
            <a:ext cx="2015306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热烈的</a:t>
            </a:r>
            <a:endParaRPr lang="zh-CN" altLang="en-US" sz="2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3" name="矩形 82"/>
          <p:cNvSpPr/>
          <p:nvPr>
            <p:custDataLst>
              <p:tags r:id="rId3"/>
            </p:custDataLst>
          </p:nvPr>
        </p:nvSpPr>
        <p:spPr>
          <a:xfrm>
            <a:off x="2634846" y="2496546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文本框 140"/>
          <p:cNvSpPr txBox="1"/>
          <p:nvPr>
            <p:custDataLst>
              <p:tags r:id="rId4"/>
            </p:custDataLst>
          </p:nvPr>
        </p:nvSpPr>
        <p:spPr bwMode="auto">
          <a:xfrm>
            <a:off x="2703432" y="4640473"/>
            <a:ext cx="2017004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高技术</a:t>
            </a:r>
            <a:r>
              <a:rPr lang="en-US" altLang="zh-CN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2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/>
          <p:cNvSpPr/>
          <p:nvPr>
            <p:custDataLst>
              <p:tags r:id="rId5"/>
            </p:custDataLst>
          </p:nvPr>
        </p:nvSpPr>
        <p:spPr>
          <a:xfrm>
            <a:off x="4961889" y="2496554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6"/>
            </p:custDataLst>
          </p:nvPr>
        </p:nvSpPr>
        <p:spPr bwMode="auto">
          <a:xfrm>
            <a:off x="5031324" y="4640473"/>
            <a:ext cx="2015306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</a:t>
            </a:r>
            <a:r>
              <a:rPr lang="en-US" altLang="zh-CN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2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>
            <p:custDataLst>
              <p:tags r:id="rId7"/>
            </p:custDataLst>
          </p:nvPr>
        </p:nvSpPr>
        <p:spPr>
          <a:xfrm>
            <a:off x="7287998" y="2496547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/>
          <p:cNvSpPr txBox="1"/>
          <p:nvPr>
            <p:custDataLst>
              <p:tags r:id="rId8"/>
            </p:custDataLst>
          </p:nvPr>
        </p:nvSpPr>
        <p:spPr bwMode="auto">
          <a:xfrm>
            <a:off x="7357433" y="4640473"/>
            <a:ext cx="2015306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名牌</a:t>
            </a:r>
            <a:r>
              <a:rPr lang="en-US" altLang="zh-CN" sz="2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2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100"/>
          <p:cNvSpPr/>
          <p:nvPr>
            <p:custDataLst>
              <p:tags r:id="rId9"/>
            </p:custDataLst>
          </p:nvPr>
        </p:nvSpPr>
        <p:spPr>
          <a:xfrm>
            <a:off x="9614109" y="2484178"/>
            <a:ext cx="2154174" cy="34114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/>
          <p:cNvSpPr txBox="1"/>
          <p:nvPr>
            <p:custDataLst>
              <p:tags r:id="rId10"/>
            </p:custDataLst>
          </p:nvPr>
        </p:nvSpPr>
        <p:spPr bwMode="auto">
          <a:xfrm>
            <a:off x="9683544" y="4640473"/>
            <a:ext cx="2015306" cy="50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6800" rIns="91440" bIns="0" anchor="b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娱乐</a:t>
            </a:r>
            <a:r>
              <a:rPr lang="en-US" altLang="zh-CN" sz="2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2000" b="1" spc="3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C:/Users/92973/AppData/Local/Temp/picturecompress_20210509001914/output_14.pngoutput_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469774" y="3102342"/>
            <a:ext cx="1890860" cy="1247140"/>
          </a:xfrm>
          <a:prstGeom prst="rect">
            <a:avLst/>
          </a:prstGeom>
        </p:spPr>
      </p:pic>
      <p:pic>
        <p:nvPicPr>
          <p:cNvPr id="8" name="图片 7" descr="C:/Users/92973/AppData/Local/Temp/picturecompress_20210509001914/output_15.pngoutput_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2741352" y="3222674"/>
            <a:ext cx="1942428" cy="1006475"/>
          </a:xfrm>
          <a:prstGeom prst="rect">
            <a:avLst/>
          </a:prstGeom>
        </p:spPr>
      </p:pic>
      <p:pic>
        <p:nvPicPr>
          <p:cNvPr id="9" name="图片 8" descr="C:/Users/92973/AppData/Local/Temp/picturecompress_20210509001914/output_16.pngoutput_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5090795" y="3313430"/>
            <a:ext cx="1956435" cy="1036320"/>
          </a:xfrm>
          <a:prstGeom prst="rect">
            <a:avLst/>
          </a:prstGeom>
        </p:spPr>
      </p:pic>
      <p:pic>
        <p:nvPicPr>
          <p:cNvPr id="11" name="图片 10" descr="C:/Users/92973/AppData/Local/Temp/picturecompress_20210509001914/output_17.pngoutput_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/>
          <a:stretch>
            <a:fillRect/>
          </a:stretch>
        </p:blipFill>
        <p:spPr>
          <a:xfrm>
            <a:off x="7390130" y="3343275"/>
            <a:ext cx="1950720" cy="1138555"/>
          </a:xfrm>
          <a:prstGeom prst="rect">
            <a:avLst/>
          </a:prstGeom>
        </p:spPr>
      </p:pic>
      <p:pic>
        <p:nvPicPr>
          <p:cNvPr id="14" name="图片 13" descr="C:/Users/92973/AppData/Local/Temp/picturecompress_20210509001914/output_18.pngoutput_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/>
          <a:stretch>
            <a:fillRect/>
          </a:stretch>
        </p:blipFill>
        <p:spPr>
          <a:xfrm>
            <a:off x="9960610" y="2916555"/>
            <a:ext cx="1373505" cy="1771650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21"/>
            </p:custDataLst>
          </p:nvPr>
        </p:nvGrpSpPr>
        <p:grpSpPr>
          <a:xfrm flipV="1">
            <a:off x="340995" y="1198880"/>
            <a:ext cx="7014845" cy="76200"/>
            <a:chOff x="533" y="1802"/>
            <a:chExt cx="4250" cy="120"/>
          </a:xfrm>
        </p:grpSpPr>
        <p:sp>
          <p:nvSpPr>
            <p:cNvPr id="7" name="矩形 6"/>
            <p:cNvSpPr/>
            <p:nvPr>
              <p:custDataLst>
                <p:tags r:id="rId2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0" name="任意多边形 9"/>
            <p:cNvSpPr/>
            <p:nvPr>
              <p:custDataLst>
                <p:tags r:id="rId2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94970" y="626110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上赛给人带来的联想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7014845" cy="76200"/>
            <a:chOff x="533" y="1802"/>
            <a:chExt cx="4250" cy="120"/>
          </a:xfrm>
        </p:grpSpPr>
        <p:sp>
          <p:nvSpPr>
            <p:cNvPr id="5" name="矩形 4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4970" y="626110"/>
            <a:ext cx="3535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上赛可以开发的品牌资本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76146" name="Picture 18" descr="C:/Users/92973/AppData/Local/Temp/picturecompress_20210509001914/output_19.jpgoutput_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5968" y="1628988"/>
            <a:ext cx="2228047" cy="144001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148" name="Picture 20" descr="C:/Users/92973/AppData/Local/Temp/picturecompress_20210509001914/output_20.jpgoutput_2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81974" y="1628987"/>
            <a:ext cx="2314976" cy="144568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150" name="Picture 22" descr="C:/Users/92973/AppData/Local/Temp/picturecompress_20210509001914/output_21.jpgoutput_2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553019" y="1628988"/>
            <a:ext cx="2228046" cy="144756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51" name="Text Box 23"/>
          <p:cNvSpPr txBox="1">
            <a:spLocks noChangeArrowheads="1"/>
          </p:cNvSpPr>
          <p:nvPr/>
        </p:nvSpPr>
        <p:spPr bwMode="auto">
          <a:xfrm>
            <a:off x="1165574" y="3429946"/>
            <a:ext cx="2057966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45" b="1">
                <a:latin typeface="微软雅黑" panose="020B0503020204020204" pitchFamily="34" charset="-122"/>
                <a:ea typeface="微软雅黑" panose="020B0503020204020204" pitchFamily="34" charset="-122"/>
              </a:rPr>
              <a:t>赛道主题</a:t>
            </a:r>
            <a:endParaRPr lang="zh-CN" altLang="en-US" sz="214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152" name="Text Box 24"/>
          <p:cNvSpPr txBox="1">
            <a:spLocks noChangeArrowheads="1"/>
          </p:cNvSpPr>
          <p:nvPr/>
        </p:nvSpPr>
        <p:spPr bwMode="auto">
          <a:xfrm>
            <a:off x="9866106" y="2657026"/>
            <a:ext cx="1672452" cy="42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45" b="1"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</a:t>
            </a:r>
            <a:endParaRPr lang="zh-CN" altLang="en-US" sz="214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154" name="Line 26"/>
          <p:cNvSpPr>
            <a:spLocks noChangeShapeType="1"/>
          </p:cNvSpPr>
          <p:nvPr/>
        </p:nvSpPr>
        <p:spPr bwMode="auto">
          <a:xfrm>
            <a:off x="3952993" y="2228047"/>
            <a:ext cx="0" cy="4286014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176155" name="Line 27"/>
          <p:cNvSpPr>
            <a:spLocks noChangeShapeType="1"/>
          </p:cNvSpPr>
          <p:nvPr/>
        </p:nvSpPr>
        <p:spPr bwMode="auto">
          <a:xfrm>
            <a:off x="7124039" y="2228047"/>
            <a:ext cx="0" cy="4286014"/>
          </a:xfrm>
          <a:prstGeom prst="line">
            <a:avLst/>
          </a:prstGeom>
          <a:noFill/>
          <a:ln w="19050">
            <a:solidFill>
              <a:schemeClr val="bg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176156" name="Text Box 28"/>
          <p:cNvSpPr txBox="1">
            <a:spLocks noChangeArrowheads="1"/>
          </p:cNvSpPr>
          <p:nvPr/>
        </p:nvSpPr>
        <p:spPr bwMode="auto">
          <a:xfrm>
            <a:off x="4268587" y="3429946"/>
            <a:ext cx="2057966" cy="42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45" b="1">
                <a:latin typeface="微软雅黑" panose="020B0503020204020204" pitchFamily="34" charset="-122"/>
                <a:ea typeface="微软雅黑" panose="020B0503020204020204" pitchFamily="34" charset="-122"/>
              </a:rPr>
              <a:t>赛事主题</a:t>
            </a:r>
            <a:endParaRPr lang="zh-CN" altLang="en-US" sz="214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157" name="Text Box 29"/>
          <p:cNvSpPr txBox="1">
            <a:spLocks noChangeArrowheads="1"/>
          </p:cNvSpPr>
          <p:nvPr/>
        </p:nvSpPr>
        <p:spPr bwMode="auto">
          <a:xfrm>
            <a:off x="7526562" y="3429946"/>
            <a:ext cx="2057966" cy="42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45" b="1">
                <a:latin typeface="微软雅黑" panose="020B0503020204020204" pitchFamily="34" charset="-122"/>
                <a:ea typeface="微软雅黑" panose="020B0503020204020204" pitchFamily="34" charset="-122"/>
              </a:rPr>
              <a:t>驾驶主题</a:t>
            </a:r>
            <a:endParaRPr lang="zh-CN" altLang="en-US" sz="214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158" name="Text Box 30"/>
          <p:cNvSpPr txBox="1">
            <a:spLocks noChangeArrowheads="1"/>
          </p:cNvSpPr>
          <p:nvPr/>
        </p:nvSpPr>
        <p:spPr bwMode="auto">
          <a:xfrm>
            <a:off x="1210928" y="4114045"/>
            <a:ext cx="2057966" cy="1888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6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弯道</a:t>
            </a:r>
            <a:endParaRPr lang="zh-CN" altLang="en-US" sz="1665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防护栏</a:t>
            </a:r>
            <a:endParaRPr lang="zh-CN" altLang="en-US" sz="1665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上海地标</a:t>
            </a:r>
            <a:endParaRPr lang="zh-CN" altLang="en-US" sz="1665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最高时速</a:t>
            </a:r>
            <a:endParaRPr lang="zh-CN" altLang="en-US" sz="1665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“上” 字赛道</a:t>
            </a:r>
            <a:endParaRPr lang="zh-CN" altLang="en-US" sz="1665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6159" name="Text Box 31"/>
          <p:cNvSpPr txBox="1">
            <a:spLocks noChangeArrowheads="1"/>
          </p:cNvSpPr>
          <p:nvPr/>
        </p:nvSpPr>
        <p:spPr bwMode="auto">
          <a:xfrm>
            <a:off x="4295044" y="4114045"/>
            <a:ext cx="2057966" cy="1888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65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F1</a:t>
            </a: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上海站赛事历史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665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CTCC</a:t>
            </a: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房车赛历史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665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Moto gp</a:t>
            </a: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赛车历史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即时赛事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历届冠军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6160" name="Text Box 32"/>
          <p:cNvSpPr txBox="1">
            <a:spLocks noChangeArrowheads="1"/>
          </p:cNvSpPr>
          <p:nvPr/>
        </p:nvSpPr>
        <p:spPr bwMode="auto">
          <a:xfrm>
            <a:off x="7553019" y="4114045"/>
            <a:ext cx="2057966" cy="1888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</a:rPr>
              <a:t>赛车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</a:rPr>
              <a:t>名车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</a:rPr>
              <a:t>改装车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</a:rPr>
              <a:t>摩托车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65" b="1">
                <a:latin typeface="微软雅黑" panose="020B0503020204020204" pitchFamily="34" charset="-122"/>
                <a:ea typeface="微软雅黑" panose="020B0503020204020204" pitchFamily="34" charset="-122"/>
              </a:rPr>
              <a:t>卡丁车</a:t>
            </a:r>
            <a:endParaRPr lang="zh-CN" altLang="en-US" sz="1665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7014845" cy="76200"/>
            <a:chOff x="533" y="1802"/>
            <a:chExt cx="4250" cy="120"/>
          </a:xfrm>
        </p:grpSpPr>
        <p:sp>
          <p:nvSpPr>
            <p:cNvPr id="5" name="矩形 4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4970" y="626110"/>
            <a:ext cx="1402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打造方法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199" name="Line 31"/>
          <p:cNvSpPr>
            <a:spLocks noChangeShapeType="1"/>
          </p:cNvSpPr>
          <p:nvPr/>
        </p:nvSpPr>
        <p:spPr bwMode="auto">
          <a:xfrm flipH="1" flipV="1">
            <a:off x="2925445" y="2914015"/>
            <a:ext cx="2482850" cy="196913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 dirty="0"/>
          </a:p>
        </p:txBody>
      </p:sp>
      <p:sp>
        <p:nvSpPr>
          <p:cNvPr id="7208" name="Line 40"/>
          <p:cNvSpPr>
            <a:spLocks noChangeShapeType="1"/>
          </p:cNvSpPr>
          <p:nvPr/>
        </p:nvSpPr>
        <p:spPr bwMode="auto">
          <a:xfrm flipH="1">
            <a:off x="2837815" y="2944495"/>
            <a:ext cx="2590800" cy="185864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 dirty="0"/>
          </a:p>
        </p:txBody>
      </p:sp>
      <p:sp>
        <p:nvSpPr>
          <p:cNvPr id="7198" name="Oval 30"/>
          <p:cNvSpPr>
            <a:spLocks noChangeArrowheads="1"/>
          </p:cNvSpPr>
          <p:nvPr/>
        </p:nvSpPr>
        <p:spPr bwMode="auto">
          <a:xfrm>
            <a:off x="2153920" y="1885950"/>
            <a:ext cx="3891915" cy="3854450"/>
          </a:xfrm>
          <a:prstGeom prst="ellipse">
            <a:avLst/>
          </a:prstGeom>
          <a:noFill/>
          <a:ln w="9525">
            <a:solidFill>
              <a:srgbClr val="EA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4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3611245" y="3343275"/>
            <a:ext cx="1159510" cy="1148080"/>
          </a:xfrm>
          <a:prstGeom prst="ellipse">
            <a:avLst/>
          </a:prstGeom>
          <a:solidFill>
            <a:srgbClr val="EA0000"/>
          </a:solidFill>
          <a:ln w="9525">
            <a:solidFill>
              <a:schemeClr val="bg1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品牌战</a:t>
            </a:r>
            <a:endParaRPr lang="zh-CN" altLang="en-US" sz="16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略规划</a:t>
            </a:r>
            <a:endParaRPr lang="zh-CN" altLang="en-US" sz="16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3" name="Oval 5"/>
          <p:cNvSpPr>
            <a:spLocks noChangeArrowheads="1"/>
          </p:cNvSpPr>
          <p:nvPr/>
        </p:nvSpPr>
        <p:spPr bwMode="auto">
          <a:xfrm>
            <a:off x="2066925" y="2143125"/>
            <a:ext cx="911225" cy="902335"/>
          </a:xfrm>
          <a:prstGeom prst="ellipse">
            <a:avLst/>
          </a:prstGeom>
          <a:solidFill>
            <a:srgbClr val="EA0000"/>
          </a:solidFill>
          <a:ln w="9525">
            <a:solidFill>
              <a:schemeClr val="bg1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endParaRPr lang="zh-CN" altLang="en-US" sz="16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4" name="Oval 6"/>
          <p:cNvSpPr>
            <a:spLocks noChangeArrowheads="1"/>
          </p:cNvSpPr>
          <p:nvPr/>
        </p:nvSpPr>
        <p:spPr bwMode="auto">
          <a:xfrm>
            <a:off x="5410200" y="2143125"/>
            <a:ext cx="911225" cy="902335"/>
          </a:xfrm>
          <a:prstGeom prst="ellipse">
            <a:avLst/>
          </a:prstGeom>
          <a:solidFill>
            <a:srgbClr val="EA0000"/>
          </a:solidFill>
          <a:ln w="9525">
            <a:solidFill>
              <a:schemeClr val="bg1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</a:t>
            </a:r>
            <a:endParaRPr lang="zh-CN" altLang="en-US" sz="16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2066925" y="4801870"/>
            <a:ext cx="911225" cy="902335"/>
          </a:xfrm>
          <a:prstGeom prst="ellipse">
            <a:avLst/>
          </a:prstGeom>
          <a:solidFill>
            <a:srgbClr val="EA0000"/>
          </a:solidFill>
          <a:ln w="9525">
            <a:solidFill>
              <a:schemeClr val="bg1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lang="zh-CN" altLang="en-US" sz="16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5410200" y="4801870"/>
            <a:ext cx="911225" cy="902335"/>
          </a:xfrm>
          <a:prstGeom prst="ellipse">
            <a:avLst/>
          </a:prstGeom>
          <a:solidFill>
            <a:srgbClr val="EA0000"/>
          </a:solidFill>
          <a:ln w="9525">
            <a:solidFill>
              <a:schemeClr val="bg1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6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endParaRPr lang="zh-CN" altLang="en-US" sz="16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06" name="Text Box 38"/>
          <p:cNvSpPr txBox="1">
            <a:spLocks noChangeArrowheads="1"/>
          </p:cNvSpPr>
          <p:nvPr/>
        </p:nvSpPr>
        <p:spPr bwMode="auto">
          <a:xfrm>
            <a:off x="6866890" y="3258185"/>
            <a:ext cx="4136390" cy="1888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SHANGHAI CIRCUIT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品牌体验圈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4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通过品牌战略规划明晰我们向哪一部分人群传达何种品牌核心价值，指导产品、传播、服务、环境等载体实现与目标群的沟通，为其提供赛车生活方式的综合体验。</a:t>
            </a:r>
            <a:endParaRPr lang="zh-CN" altLang="en-US" sz="143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7014845" cy="76200"/>
            <a:chOff x="533" y="1802"/>
            <a:chExt cx="4250" cy="120"/>
          </a:xfrm>
        </p:grpSpPr>
        <p:sp>
          <p:nvSpPr>
            <p:cNvPr id="5" name="矩形 4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4970" y="626110"/>
            <a:ext cx="1402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打造方法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9875" name="Line 3"/>
          <p:cNvSpPr>
            <a:spLocks noChangeShapeType="1"/>
          </p:cNvSpPr>
          <p:nvPr/>
        </p:nvSpPr>
        <p:spPr bwMode="auto">
          <a:xfrm>
            <a:off x="2752985" y="3343016"/>
            <a:ext cx="0" cy="319183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876" name="Line 4"/>
          <p:cNvSpPr>
            <a:spLocks noChangeShapeType="1"/>
          </p:cNvSpPr>
          <p:nvPr/>
        </p:nvSpPr>
        <p:spPr bwMode="auto">
          <a:xfrm>
            <a:off x="1530299" y="2571987"/>
            <a:ext cx="4051681" cy="188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877" name="Line 5"/>
          <p:cNvSpPr>
            <a:spLocks noChangeShapeType="1"/>
          </p:cNvSpPr>
          <p:nvPr/>
        </p:nvSpPr>
        <p:spPr bwMode="auto">
          <a:xfrm>
            <a:off x="1530299" y="3343015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878" name="Line 6"/>
          <p:cNvSpPr>
            <a:spLocks noChangeShapeType="1"/>
          </p:cNvSpPr>
          <p:nvPr/>
        </p:nvSpPr>
        <p:spPr bwMode="auto">
          <a:xfrm flipV="1">
            <a:off x="1530299" y="4543023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879" name="Line 7"/>
          <p:cNvSpPr>
            <a:spLocks noChangeShapeType="1"/>
          </p:cNvSpPr>
          <p:nvPr/>
        </p:nvSpPr>
        <p:spPr bwMode="auto">
          <a:xfrm>
            <a:off x="1530299" y="5143972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>
            <a:off x="1530299" y="5743032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1466047" y="2057967"/>
            <a:ext cx="1371978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品牌战略规划</a:t>
            </a: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1466047" y="3600026"/>
            <a:ext cx="1220796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产品规划</a:t>
            </a: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85" name="Line 13"/>
          <p:cNvSpPr>
            <a:spLocks noChangeShapeType="1"/>
          </p:cNvSpPr>
          <p:nvPr/>
        </p:nvSpPr>
        <p:spPr bwMode="auto">
          <a:xfrm>
            <a:off x="1530299" y="1885997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2839915" y="1923793"/>
            <a:ext cx="3256085" cy="531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品牌定位、品牌文化、核心价值、品牌识别、品牌调性、品牌使用者</a:t>
            </a: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2838025" y="3443174"/>
            <a:ext cx="2828996" cy="97135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策略、产品线组合、价格策略</a:t>
            </a: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产品管理</a:t>
            </a: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0" name="Text Box 18"/>
          <p:cNvSpPr txBox="1">
            <a:spLocks noChangeArrowheads="1"/>
          </p:cNvSpPr>
          <p:nvPr/>
        </p:nvSpPr>
        <p:spPr bwMode="auto">
          <a:xfrm>
            <a:off x="1466047" y="4645071"/>
            <a:ext cx="1028039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 b="1">
                <a:latin typeface="微软雅黑" panose="020B0503020204020204" pitchFamily="34" charset="-122"/>
                <a:ea typeface="微软雅黑" panose="020B0503020204020204" pitchFamily="34" charset="-122"/>
              </a:rPr>
              <a:t>渠道规划</a:t>
            </a:r>
            <a:endParaRPr lang="zh-CN" altLang="en-US" sz="143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1466047" y="5244131"/>
            <a:ext cx="965677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 b="1">
                <a:latin typeface="微软雅黑" panose="020B0503020204020204" pitchFamily="34" charset="-122"/>
                <a:ea typeface="微软雅黑" panose="020B0503020204020204" pitchFamily="34" charset="-122"/>
              </a:rPr>
              <a:t>服务体系</a:t>
            </a:r>
            <a:endParaRPr lang="zh-CN" altLang="en-US" sz="143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892" name="Line 20"/>
          <p:cNvSpPr>
            <a:spLocks noChangeShapeType="1"/>
          </p:cNvSpPr>
          <p:nvPr/>
        </p:nvSpPr>
        <p:spPr bwMode="auto">
          <a:xfrm>
            <a:off x="1530299" y="6534848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896" name="Text Box 24"/>
          <p:cNvSpPr txBox="1">
            <a:spLocks noChangeArrowheads="1"/>
          </p:cNvSpPr>
          <p:nvPr/>
        </p:nvSpPr>
        <p:spPr bwMode="auto">
          <a:xfrm>
            <a:off x="1467938" y="1543949"/>
            <a:ext cx="3600024" cy="312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商业 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 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endParaRPr lang="en-US" altLang="zh-CN" sz="14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9898" name="Text Box 26"/>
          <p:cNvSpPr txBox="1">
            <a:spLocks noChangeArrowheads="1"/>
          </p:cNvSpPr>
          <p:nvPr/>
        </p:nvSpPr>
        <p:spPr bwMode="auto">
          <a:xfrm>
            <a:off x="6696950" y="1971038"/>
            <a:ext cx="2679703" cy="64171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 SHANGHAI CIRCUIT</a:t>
            </a:r>
            <a:endParaRPr lang="en-US" altLang="zh-CN" sz="14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品牌识别手册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endParaRPr lang="en-US" altLang="zh-CN" sz="14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9899" name="Text Box 27"/>
          <p:cNvSpPr txBox="1">
            <a:spLocks noChangeArrowheads="1"/>
          </p:cNvSpPr>
          <p:nvPr/>
        </p:nvSpPr>
        <p:spPr bwMode="auto">
          <a:xfrm>
            <a:off x="1466048" y="6000041"/>
            <a:ext cx="958117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 b="1">
                <a:latin typeface="微软雅黑" panose="020B0503020204020204" pitchFamily="34" charset="-122"/>
                <a:ea typeface="微软雅黑" panose="020B0503020204020204" pitchFamily="34" charset="-122"/>
              </a:rPr>
              <a:t>传播方案</a:t>
            </a:r>
            <a:endParaRPr lang="zh-CN" altLang="en-US" sz="143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900" name="Text Box 28"/>
          <p:cNvSpPr txBox="1">
            <a:spLocks noChangeArrowheads="1"/>
          </p:cNvSpPr>
          <p:nvPr/>
        </p:nvSpPr>
        <p:spPr bwMode="auto">
          <a:xfrm>
            <a:off x="6781989" y="6000042"/>
            <a:ext cx="1971037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品牌传播管理</a:t>
            </a: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902" name="Text Box 30"/>
          <p:cNvSpPr txBox="1">
            <a:spLocks noChangeArrowheads="1"/>
          </p:cNvSpPr>
          <p:nvPr/>
        </p:nvSpPr>
        <p:spPr bwMode="auto">
          <a:xfrm>
            <a:off x="6657264" y="4714993"/>
            <a:ext cx="3552780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店面形象规范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每季</a:t>
            </a:r>
            <a:r>
              <a:rPr lang="zh-CN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window book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endParaRPr lang="en-US" altLang="zh-CN" sz="14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9903" name="AutoShape 31"/>
          <p:cNvSpPr>
            <a:spLocks noChangeArrowheads="1"/>
          </p:cNvSpPr>
          <p:nvPr/>
        </p:nvSpPr>
        <p:spPr bwMode="auto">
          <a:xfrm>
            <a:off x="3438974" y="2743956"/>
            <a:ext cx="342050" cy="427090"/>
          </a:xfrm>
          <a:prstGeom prst="downArrow">
            <a:avLst>
              <a:gd name="adj1" fmla="val 50000"/>
              <a:gd name="adj2" fmla="val 31215"/>
            </a:avLst>
          </a:prstGeom>
          <a:solidFill>
            <a:srgbClr val="E60000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214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904" name="AutoShape 32"/>
          <p:cNvSpPr>
            <a:spLocks noChangeArrowheads="1"/>
          </p:cNvSpPr>
          <p:nvPr/>
        </p:nvSpPr>
        <p:spPr bwMode="auto">
          <a:xfrm>
            <a:off x="7981997" y="2743956"/>
            <a:ext cx="342050" cy="427090"/>
          </a:xfrm>
          <a:prstGeom prst="downArrow">
            <a:avLst>
              <a:gd name="adj1" fmla="val 50000"/>
              <a:gd name="adj2" fmla="val 31215"/>
            </a:avLst>
          </a:prstGeom>
          <a:solidFill>
            <a:srgbClr val="E60000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214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905" name="Text Box 33"/>
          <p:cNvSpPr txBox="1">
            <a:spLocks noChangeArrowheads="1"/>
          </p:cNvSpPr>
          <p:nvPr/>
        </p:nvSpPr>
        <p:spPr bwMode="auto">
          <a:xfrm>
            <a:off x="6696949" y="3456402"/>
            <a:ext cx="2534191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产品设计规范及风格指南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906" name="Text Box 34"/>
          <p:cNvSpPr txBox="1">
            <a:spLocks noChangeArrowheads="1"/>
          </p:cNvSpPr>
          <p:nvPr/>
        </p:nvSpPr>
        <p:spPr bwMode="auto">
          <a:xfrm>
            <a:off x="6096001" y="1543949"/>
            <a:ext cx="4199084" cy="312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视觉 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 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endParaRPr lang="en-US" altLang="zh-CN" sz="14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9908" name="Line 36"/>
          <p:cNvSpPr>
            <a:spLocks noChangeShapeType="1"/>
          </p:cNvSpPr>
          <p:nvPr/>
        </p:nvSpPr>
        <p:spPr bwMode="auto">
          <a:xfrm>
            <a:off x="6096000" y="2571987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09" name="Line 37"/>
          <p:cNvSpPr>
            <a:spLocks noChangeShapeType="1"/>
          </p:cNvSpPr>
          <p:nvPr/>
        </p:nvSpPr>
        <p:spPr bwMode="auto">
          <a:xfrm>
            <a:off x="6096000" y="3343015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10" name="Line 38"/>
          <p:cNvSpPr>
            <a:spLocks noChangeShapeType="1"/>
          </p:cNvSpPr>
          <p:nvPr/>
        </p:nvSpPr>
        <p:spPr bwMode="auto">
          <a:xfrm flipV="1">
            <a:off x="6096000" y="4543023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11" name="Line 39"/>
          <p:cNvSpPr>
            <a:spLocks noChangeShapeType="1"/>
          </p:cNvSpPr>
          <p:nvPr/>
        </p:nvSpPr>
        <p:spPr bwMode="auto">
          <a:xfrm>
            <a:off x="6096000" y="5143972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12" name="Line 40"/>
          <p:cNvSpPr>
            <a:spLocks noChangeShapeType="1"/>
          </p:cNvSpPr>
          <p:nvPr/>
        </p:nvSpPr>
        <p:spPr bwMode="auto">
          <a:xfrm>
            <a:off x="6096000" y="5743032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13" name="Line 41"/>
          <p:cNvSpPr>
            <a:spLocks noChangeShapeType="1"/>
          </p:cNvSpPr>
          <p:nvPr/>
        </p:nvSpPr>
        <p:spPr bwMode="auto">
          <a:xfrm>
            <a:off x="6096000" y="1885997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14" name="Line 42"/>
          <p:cNvSpPr>
            <a:spLocks noChangeShapeType="1"/>
          </p:cNvSpPr>
          <p:nvPr/>
        </p:nvSpPr>
        <p:spPr bwMode="auto">
          <a:xfrm>
            <a:off x="6096000" y="6534848"/>
            <a:ext cx="405168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15" name="Text Box 43"/>
          <p:cNvSpPr txBox="1">
            <a:spLocks noChangeArrowheads="1"/>
          </p:cNvSpPr>
          <p:nvPr/>
        </p:nvSpPr>
        <p:spPr bwMode="auto">
          <a:xfrm>
            <a:off x="6781990" y="4072470"/>
            <a:ext cx="2534190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产品设计开发</a:t>
            </a: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916" name="Line 44"/>
          <p:cNvSpPr>
            <a:spLocks noChangeShapeType="1"/>
          </p:cNvSpPr>
          <p:nvPr/>
        </p:nvSpPr>
        <p:spPr bwMode="auto">
          <a:xfrm>
            <a:off x="5581981" y="2228047"/>
            <a:ext cx="111496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17" name="Line 45"/>
          <p:cNvSpPr>
            <a:spLocks noChangeShapeType="1"/>
          </p:cNvSpPr>
          <p:nvPr/>
        </p:nvSpPr>
        <p:spPr bwMode="auto">
          <a:xfrm>
            <a:off x="5324971" y="3600025"/>
            <a:ext cx="145701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18" name="Text Box 46"/>
          <p:cNvSpPr txBox="1">
            <a:spLocks noChangeArrowheads="1"/>
          </p:cNvSpPr>
          <p:nvPr/>
        </p:nvSpPr>
        <p:spPr bwMode="auto">
          <a:xfrm>
            <a:off x="9329409" y="2057967"/>
            <a:ext cx="1910564" cy="3120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上赛标识识别系统</a:t>
            </a:r>
            <a:r>
              <a:rPr lang="en-US" altLang="zh-CN" sz="143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920" name="Line 48"/>
          <p:cNvSpPr>
            <a:spLocks noChangeShapeType="1"/>
          </p:cNvSpPr>
          <p:nvPr/>
        </p:nvSpPr>
        <p:spPr bwMode="auto">
          <a:xfrm flipH="1">
            <a:off x="9010036" y="2228047"/>
            <a:ext cx="42709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22" name="Line 50"/>
          <p:cNvSpPr>
            <a:spLocks noChangeShapeType="1"/>
          </p:cNvSpPr>
          <p:nvPr/>
        </p:nvSpPr>
        <p:spPr bwMode="auto">
          <a:xfrm>
            <a:off x="9182006" y="3600025"/>
            <a:ext cx="51401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23" name="Line 51"/>
          <p:cNvSpPr>
            <a:spLocks noChangeShapeType="1"/>
          </p:cNvSpPr>
          <p:nvPr/>
        </p:nvSpPr>
        <p:spPr bwMode="auto">
          <a:xfrm>
            <a:off x="9696025" y="3600025"/>
            <a:ext cx="0" cy="685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24" name="Line 52"/>
          <p:cNvSpPr>
            <a:spLocks noChangeShapeType="1"/>
          </p:cNvSpPr>
          <p:nvPr/>
        </p:nvSpPr>
        <p:spPr bwMode="auto">
          <a:xfrm flipH="1">
            <a:off x="8067038" y="4251997"/>
            <a:ext cx="1628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25" name="Line 53"/>
          <p:cNvSpPr>
            <a:spLocks noChangeShapeType="1"/>
          </p:cNvSpPr>
          <p:nvPr/>
        </p:nvSpPr>
        <p:spPr bwMode="auto">
          <a:xfrm flipH="1">
            <a:off x="3781024" y="4240659"/>
            <a:ext cx="300096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26" name="Line 54"/>
          <p:cNvSpPr>
            <a:spLocks noChangeShapeType="1"/>
          </p:cNvSpPr>
          <p:nvPr/>
        </p:nvSpPr>
        <p:spPr bwMode="auto">
          <a:xfrm flipH="1">
            <a:off x="3781024" y="4864285"/>
            <a:ext cx="300096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27" name="Line 55"/>
          <p:cNvSpPr>
            <a:spLocks noChangeShapeType="1"/>
          </p:cNvSpPr>
          <p:nvPr/>
        </p:nvSpPr>
        <p:spPr bwMode="auto">
          <a:xfrm>
            <a:off x="2752985" y="1885997"/>
            <a:ext cx="0" cy="6859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79928" name="Text Box 56"/>
          <p:cNvSpPr txBox="1">
            <a:spLocks noChangeArrowheads="1"/>
          </p:cNvSpPr>
          <p:nvPr/>
        </p:nvSpPr>
        <p:spPr bwMode="auto">
          <a:xfrm>
            <a:off x="2838025" y="5994372"/>
            <a:ext cx="3943964" cy="31774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30">
                <a:latin typeface="微软雅黑" panose="020B0503020204020204" pitchFamily="34" charset="-122"/>
                <a:ea typeface="微软雅黑" panose="020B0503020204020204" pitchFamily="34" charset="-122"/>
              </a:rPr>
              <a:t>市场推广</a:t>
            </a:r>
            <a:endParaRPr lang="zh-CN" altLang="en-US" sz="143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929" name="Line 57"/>
          <p:cNvSpPr>
            <a:spLocks noChangeShapeType="1"/>
          </p:cNvSpPr>
          <p:nvPr/>
        </p:nvSpPr>
        <p:spPr bwMode="auto">
          <a:xfrm flipH="1">
            <a:off x="3781025" y="6172011"/>
            <a:ext cx="308600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/Users/92973/AppData/Local/Temp/picturecompress_20210509001914/output_22.jpgoutput_2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354070" y="2276475"/>
            <a:ext cx="2949575" cy="115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1" name="Picture 9" descr="C:/Users/92973/AppData/Local/Temp/picturecompress_20210509001914/output_23.jpgoutput_23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lum bright="18000" contrast="36000"/>
          </a:blip>
          <a:srcRect r="-203" b="-2205"/>
          <a:stretch>
            <a:fillRect/>
          </a:stretch>
        </p:blipFill>
        <p:spPr bwMode="auto">
          <a:xfrm>
            <a:off x="3354070" y="445135"/>
            <a:ext cx="2983865" cy="170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C:/Users/92973/AppData/Local/Temp/picturecompress_20210509001914/output_24.jpgoutput_24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>
            <a:lum contrast="12000"/>
          </a:blip>
          <a:srcRect/>
          <a:stretch>
            <a:fillRect/>
          </a:stretch>
        </p:blipFill>
        <p:spPr bwMode="auto">
          <a:xfrm>
            <a:off x="7124065" y="464185"/>
            <a:ext cx="3453765" cy="166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3" name="Picture 11" descr="C:/Users/92973/AppData/Local/Temp/picturecompress_20210509001914/output_25.jpgoutput_25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7124065" y="2421890"/>
            <a:ext cx="3453765" cy="100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C:/Users/92973/AppData/Local/Temp/picturecompress_20210509001914/output_26.jpgoutput_26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0">
            <a:lum contrast="12000"/>
          </a:blip>
          <a:srcRect/>
          <a:stretch>
            <a:fillRect/>
          </a:stretch>
        </p:blipFill>
        <p:spPr bwMode="auto">
          <a:xfrm>
            <a:off x="653415" y="746125"/>
            <a:ext cx="2130425" cy="268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546949" y="3821024"/>
            <a:ext cx="2085827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品牌理念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文化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故事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3979598" y="3819226"/>
            <a:ext cx="1473480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品牌整合形象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7346111" y="3819906"/>
            <a:ext cx="2762295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采用的表达手段和视觉呈现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754365" y="4630697"/>
            <a:ext cx="732893" cy="1741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竞赛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竞争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4212313" y="4314361"/>
            <a:ext cx="1007007" cy="1741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速度感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力量感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强硬的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7638058" y="4314361"/>
            <a:ext cx="1829347" cy="1741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动态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有张力的曲线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红与黑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3008329" y="399463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6424485" y="399336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/Users/92973/AppData/Local/Temp/picturecompress_20210509001914/output_27.jpgoutput_27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3415" y="2381250"/>
            <a:ext cx="3641725" cy="99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9" name="Picture 3" descr="C:/Users/92973/AppData/Local/Temp/picturecompress_20210509001914/output_28.pngoutput_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95140" y="2077085"/>
            <a:ext cx="3075940" cy="129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C:/Users/92973/AppData/Local/Temp/picturecompress_20210509001914/output_29.jpgoutput_2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3415" y="411480"/>
            <a:ext cx="3075940" cy="1937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1" name="Picture 5" descr="C:/Users/92973/AppData/Local/Temp/picturecompress_20210509001914/output_30.jpgoutput_3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09865" y="1953895"/>
            <a:ext cx="3075940" cy="146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5" name="Picture 9" descr="C:/Users/92973/AppData/Local/Temp/picturecompress_20210509001914/output_31.jpgoutput_31"/>
          <p:cNvPicPr>
            <a:picLocks noChangeAspect="1" noChangeArrowheads="1"/>
          </p:cNvPicPr>
          <p:nvPr/>
        </p:nvPicPr>
        <p:blipFill>
          <a:blip r:embed="rId5">
            <a:lum bright="6000" contrast="18000"/>
          </a:blip>
          <a:srcRect/>
          <a:stretch>
            <a:fillRect/>
          </a:stretch>
        </p:blipFill>
        <p:spPr bwMode="auto">
          <a:xfrm>
            <a:off x="7827010" y="410210"/>
            <a:ext cx="3061335" cy="193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6" name="Picture 10" descr="C:/Users/92973/AppData/Local/Temp/picturecompress_20210509001914/output_32.jpgoutput_32"/>
          <p:cNvPicPr>
            <a:picLocks noChangeAspect="1" noChangeArrowheads="1"/>
          </p:cNvPicPr>
          <p:nvPr/>
        </p:nvPicPr>
        <p:blipFill>
          <a:blip r:embed="rId6">
            <a:lum contrast="18000"/>
          </a:blip>
          <a:srcRect/>
          <a:stretch>
            <a:fillRect/>
          </a:stretch>
        </p:blipFill>
        <p:spPr bwMode="auto">
          <a:xfrm>
            <a:off x="4314190" y="405130"/>
            <a:ext cx="2884170" cy="194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66989" y="3503646"/>
            <a:ext cx="2085827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品牌理念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文化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故事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4591738" y="3490418"/>
            <a:ext cx="1473480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品牌整合形象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7619161" y="3486639"/>
            <a:ext cx="2762295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采用的表达手段和视觉呈现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1073998" y="4267116"/>
            <a:ext cx="1555234" cy="1741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参与的硬件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赛车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赛车装备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等等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4783177" y="4342046"/>
            <a:ext cx="1281120" cy="14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高技术的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精密地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昂贵的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7939048" y="4267116"/>
            <a:ext cx="2377574" cy="1741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金属质感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精美的结构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高技术的合成材料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>
            <a:off x="3610944" y="364538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>
            <a:off x="6781990" y="364538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/Users/92973/AppData/Local/Temp/picturecompress_20210509001914/output_33.jpgoutput_33"/>
          <p:cNvPicPr>
            <a:picLocks noChangeAspect="1" noChangeArrowheads="1"/>
          </p:cNvPicPr>
          <p:nvPr/>
        </p:nvPicPr>
        <p:blipFill>
          <a:blip r:embed="rId1">
            <a:lum contrast="12000"/>
          </a:blip>
          <a:srcRect/>
          <a:stretch>
            <a:fillRect/>
          </a:stretch>
        </p:blipFill>
        <p:spPr bwMode="auto">
          <a:xfrm>
            <a:off x="7896860" y="2056130"/>
            <a:ext cx="3092450" cy="137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3" name="Picture 3" descr="C:/Users/92973/AppData/Local/Temp/picturecompress_20210509001914/output_34.jpgoutput_34"/>
          <p:cNvPicPr>
            <a:picLocks noChangeAspect="1" noChangeArrowheads="1"/>
          </p:cNvPicPr>
          <p:nvPr/>
        </p:nvPicPr>
        <p:blipFill>
          <a:blip r:embed="rId2">
            <a:lum contrast="12000"/>
          </a:blip>
          <a:srcRect/>
          <a:stretch>
            <a:fillRect/>
          </a:stretch>
        </p:blipFill>
        <p:spPr bwMode="auto">
          <a:xfrm>
            <a:off x="4467225" y="2301240"/>
            <a:ext cx="2911475" cy="112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C:/Users/92973/AppData/Local/Temp/picturecompress_20210509001914/output_35.pngoutput_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3415" y="1731010"/>
            <a:ext cx="3312160" cy="169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5" name="Picture 5" descr="C:/Users/92973/AppData/Local/Temp/picturecompress_20210509001914/output_36.jpgoutput_36"/>
          <p:cNvPicPr>
            <a:picLocks noChangeAspect="1" noChangeArrowheads="1"/>
          </p:cNvPicPr>
          <p:nvPr/>
        </p:nvPicPr>
        <p:blipFill>
          <a:blip r:embed="rId4">
            <a:lum contrast="12000"/>
          </a:blip>
          <a:srcRect/>
          <a:stretch>
            <a:fillRect/>
          </a:stretch>
        </p:blipFill>
        <p:spPr bwMode="auto">
          <a:xfrm>
            <a:off x="653415" y="341630"/>
            <a:ext cx="3312160" cy="199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 descr="C:/Users/92973/AppData/Local/Temp/picturecompress_20210509001914/output_37.pngoutput_3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54220" y="325755"/>
            <a:ext cx="2911475" cy="198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7" name="Picture 7" descr="C:/Users/92973/AppData/Local/Temp/picturecompress_20210509001914/output_38.jpgoutput_3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919720" y="325755"/>
            <a:ext cx="3072765" cy="198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885404" y="3748634"/>
            <a:ext cx="2085827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品牌理念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文化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故事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5053383" y="3748741"/>
            <a:ext cx="1473480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品牌整合形象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8075091" y="3747516"/>
            <a:ext cx="2762295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采用的表达手段和视觉呈现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1252434" y="4423426"/>
            <a:ext cx="1002030" cy="1414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参与者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车队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车手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工程师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5148302" y="4588526"/>
            <a:ext cx="1548130" cy="1083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英雄的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高效的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团队合作的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8682633" y="4502166"/>
            <a:ext cx="1548130" cy="1083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协调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有家族感的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统一形态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>
            <a:off x="3582369" y="3922875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6865175" y="392224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/Users/92973/AppData/Local/Temp/picturecompress_20210509001914/output_39.jpgoutput_39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695060" y="0"/>
            <a:ext cx="2571986" cy="151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7" name="Picture 3" descr="C:/Users/92973/AppData/Local/Temp/picturecompress_20210509001914/output_40.jpgoutput_4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008" y="0"/>
            <a:ext cx="5315942" cy="135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C:/Users/92973/AppData/Local/Temp/picturecompress_20210509001914/output_41.jpgoutput_4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96949" y="1498593"/>
            <a:ext cx="2571987" cy="192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866989" y="3518764"/>
            <a:ext cx="2085827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品牌理念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文化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故事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4591738" y="3505536"/>
            <a:ext cx="1473480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品牌整合形象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7619161" y="3499866"/>
            <a:ext cx="2762295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采用的表达手段和视觉呈现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866988" y="4197195"/>
            <a:ext cx="1281120" cy="1741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参与者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观众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赛车女郎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4553942" y="4197195"/>
            <a:ext cx="1555234" cy="108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充满激情的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激发欲望的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7638059" y="4197195"/>
            <a:ext cx="2103461" cy="108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性感的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刺激感官的画面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pic>
        <p:nvPicPr>
          <p:cNvPr id="21515" name="Picture 11" descr="C:/Users/92973/AppData/Local/Temp/picturecompress_20210509001914/output_42.jpgoutput_42"/>
          <p:cNvPicPr>
            <a:picLocks noChangeAspect="1" noChangeArrowheads="1"/>
          </p:cNvPicPr>
          <p:nvPr/>
        </p:nvPicPr>
        <p:blipFill>
          <a:blip r:embed="rId4">
            <a:lum contrast="24000"/>
          </a:blip>
          <a:srcRect/>
          <a:stretch>
            <a:fillRect/>
          </a:stretch>
        </p:blipFill>
        <p:spPr bwMode="auto">
          <a:xfrm>
            <a:off x="3267005" y="1337962"/>
            <a:ext cx="3429944" cy="208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6" name="Picture 12" descr="C:/Users/92973/AppData/Local/Temp/picturecompress_20210509001914/output_43.pngoutput_43"/>
          <p:cNvPicPr>
            <a:picLocks noChangeAspect="1" noChangeArrowheads="1"/>
          </p:cNvPicPr>
          <p:nvPr/>
        </p:nvPicPr>
        <p:blipFill>
          <a:blip r:embed="rId5">
            <a:lum bright="12000" contrast="24000"/>
          </a:blip>
          <a:srcRect/>
          <a:stretch>
            <a:fillRect/>
          </a:stretch>
        </p:blipFill>
        <p:spPr bwMode="auto">
          <a:xfrm>
            <a:off x="9038383" y="-11338"/>
            <a:ext cx="2500174" cy="342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7" name="Picture 13" descr="C:/Users/92973/AppData/Local/Temp/picturecompress_20210509001914/output_44.jpgoutput_44"/>
          <p:cNvPicPr>
            <a:picLocks noChangeAspect="1" noChangeArrowheads="1"/>
          </p:cNvPicPr>
          <p:nvPr/>
        </p:nvPicPr>
        <p:blipFill>
          <a:blip r:embed="rId6">
            <a:lum bright="6000" contrast="18000"/>
          </a:blip>
          <a:srcRect/>
          <a:stretch>
            <a:fillRect/>
          </a:stretch>
        </p:blipFill>
        <p:spPr bwMode="auto">
          <a:xfrm>
            <a:off x="653444" y="1"/>
            <a:ext cx="2679703" cy="342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3610944" y="364538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6781990" y="364538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/Users/92973/AppData/Local/Temp/picturecompress_20210509001914/output_45.pngoutput_4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82285" y="368300"/>
            <a:ext cx="2251075" cy="140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5" name="Picture 3" descr="C:/Users/92973/AppData/Local/Temp/picturecompress_20210509001914/output_46.jpgoutput_4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96300" y="334010"/>
            <a:ext cx="2421255" cy="130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0" name="Picture 8" descr="C:/Users/92973/AppData/Local/Temp/picturecompress_20210509001914/output_47.pngoutput_4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36920" y="1988820"/>
            <a:ext cx="2114550" cy="144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1" name="Picture 9" descr="C:/Users/92973/AppData/Local/Temp/picturecompress_20210509001914/output_48.jpgoutput_4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67075" y="1996440"/>
            <a:ext cx="2120265" cy="143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2" name="Picture 10" descr="C:/Users/92973/AppData/Local/Temp/picturecompress_20210509001914/output_49.jpgoutput_49"/>
          <p:cNvPicPr>
            <a:picLocks noChangeAspect="1" noChangeArrowheads="1"/>
          </p:cNvPicPr>
          <p:nvPr/>
        </p:nvPicPr>
        <p:blipFill>
          <a:blip r:embed="rId5">
            <a:lum contrast="30000"/>
          </a:blip>
          <a:srcRect/>
          <a:stretch>
            <a:fillRect/>
          </a:stretch>
        </p:blipFill>
        <p:spPr bwMode="auto">
          <a:xfrm>
            <a:off x="610235" y="700405"/>
            <a:ext cx="2168525" cy="272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3" name="Picture 11" descr="C:/Users/92973/AppData/Local/Temp/picturecompress_20210509001914/output_50.pngoutput_50"/>
          <p:cNvPicPr>
            <a:picLocks noChangeAspect="1" noChangeArrowheads="1"/>
          </p:cNvPicPr>
          <p:nvPr/>
        </p:nvPicPr>
        <p:blipFill>
          <a:blip r:embed="rId6">
            <a:lum contrast="18000"/>
          </a:blip>
          <a:srcRect/>
          <a:stretch>
            <a:fillRect/>
          </a:stretch>
        </p:blipFill>
        <p:spPr bwMode="auto">
          <a:xfrm>
            <a:off x="3845560" y="403860"/>
            <a:ext cx="972820" cy="112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4" name="Picture 12" descr="C:/Users/92973/AppData/Local/Temp/picturecompress_20210509001914/output_51.jpgoutput_51"/>
          <p:cNvPicPr>
            <a:picLocks noChangeAspect="1" noChangeArrowheads="1"/>
          </p:cNvPicPr>
          <p:nvPr/>
        </p:nvPicPr>
        <p:blipFill>
          <a:blip r:embed="rId7">
            <a:lum bright="6000" contrast="30000"/>
          </a:blip>
          <a:srcRect/>
          <a:stretch>
            <a:fillRect/>
          </a:stretch>
        </p:blipFill>
        <p:spPr bwMode="auto">
          <a:xfrm>
            <a:off x="8496300" y="1996440"/>
            <a:ext cx="2455545" cy="143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838414" y="3622904"/>
            <a:ext cx="2085827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品牌理念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文化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故事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4667303" y="3692861"/>
            <a:ext cx="1473480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品牌整合形象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8598966" y="3692906"/>
            <a:ext cx="2762295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采用的表达手段和视觉呈现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1329904" y="4314035"/>
            <a:ext cx="728980" cy="1083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环境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车道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细节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3538554" y="379651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>
            <a:off x="7319835" y="3866995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8682355" y="4314190"/>
            <a:ext cx="2596515" cy="1414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GB" sz="2145">
                <a:ea typeface="黑体" panose="02010609060101010101" charset="-122"/>
              </a:rPr>
              <a:t>运用到产品和终端</a:t>
            </a:r>
            <a:endParaRPr lang="zh-CN" altLang="en-GB" sz="2145">
              <a:ea typeface="黑体" panose="02010609060101010101" charset="-122"/>
            </a:endParaRPr>
          </a:p>
          <a:p>
            <a:r>
              <a:rPr lang="zh-CN" altLang="en-GB" sz="2145">
                <a:ea typeface="黑体" panose="02010609060101010101" charset="-122"/>
              </a:rPr>
              <a:t>等等</a:t>
            </a:r>
            <a:endParaRPr lang="zh-CN" altLang="en-GB" sz="2145">
              <a:ea typeface="黑体" panose="02010609060101010101" charset="-122"/>
            </a:endParaRPr>
          </a:p>
          <a:p>
            <a:r>
              <a:rPr lang="zh-CN" altLang="en-GB" sz="2145">
                <a:ea typeface="黑体" panose="02010609060101010101" charset="-122"/>
              </a:rPr>
              <a:t>整合形象设计</a:t>
            </a:r>
            <a:endParaRPr lang="zh-CN" altLang="en-GB" sz="2145">
              <a:ea typeface="黑体" panose="02010609060101010101" charset="-122"/>
            </a:endParaRPr>
          </a:p>
          <a:p>
            <a:r>
              <a:rPr lang="zh-CN" altLang="en-GB" sz="2145">
                <a:ea typeface="黑体" panose="02010609060101010101" charset="-122"/>
              </a:rPr>
              <a:t>的可能性</a:t>
            </a:r>
            <a:endParaRPr lang="zh-CN" altLang="en-US" sz="2145">
              <a:ea typeface="黑体" panose="02010609060101010101" charset="-122"/>
            </a:endParaRPr>
          </a:p>
        </p:txBody>
      </p:sp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4516968" y="4314361"/>
            <a:ext cx="1548130" cy="1083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GB" sz="2145">
                <a:ea typeface="黑体" panose="02010609060101010101" charset="-122"/>
              </a:rPr>
              <a:t>规则的</a:t>
            </a:r>
            <a:endParaRPr lang="zh-CN" altLang="en-GB" sz="2145">
              <a:ea typeface="黑体" panose="02010609060101010101" charset="-122"/>
            </a:endParaRPr>
          </a:p>
          <a:p>
            <a:r>
              <a:rPr lang="zh-CN" altLang="en-US" sz="2145">
                <a:ea typeface="黑体" panose="02010609060101010101" charset="-122"/>
              </a:rPr>
              <a:t>有秩序的</a:t>
            </a:r>
            <a:endParaRPr lang="zh-CN" altLang="en-US" sz="2145">
              <a:ea typeface="黑体" panose="02010609060101010101" charset="-122"/>
            </a:endParaRPr>
          </a:p>
          <a:p>
            <a:r>
              <a:rPr lang="zh-CN" altLang="en-US" sz="2145">
                <a:ea typeface="黑体" panose="02010609060101010101" charset="-122"/>
              </a:rPr>
              <a:t>视觉冲突的</a:t>
            </a:r>
            <a:endParaRPr lang="zh-CN" altLang="en-US" sz="2145"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:/Users/92973/AppData/Local/Temp/picturecompress_20210509001914/output_52.jpgoutput_5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38265" y="2005965"/>
            <a:ext cx="4573270" cy="139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/Users/92973/AppData/Local/Temp/picturecompress_20210509001914/output_53.jpgoutput_53"/>
          <p:cNvPicPr>
            <a:picLocks noChangeAspect="1" noChangeArrowheads="1"/>
          </p:cNvPicPr>
          <p:nvPr/>
        </p:nvPicPr>
        <p:blipFill>
          <a:blip r:embed="rId2">
            <a:lum contrast="12000"/>
          </a:blip>
          <a:srcRect/>
          <a:stretch>
            <a:fillRect/>
          </a:stretch>
        </p:blipFill>
        <p:spPr bwMode="auto">
          <a:xfrm>
            <a:off x="3354705" y="1871345"/>
            <a:ext cx="2767330" cy="155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C:/Users/92973/AppData/Local/Temp/picturecompress_20210509001914/output_54.jpgoutput_54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/>
          <a:stretch>
            <a:fillRect/>
          </a:stretch>
        </p:blipFill>
        <p:spPr bwMode="auto">
          <a:xfrm>
            <a:off x="6438900" y="209550"/>
            <a:ext cx="2265680" cy="182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9" descr="C:/Users/92973/AppData/Local/Temp/picturecompress_20210509001914/output_55.jpgoutput_5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4050" y="192405"/>
            <a:ext cx="242125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C:/Users/92973/AppData/Local/Temp/picturecompress_20210509001914/output_56.jpgoutput_5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4050" y="1974215"/>
            <a:ext cx="2421255" cy="145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" descr="C:/Users/92973/AppData/Local/Temp/picturecompress_20210509001914/output_57.jpgoutput_5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54705" y="187960"/>
            <a:ext cx="2765425" cy="162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753959" y="3735934"/>
            <a:ext cx="2085827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品牌理念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文化</a:t>
            </a:r>
            <a:r>
              <a:rPr lang="en-GB" altLang="zh-CN" sz="1665" b="1"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故事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000553" y="3736041"/>
            <a:ext cx="1473480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品牌整合形象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257846" y="3684016"/>
            <a:ext cx="2762295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latin typeface="Siemens Sans SC" pitchFamily="2" charset="0"/>
                <a:ea typeface="黑体" panose="02010609060101010101" charset="-122"/>
              </a:rPr>
              <a:t>采用的表达手段和视觉呈现</a:t>
            </a:r>
            <a:endParaRPr lang="en-GB" altLang="zh-CN" sz="1665" b="1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810474" y="4314206"/>
            <a:ext cx="1821180" cy="1414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其它感官刺激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引擎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轰鸣</a:t>
            </a:r>
            <a:endParaRPr lang="zh-CN" altLang="en-GB" sz="2145"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2145">
                <a:latin typeface="Siemens Sans SC" pitchFamily="2" charset="0"/>
                <a:ea typeface="黑体" panose="02010609060101010101" charset="-122"/>
              </a:rPr>
              <a:t>呐喊</a:t>
            </a:r>
            <a:endParaRPr lang="en-GB" altLang="zh-CN" sz="2145"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3281379" y="3910175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6016180" y="3910810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7724987" y="4248320"/>
            <a:ext cx="3111625" cy="1082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GB" sz="2145" dirty="0">
                <a:ea typeface="黑体" panose="02010609060101010101" charset="-122"/>
              </a:rPr>
              <a:t>运用到</a:t>
            </a:r>
            <a:r>
              <a:rPr lang="zh-CN" altLang="en-GB" sz="2145" dirty="0" smtClean="0">
                <a:ea typeface="黑体" panose="02010609060101010101" charset="-122"/>
              </a:rPr>
              <a:t>产品和</a:t>
            </a:r>
            <a:r>
              <a:rPr lang="zh-CN" altLang="en-GB" sz="2145" dirty="0">
                <a:ea typeface="黑体" panose="02010609060101010101" charset="-122"/>
              </a:rPr>
              <a:t>终端</a:t>
            </a:r>
            <a:endParaRPr lang="zh-CN" altLang="en-GB" sz="2145" dirty="0">
              <a:ea typeface="黑体" panose="02010609060101010101" charset="-122"/>
            </a:endParaRPr>
          </a:p>
          <a:p>
            <a:r>
              <a:rPr lang="zh-CN" altLang="en-GB" sz="2145" dirty="0">
                <a:ea typeface="黑体" panose="02010609060101010101" charset="-122"/>
              </a:rPr>
              <a:t>等等</a:t>
            </a:r>
            <a:endParaRPr lang="zh-CN" altLang="en-GB" sz="2145" dirty="0">
              <a:ea typeface="黑体" panose="02010609060101010101" charset="-122"/>
            </a:endParaRPr>
          </a:p>
          <a:p>
            <a:r>
              <a:rPr lang="zh-CN" altLang="en-GB" sz="2145" dirty="0">
                <a:ea typeface="黑体" panose="02010609060101010101" charset="-122"/>
              </a:rPr>
              <a:t>整合形象</a:t>
            </a:r>
            <a:r>
              <a:rPr lang="zh-CN" altLang="en-GB" sz="2145" dirty="0" smtClean="0">
                <a:ea typeface="黑体" panose="02010609060101010101" charset="-122"/>
              </a:rPr>
              <a:t>设计的</a:t>
            </a:r>
            <a:r>
              <a:rPr lang="zh-CN" altLang="en-GB" sz="2145" dirty="0">
                <a:ea typeface="黑体" panose="02010609060101010101" charset="-122"/>
              </a:rPr>
              <a:t>可能性</a:t>
            </a:r>
            <a:endParaRPr lang="zh-CN" altLang="en-US" sz="2145" dirty="0">
              <a:ea typeface="黑体" panose="02010609060101010101" charset="-122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4000713" y="4398816"/>
            <a:ext cx="1275080" cy="1083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GB" sz="2145">
                <a:ea typeface="黑体" panose="02010609060101010101" charset="-122"/>
              </a:rPr>
              <a:t>机械化的</a:t>
            </a:r>
            <a:endParaRPr lang="zh-CN" altLang="en-GB" sz="2145">
              <a:ea typeface="黑体" panose="02010609060101010101" charset="-122"/>
            </a:endParaRPr>
          </a:p>
          <a:p>
            <a:r>
              <a:rPr lang="zh-CN" altLang="en-US" sz="2145">
                <a:ea typeface="黑体" panose="02010609060101010101" charset="-122"/>
              </a:rPr>
              <a:t>狂野的</a:t>
            </a:r>
            <a:endParaRPr lang="zh-CN" altLang="en-US" sz="2145">
              <a:ea typeface="黑体" panose="02010609060101010101" charset="-122"/>
            </a:endParaRPr>
          </a:p>
          <a:p>
            <a:r>
              <a:rPr lang="zh-CN" altLang="en-US" sz="2145">
                <a:ea typeface="黑体" panose="02010609060101010101" charset="-122"/>
              </a:rPr>
              <a:t>粗犷的</a:t>
            </a:r>
            <a:endParaRPr lang="zh-CN" altLang="en-US" sz="2145"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344805" y="598805"/>
            <a:ext cx="10731500" cy="59512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145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295967" y="737013"/>
            <a:ext cx="2085827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solidFill>
                  <a:schemeClr val="bg1"/>
                </a:solidFill>
                <a:latin typeface="Siemens Sans SC" pitchFamily="2" charset="0"/>
                <a:ea typeface="黑体" panose="02010609060101010101" charset="-122"/>
              </a:rPr>
              <a:t>品牌理念</a:t>
            </a:r>
            <a:r>
              <a:rPr lang="en-GB" altLang="zh-CN" sz="1665" b="1">
                <a:solidFill>
                  <a:schemeClr val="bg1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solidFill>
                  <a:schemeClr val="bg1"/>
                </a:solidFill>
                <a:latin typeface="Siemens Sans SC" pitchFamily="2" charset="0"/>
                <a:ea typeface="黑体" panose="02010609060101010101" charset="-122"/>
              </a:rPr>
              <a:t>文化</a:t>
            </a:r>
            <a:r>
              <a:rPr lang="en-GB" altLang="zh-CN" sz="1665" b="1">
                <a:solidFill>
                  <a:schemeClr val="bg1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 b="1">
                <a:solidFill>
                  <a:schemeClr val="bg1"/>
                </a:solidFill>
                <a:latin typeface="Siemens Sans SC" pitchFamily="2" charset="0"/>
                <a:ea typeface="黑体" panose="02010609060101010101" charset="-122"/>
              </a:rPr>
              <a:t>故事</a:t>
            </a:r>
            <a:endParaRPr lang="en-GB" altLang="zh-CN" sz="1665" b="1">
              <a:solidFill>
                <a:schemeClr val="bg1"/>
              </a:solidFill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5020718" y="723785"/>
            <a:ext cx="1473480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solidFill>
                  <a:schemeClr val="bg1"/>
                </a:solidFill>
                <a:latin typeface="Siemens Sans SC" pitchFamily="2" charset="0"/>
                <a:ea typeface="黑体" panose="02010609060101010101" charset="-122"/>
              </a:rPr>
              <a:t>品牌整合形象</a:t>
            </a:r>
            <a:endParaRPr lang="en-GB" altLang="zh-CN" sz="1665" b="1">
              <a:solidFill>
                <a:schemeClr val="bg1"/>
              </a:solidFill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8048141" y="720005"/>
            <a:ext cx="2762295" cy="34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 b="1">
                <a:solidFill>
                  <a:schemeClr val="bg1"/>
                </a:solidFill>
                <a:latin typeface="Siemens Sans SC" pitchFamily="2" charset="0"/>
                <a:ea typeface="黑体" panose="02010609060101010101" charset="-122"/>
              </a:rPr>
              <a:t>采用的表达手段和视觉呈现</a:t>
            </a:r>
            <a:endParaRPr lang="en-GB" altLang="zh-CN" sz="1665" b="1">
              <a:solidFill>
                <a:schemeClr val="bg1"/>
              </a:solidFill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1295967" y="1311505"/>
            <a:ext cx="3419526" cy="4453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一场竞赛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竞争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参与的硬件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赛车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参与者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车队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车手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工程师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参与者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观众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赛车女郎</a:t>
            </a:r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历史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文化层面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典型的西方文化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环境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车道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细节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其它感官刺激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轮胎焦味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轰鸣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呐喊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其他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4982922" y="1311505"/>
            <a:ext cx="2696572" cy="4710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速度感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力量感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强硬的</a:t>
            </a:r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高技术的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紧密地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昂贵的</a:t>
            </a:r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英雄的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高效的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团队合作的</a:t>
            </a:r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充满激情的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激发欲望的</a:t>
            </a:r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历史的</a:t>
            </a:r>
            <a:r>
              <a:rPr lang="en-GB" altLang="zh-CN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经典的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Siemens Sans SC" pitchFamily="2" charset="0"/>
                <a:ea typeface="黑体" panose="02010609060101010101" charset="-122"/>
              </a:rPr>
              <a:t>其他</a:t>
            </a:r>
            <a:endParaRPr lang="zh-CN" altLang="en-GB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Siemens Sans SC" pitchFamily="2" charset="0"/>
              <a:ea typeface="黑体" panose="02010609060101010101" charset="-122"/>
            </a:endParaRP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8067038" y="1300167"/>
            <a:ext cx="2850460" cy="452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动态</a:t>
            </a:r>
            <a:r>
              <a:rPr lang="en-GB" altLang="zh-CN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有张力的曲线，红与黑</a:t>
            </a:r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金属质感</a:t>
            </a:r>
            <a:r>
              <a:rPr lang="en-GB" altLang="zh-CN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精美的结构</a:t>
            </a:r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协调</a:t>
            </a:r>
            <a:r>
              <a:rPr lang="en-GB" altLang="zh-CN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有家族感的统一形态</a:t>
            </a:r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性感的</a:t>
            </a:r>
            <a:r>
              <a:rPr lang="en-GB" altLang="zh-CN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刺激感官的画面</a:t>
            </a:r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有价值感的材质</a:t>
            </a:r>
            <a:r>
              <a:rPr lang="en-GB" altLang="zh-CN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金属皮革</a:t>
            </a:r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endParaRPr lang="en-GB" altLang="zh-CN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（运用到产品和终端等等</a:t>
            </a:r>
            <a:endParaRPr lang="zh-CN" altLang="en-GB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品牌整合形象的的可能性）</a:t>
            </a:r>
            <a:endParaRPr lang="zh-CN" altLang="en-GB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endParaRPr lang="zh-CN" altLang="en-GB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GB" sz="1665">
                <a:solidFill>
                  <a:schemeClr val="bg2"/>
                </a:solidFill>
                <a:ea typeface="黑体" panose="02010609060101010101" charset="-122"/>
              </a:rPr>
              <a:t>（运用到产品和终端等等</a:t>
            </a:r>
            <a:endParaRPr lang="zh-CN" altLang="en-GB" sz="1665">
              <a:solidFill>
                <a:schemeClr val="bg2"/>
              </a:solidFill>
              <a:ea typeface="黑体" panose="02010609060101010101" charset="-122"/>
            </a:endParaRPr>
          </a:p>
          <a:p>
            <a:r>
              <a:rPr lang="zh-CN" altLang="en-GB" sz="1665">
                <a:solidFill>
                  <a:schemeClr val="bg2"/>
                </a:solidFill>
                <a:ea typeface="黑体" panose="02010609060101010101" charset="-122"/>
              </a:rPr>
              <a:t>品牌整合形象的的可能性）</a:t>
            </a:r>
            <a:r>
              <a:rPr lang="zh-CN" altLang="en-GB" sz="2145" b="1"/>
              <a:t> </a:t>
            </a:r>
            <a:endParaRPr lang="zh-CN" altLang="en-GB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endParaRPr lang="zh-CN" altLang="en-GB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/>
            <a:r>
              <a:rPr lang="zh-CN" altLang="en-GB" sz="1665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其他</a:t>
            </a:r>
            <a:endParaRPr lang="zh-CN" altLang="en-GB" sz="1665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344805" y="1193165"/>
            <a:ext cx="10731500" cy="635"/>
          </a:xfrm>
          <a:prstGeom prst="line">
            <a:avLst/>
          </a:prstGeom>
          <a:noFill/>
          <a:ln w="19050">
            <a:solidFill>
              <a:srgbClr val="B2B2B2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4039923" y="908983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7210968" y="908983"/>
            <a:ext cx="514019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14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C:/Users/92973/AppData/Local/Temp/picturecompress_20210509001914/output_69.pngoutput_6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160232" y="1385664"/>
            <a:ext cx="4351117" cy="4667920"/>
          </a:xfrm>
          <a:prstGeom prst="rect">
            <a:avLst/>
          </a:prstGeom>
        </p:spPr>
      </p:pic>
      <p:pic>
        <p:nvPicPr>
          <p:cNvPr id="15" name="图片 14" descr="C:/Users/92973/AppData/Local/Temp/picturecompress_20210509001914/output_70.jpgoutput_7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4614957" y="1385664"/>
            <a:ext cx="1229691" cy="1238822"/>
          </a:xfrm>
          <a:prstGeom prst="rect">
            <a:avLst/>
          </a:prstGeom>
        </p:spPr>
      </p:pic>
      <p:pic>
        <p:nvPicPr>
          <p:cNvPr id="16" name="图片 15" descr="C:/Users/92973/AppData/Local/Temp/picturecompress_20210509001914/output_71.jpgoutput_7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614957" y="2728094"/>
            <a:ext cx="1229691" cy="1238822"/>
          </a:xfrm>
          <a:prstGeom prst="rect">
            <a:avLst/>
          </a:prstGeom>
        </p:spPr>
      </p:pic>
      <p:pic>
        <p:nvPicPr>
          <p:cNvPr id="17" name="图片 16" descr="C:/Users/92973/AppData/Local/Temp/picturecompress_20210509001914/output_72.jpgoutput_7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5948255" y="1385664"/>
            <a:ext cx="1671802" cy="1238822"/>
          </a:xfrm>
          <a:prstGeom prst="rect">
            <a:avLst/>
          </a:prstGeom>
        </p:spPr>
      </p:pic>
      <p:pic>
        <p:nvPicPr>
          <p:cNvPr id="18" name="图片 17" descr="C:/Users/92973/AppData/Local/Temp/picturecompress_20210509001914/output_73.jpgoutput_7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/>
          <a:stretch>
            <a:fillRect/>
          </a:stretch>
        </p:blipFill>
        <p:spPr>
          <a:xfrm>
            <a:off x="4614957" y="4070525"/>
            <a:ext cx="3005100" cy="1983060"/>
          </a:xfrm>
          <a:prstGeom prst="rect">
            <a:avLst/>
          </a:prstGeom>
        </p:spPr>
      </p:pic>
      <p:pic>
        <p:nvPicPr>
          <p:cNvPr id="19" name="图片 18" descr="C:/Users/92973/AppData/Local/Temp/picturecompress_20210509001914/output_74.jpgoutput_7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5948255" y="2728094"/>
            <a:ext cx="1671802" cy="1238822"/>
          </a:xfrm>
          <a:prstGeom prst="rect">
            <a:avLst/>
          </a:prstGeom>
        </p:spPr>
      </p:pic>
      <p:sp>
        <p:nvSpPr>
          <p:cNvPr id="13" name="Title 6"/>
          <p:cNvSpPr txBox="1"/>
          <p:nvPr>
            <p:custDataLst>
              <p:tags r:id="rId13"/>
            </p:custDataLst>
          </p:nvPr>
        </p:nvSpPr>
        <p:spPr>
          <a:xfrm>
            <a:off x="8031480" y="1385570"/>
            <a:ext cx="3691890" cy="46685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GB" sz="2800" b="1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产品示意 经典系列</a:t>
            </a:r>
            <a:endParaRPr lang="zh-CN" altLang="en-GB" sz="2800" b="1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000" b="1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特征：</a:t>
            </a:r>
            <a:endParaRPr lang="zh-CN" altLang="en-US" sz="2000" b="1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有历史、纪念、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珍藏的价值感，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经典、沉实的色彩和形态，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平衡、和谐的造型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欧式、严谨的设计风格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/Users/92973/AppData/Local/Temp/picturecompress_20210509001914/output_75.jpgoutput_7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460381" y="1363346"/>
            <a:ext cx="4541819" cy="4555272"/>
          </a:xfrm>
          <a:prstGeom prst="rect">
            <a:avLst/>
          </a:prstGeom>
        </p:spPr>
      </p:pic>
      <p:pic>
        <p:nvPicPr>
          <p:cNvPr id="10" name="图片 9" descr="C:/Users/92973/AppData/Local/Temp/picturecompress_20210509001914/output_76.pngoutput_7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5107350" y="1363346"/>
            <a:ext cx="1256598" cy="800933"/>
          </a:xfrm>
          <a:prstGeom prst="rect">
            <a:avLst/>
          </a:prstGeom>
        </p:spPr>
      </p:pic>
      <p:pic>
        <p:nvPicPr>
          <p:cNvPr id="12" name="图片 11" descr="C:/Users/92973/AppData/Local/Temp/picturecompress_20210509001914/output_77.jpgoutput_7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6469098" y="1363346"/>
            <a:ext cx="1099473" cy="800933"/>
          </a:xfrm>
          <a:prstGeom prst="rect">
            <a:avLst/>
          </a:prstGeom>
        </p:spPr>
      </p:pic>
      <p:pic>
        <p:nvPicPr>
          <p:cNvPr id="13" name="图片 12" descr="C:/Users/92973/AppData/Local/Temp/picturecompress_20210509001914/output_78.jpgoutput_7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5107350" y="2269429"/>
            <a:ext cx="1208190" cy="1727041"/>
          </a:xfrm>
          <a:prstGeom prst="rect">
            <a:avLst/>
          </a:prstGeom>
        </p:spPr>
      </p:pic>
      <p:pic>
        <p:nvPicPr>
          <p:cNvPr id="14" name="图片 13" descr="C:/Users/92973/AppData/Local/Temp/picturecompress_20210509001914/output_79.jpgoutput_7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/>
          <a:stretch>
            <a:fillRect/>
          </a:stretch>
        </p:blipFill>
        <p:spPr>
          <a:xfrm>
            <a:off x="5107350" y="4101620"/>
            <a:ext cx="1208190" cy="768554"/>
          </a:xfrm>
          <a:prstGeom prst="rect">
            <a:avLst/>
          </a:prstGeom>
        </p:spPr>
      </p:pic>
      <p:pic>
        <p:nvPicPr>
          <p:cNvPr id="15" name="图片 14" descr="C:/Users/92973/AppData/Local/Temp/picturecompress_20210509001914/output_80.jpgoutput_8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6420690" y="2269429"/>
            <a:ext cx="1147882" cy="1634839"/>
          </a:xfrm>
          <a:prstGeom prst="rect">
            <a:avLst/>
          </a:prstGeom>
        </p:spPr>
      </p:pic>
      <p:pic>
        <p:nvPicPr>
          <p:cNvPr id="16" name="图片 15" descr="C:/Users/92973/AppData/Local/Temp/picturecompress_20210509001914/output_81.pngoutput_8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5107350" y="4975323"/>
            <a:ext cx="1208190" cy="943295"/>
          </a:xfrm>
          <a:prstGeom prst="rect">
            <a:avLst/>
          </a:prstGeom>
        </p:spPr>
      </p:pic>
      <p:pic>
        <p:nvPicPr>
          <p:cNvPr id="17" name="图片 16" descr="C:/Users/92973/AppData/Local/Temp/picturecompress_20210509001914/output_82.pngoutput_8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6420690" y="4009418"/>
            <a:ext cx="1147882" cy="1909200"/>
          </a:xfrm>
          <a:prstGeom prst="rect">
            <a:avLst/>
          </a:prstGeom>
        </p:spPr>
      </p:pic>
      <p:sp>
        <p:nvSpPr>
          <p:cNvPr id="11" name="Title 6"/>
          <p:cNvSpPr txBox="1"/>
          <p:nvPr>
            <p:custDataLst>
              <p:tags r:id="rId17"/>
            </p:custDataLst>
          </p:nvPr>
        </p:nvSpPr>
        <p:spPr>
          <a:xfrm>
            <a:off x="7989570" y="1747520"/>
            <a:ext cx="3988435" cy="358076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GB" sz="2700" b="1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产品示意潮人系列</a:t>
            </a:r>
            <a:r>
              <a:rPr lang="zh-CN" altLang="en-GB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zh-CN" altLang="en-US" sz="2200" b="1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特征：</a:t>
            </a:r>
            <a:endParaRPr lang="zh-CN" altLang="en-US" sz="2200" b="1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新奇材料、形态和图案，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色彩鲜艳闪亮、先锋、波普</a:t>
            </a:r>
            <a:endParaRPr lang="zh-CN" altLang="en-US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zh-CN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强烈的感官刺激 </a:t>
            </a:r>
            <a:endParaRPr lang="zh-CN" altLang="zh-CN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55600" lvl="0" indent="-3556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GB" sz="2000" spc="12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融入中国潮流、音乐和运动元素</a:t>
            </a:r>
            <a:endParaRPr lang="zh-CN" altLang="en-GB" sz="2000" spc="12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460" r="460"/>
          <a:stretch>
            <a:fillRect/>
          </a:stretch>
        </p:blipFill>
        <p:spPr>
          <a:xfrm>
            <a:off x="6131560" y="1155065"/>
            <a:ext cx="5650230" cy="5702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701" h="10800">
                <a:moveTo>
                  <a:pt x="3501" y="0"/>
                </a:moveTo>
                <a:lnTo>
                  <a:pt x="10701" y="0"/>
                </a:lnTo>
                <a:lnTo>
                  <a:pt x="10701" y="10800"/>
                </a:lnTo>
                <a:lnTo>
                  <a:pt x="0" y="10800"/>
                </a:lnTo>
                <a:lnTo>
                  <a:pt x="3501" y="0"/>
                </a:lnTo>
                <a:close/>
              </a:path>
            </a:pathLst>
          </a:custGeom>
        </p:spPr>
      </p:pic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397071" y="0"/>
            <a:ext cx="2645839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67" h="10800">
                <a:moveTo>
                  <a:pt x="3501" y="0"/>
                </a:moveTo>
                <a:lnTo>
                  <a:pt x="4167" y="0"/>
                </a:lnTo>
                <a:lnTo>
                  <a:pt x="4167" y="4"/>
                </a:lnTo>
                <a:lnTo>
                  <a:pt x="565" y="10800"/>
                </a:lnTo>
                <a:lnTo>
                  <a:pt x="0" y="10800"/>
                </a:lnTo>
                <a:lnTo>
                  <a:pt x="3501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4"/>
            </p:custDataLst>
          </p:nvPr>
        </p:nvSpPr>
        <p:spPr>
          <a:xfrm>
            <a:off x="914407" y="2133617"/>
            <a:ext cx="4572038" cy="24384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1440" tIns="45720" rIns="91440" bIns="4572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一千个读者心中有一千个哈姆雷特</a:t>
            </a:r>
            <a:endParaRPr lang="zh-CN" sz="2000" spc="200">
              <a:ln w="3175">
                <a:noFill/>
                <a:prstDash val="dash"/>
              </a:ln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Segoe Print" panose="02000600000000000000" charset="0"/>
                <a:ea typeface="微软雅黑" panose="020B0503020204020204" pitchFamily="34" charset="-122"/>
                <a:cs typeface="Segoe Print" panose="02000600000000000000" charset="0"/>
              </a:rPr>
              <a:t>There are a thousand Hamlets in a thousand people's eyes.</a:t>
            </a:r>
            <a:r>
              <a:rPr lang="en-US" sz="18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Segoe Print" panose="02000600000000000000" charset="0"/>
                <a:ea typeface="微软雅黑" panose="020B0503020204020204" pitchFamily="34" charset="-122"/>
                <a:cs typeface="Segoe Print" panose="02000600000000000000" charset="0"/>
              </a:rPr>
              <a:t> </a:t>
            </a:r>
            <a:endParaRPr lang="en-US" sz="1800" spc="200">
              <a:ln w="3175">
                <a:noFill/>
                <a:prstDash val="dash"/>
              </a:ln>
              <a:solidFill>
                <a:srgbClr val="404040"/>
              </a:solidFill>
              <a:latin typeface="Segoe Print" panose="02000600000000000000" charset="0"/>
              <a:ea typeface="微软雅黑" panose="020B0503020204020204" pitchFamily="34" charset="-122"/>
              <a:cs typeface="Segoe Print" panose="02000600000000000000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6"/>
          <p:cNvSpPr txBox="1"/>
          <p:nvPr>
            <p:custDataLst>
              <p:tags r:id="rId1"/>
            </p:custDataLst>
          </p:nvPr>
        </p:nvSpPr>
        <p:spPr>
          <a:xfrm>
            <a:off x="421005" y="1725295"/>
            <a:ext cx="4271645" cy="269494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b" anchorCtr="0">
            <a:normAutofit fontScale="55000" lnSpcReduction="2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sz="3600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什么叫</a:t>
            </a:r>
            <a:r>
              <a:rPr lang="zh-CN" sz="5300" b="1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眼见为实</a:t>
            </a:r>
            <a:r>
              <a:rPr lang="zh-CN" sz="3600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sz="3600" spc="2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-285750" algn="l" font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sz="3600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心中之物为</a:t>
            </a:r>
            <a:r>
              <a:rPr lang="zh-CN" sz="6400" b="1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</a:t>
            </a:r>
            <a:r>
              <a:rPr lang="zh-CN" sz="3600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sz="4000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眼见</a:t>
            </a:r>
            <a:r>
              <a:rPr lang="zh-CN" sz="3600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之物为</a:t>
            </a:r>
            <a:r>
              <a:rPr lang="zh-CN" sz="6400" b="1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虚</a:t>
            </a:r>
            <a:r>
              <a:rPr lang="zh-CN" sz="3600" spc="2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sz="3600" spc="2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30" name="组合 529"/>
          <p:cNvGrpSpPr/>
          <p:nvPr>
            <p:custDataLst>
              <p:tags r:id="rId2"/>
            </p:custDataLst>
          </p:nvPr>
        </p:nvGrpSpPr>
        <p:grpSpPr>
          <a:xfrm>
            <a:off x="4572000" y="516224"/>
            <a:ext cx="7687021" cy="5825553"/>
            <a:chOff x="4572000" y="516224"/>
            <a:chExt cx="7687021" cy="5825553"/>
          </a:xfrm>
        </p:grpSpPr>
        <p:sp>
          <p:nvSpPr>
            <p:cNvPr id="8" name="PA-装饰 矩形: 圆角 7"/>
            <p:cNvSpPr/>
            <p:nvPr>
              <p:custDataLst>
                <p:tags r:id="rId3"/>
              </p:custDataLst>
            </p:nvPr>
          </p:nvSpPr>
          <p:spPr>
            <a:xfrm>
              <a:off x="11541513" y="3070214"/>
              <a:ext cx="717508" cy="715593"/>
            </a:xfrm>
            <a:prstGeom prst="roundRect">
              <a:avLst>
                <a:gd name="adj" fmla="val 83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PA-装饰 矩形: 圆角 8"/>
            <p:cNvSpPr/>
            <p:nvPr>
              <p:custDataLst>
                <p:tags r:id="rId4"/>
              </p:custDataLst>
            </p:nvPr>
          </p:nvSpPr>
          <p:spPr>
            <a:xfrm>
              <a:off x="5456103" y="3857940"/>
              <a:ext cx="717508" cy="715593"/>
            </a:xfrm>
            <a:prstGeom prst="roundRect">
              <a:avLst>
                <a:gd name="adj" fmla="val 83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PA-装饰 矩形: 圆角 9"/>
            <p:cNvSpPr/>
            <p:nvPr>
              <p:custDataLst>
                <p:tags r:id="rId5"/>
              </p:custDataLst>
            </p:nvPr>
          </p:nvSpPr>
          <p:spPr>
            <a:xfrm>
              <a:off x="4692633" y="5817043"/>
              <a:ext cx="717508" cy="147459"/>
            </a:xfrm>
            <a:prstGeom prst="roundRect">
              <a:avLst>
                <a:gd name="adj" fmla="val 83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PA-圆角矩形 3"/>
            <p:cNvSpPr/>
            <p:nvPr>
              <p:custDataLst>
                <p:tags r:id="rId6"/>
              </p:custDataLst>
            </p:nvPr>
          </p:nvSpPr>
          <p:spPr>
            <a:xfrm>
              <a:off x="8345291" y="1491591"/>
              <a:ext cx="3664779" cy="1509703"/>
            </a:xfrm>
            <a:custGeom>
              <a:avLst/>
              <a:gdLst>
                <a:gd name="connsiteX0" fmla="*/ 12526 w 3645535"/>
                <a:gd name="connsiteY0" fmla="*/ 0 h 1501775"/>
                <a:gd name="connsiteX1" fmla="*/ 3633013 w 3645535"/>
                <a:gd name="connsiteY1" fmla="*/ 2 h 1501775"/>
                <a:gd name="connsiteX2" fmla="*/ 3645535 w 3645535"/>
                <a:gd name="connsiteY2" fmla="*/ 12527 h 1501775"/>
                <a:gd name="connsiteX3" fmla="*/ 3645532 w 3645535"/>
                <a:gd name="connsiteY3" fmla="*/ 1489248 h 1501775"/>
                <a:gd name="connsiteX4" fmla="*/ 3633012 w 3645535"/>
                <a:gd name="connsiteY4" fmla="*/ 1501774 h 1501775"/>
                <a:gd name="connsiteX5" fmla="*/ 12523 w 3645535"/>
                <a:gd name="connsiteY5" fmla="*/ 1501775 h 1501775"/>
                <a:gd name="connsiteX6" fmla="*/ 1 w 3645535"/>
                <a:gd name="connsiteY6" fmla="*/ 1489249 h 1501775"/>
                <a:gd name="connsiteX7" fmla="*/ 0 w 3645535"/>
                <a:gd name="connsiteY7" fmla="*/ 12527 h 1501775"/>
                <a:gd name="connsiteX8" fmla="*/ 12526 w 3645535"/>
                <a:gd name="connsiteY8" fmla="*/ 0 h 1501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45535" h="1501775">
                  <a:moveTo>
                    <a:pt x="12526" y="0"/>
                  </a:moveTo>
                  <a:lnTo>
                    <a:pt x="3633013" y="2"/>
                  </a:lnTo>
                  <a:cubicBezTo>
                    <a:pt x="3639926" y="4"/>
                    <a:pt x="3645536" y="5609"/>
                    <a:pt x="3645535" y="12527"/>
                  </a:cubicBezTo>
                  <a:lnTo>
                    <a:pt x="3645532" y="1489248"/>
                  </a:lnTo>
                  <a:cubicBezTo>
                    <a:pt x="3645536" y="1496166"/>
                    <a:pt x="3639928" y="1501775"/>
                    <a:pt x="3633012" y="1501774"/>
                  </a:cubicBezTo>
                  <a:lnTo>
                    <a:pt x="12523" y="1501775"/>
                  </a:lnTo>
                  <a:cubicBezTo>
                    <a:pt x="5609" y="1501775"/>
                    <a:pt x="-3" y="1496167"/>
                    <a:pt x="1" y="1489249"/>
                  </a:cubicBezTo>
                  <a:lnTo>
                    <a:pt x="0" y="12527"/>
                  </a:lnTo>
                  <a:cubicBezTo>
                    <a:pt x="0" y="5612"/>
                    <a:pt x="5610" y="2"/>
                    <a:pt x="12526" y="0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103000" t="-124000" r="-5000" b="-281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3" name="PA-圆角矩形 2"/>
            <p:cNvSpPr/>
            <p:nvPr>
              <p:custDataLst>
                <p:tags r:id="rId8"/>
              </p:custDataLst>
            </p:nvPr>
          </p:nvSpPr>
          <p:spPr>
            <a:xfrm>
              <a:off x="4766711" y="516224"/>
              <a:ext cx="3501363" cy="3269640"/>
            </a:xfrm>
            <a:custGeom>
              <a:avLst/>
              <a:gdLst>
                <a:gd name="connsiteX0" fmla="*/ 27130 w 3482977"/>
                <a:gd name="connsiteY0" fmla="*/ 0 h 3252471"/>
                <a:gd name="connsiteX1" fmla="*/ 3455851 w 3482977"/>
                <a:gd name="connsiteY1" fmla="*/ 1 h 3252471"/>
                <a:gd name="connsiteX2" fmla="*/ 3482977 w 3482977"/>
                <a:gd name="connsiteY2" fmla="*/ 27131 h 3252471"/>
                <a:gd name="connsiteX3" fmla="*/ 3482974 w 3482977"/>
                <a:gd name="connsiteY3" fmla="*/ 3225345 h 3252471"/>
                <a:gd name="connsiteX4" fmla="*/ 3455849 w 3482977"/>
                <a:gd name="connsiteY4" fmla="*/ 3252466 h 3252471"/>
                <a:gd name="connsiteX5" fmla="*/ 27127 w 3482977"/>
                <a:gd name="connsiteY5" fmla="*/ 3252471 h 3252471"/>
                <a:gd name="connsiteX6" fmla="*/ 0 w 3482977"/>
                <a:gd name="connsiteY6" fmla="*/ 3225340 h 3252471"/>
                <a:gd name="connsiteX7" fmla="*/ 3 w 3482977"/>
                <a:gd name="connsiteY7" fmla="*/ 27124 h 3252471"/>
                <a:gd name="connsiteX8" fmla="*/ 27130 w 3482977"/>
                <a:gd name="connsiteY8" fmla="*/ 0 h 325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82977" h="3252471">
                  <a:moveTo>
                    <a:pt x="27130" y="0"/>
                  </a:moveTo>
                  <a:lnTo>
                    <a:pt x="3455851" y="1"/>
                  </a:lnTo>
                  <a:cubicBezTo>
                    <a:pt x="3470831" y="3"/>
                    <a:pt x="3482976" y="12150"/>
                    <a:pt x="3482977" y="27131"/>
                  </a:cubicBezTo>
                  <a:lnTo>
                    <a:pt x="3482974" y="3225345"/>
                  </a:lnTo>
                  <a:cubicBezTo>
                    <a:pt x="3482976" y="3240325"/>
                    <a:pt x="3470835" y="3252471"/>
                    <a:pt x="3455849" y="3252466"/>
                  </a:cubicBezTo>
                  <a:lnTo>
                    <a:pt x="27127" y="3252471"/>
                  </a:lnTo>
                  <a:cubicBezTo>
                    <a:pt x="12150" y="3252469"/>
                    <a:pt x="3" y="3240325"/>
                    <a:pt x="0" y="3225340"/>
                  </a:cubicBezTo>
                  <a:lnTo>
                    <a:pt x="3" y="27124"/>
                  </a:lnTo>
                  <a:cubicBezTo>
                    <a:pt x="3" y="12144"/>
                    <a:pt x="12149" y="3"/>
                    <a:pt x="27130" y="0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6000" t="-27000" r="-112000" b="-106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47" name="PA-圆角矩形 4"/>
            <p:cNvSpPr/>
            <p:nvPr>
              <p:custDataLst>
                <p:tags r:id="rId9"/>
              </p:custDataLst>
            </p:nvPr>
          </p:nvSpPr>
          <p:spPr>
            <a:xfrm>
              <a:off x="6266185" y="3857942"/>
              <a:ext cx="2001881" cy="1869734"/>
            </a:xfrm>
            <a:custGeom>
              <a:avLst/>
              <a:gdLst>
                <a:gd name="connsiteX0" fmla="*/ 15519 w 1991369"/>
                <a:gd name="connsiteY0" fmla="*/ 0 h 1859916"/>
                <a:gd name="connsiteX1" fmla="*/ 1975850 w 1991369"/>
                <a:gd name="connsiteY1" fmla="*/ 1 h 1859916"/>
                <a:gd name="connsiteX2" fmla="*/ 1991369 w 1991369"/>
                <a:gd name="connsiteY2" fmla="*/ 15512 h 1859916"/>
                <a:gd name="connsiteX3" fmla="*/ 1991363 w 1991369"/>
                <a:gd name="connsiteY3" fmla="*/ 1844408 h 1859916"/>
                <a:gd name="connsiteX4" fmla="*/ 1975849 w 1991369"/>
                <a:gd name="connsiteY4" fmla="*/ 1859916 h 1859916"/>
                <a:gd name="connsiteX5" fmla="*/ 15513 w 1991369"/>
                <a:gd name="connsiteY5" fmla="*/ 1859912 h 1859916"/>
                <a:gd name="connsiteX6" fmla="*/ 0 w 1991369"/>
                <a:gd name="connsiteY6" fmla="*/ 1844405 h 1859916"/>
                <a:gd name="connsiteX7" fmla="*/ 2 w 1991369"/>
                <a:gd name="connsiteY7" fmla="*/ 15514 h 1859916"/>
                <a:gd name="connsiteX8" fmla="*/ 15519 w 1991369"/>
                <a:gd name="connsiteY8" fmla="*/ 0 h 185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91369" h="1859916">
                  <a:moveTo>
                    <a:pt x="15519" y="0"/>
                  </a:moveTo>
                  <a:lnTo>
                    <a:pt x="1975850" y="1"/>
                  </a:lnTo>
                  <a:cubicBezTo>
                    <a:pt x="1984419" y="2"/>
                    <a:pt x="1991366" y="6947"/>
                    <a:pt x="1991369" y="15512"/>
                  </a:cubicBezTo>
                  <a:lnTo>
                    <a:pt x="1991363" y="1844408"/>
                  </a:lnTo>
                  <a:cubicBezTo>
                    <a:pt x="1991360" y="1852968"/>
                    <a:pt x="1984418" y="1859918"/>
                    <a:pt x="1975849" y="1859916"/>
                  </a:cubicBezTo>
                  <a:lnTo>
                    <a:pt x="15513" y="1859912"/>
                  </a:lnTo>
                  <a:cubicBezTo>
                    <a:pt x="6949" y="1859915"/>
                    <a:pt x="5" y="1852973"/>
                    <a:pt x="0" y="1844405"/>
                  </a:cubicBezTo>
                  <a:lnTo>
                    <a:pt x="2" y="15514"/>
                  </a:lnTo>
                  <a:cubicBezTo>
                    <a:pt x="2" y="6947"/>
                    <a:pt x="6948" y="1"/>
                    <a:pt x="15519" y="0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85000" t="-227000" r="-196000" b="-81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07" name="PA-圆角矩形 5"/>
            <p:cNvSpPr/>
            <p:nvPr>
              <p:custDataLst>
                <p:tags r:id="rId10"/>
              </p:custDataLst>
            </p:nvPr>
          </p:nvSpPr>
          <p:spPr>
            <a:xfrm>
              <a:off x="5410177" y="5817055"/>
              <a:ext cx="2857901" cy="147461"/>
            </a:xfrm>
            <a:custGeom>
              <a:avLst/>
              <a:gdLst>
                <a:gd name="connsiteX0" fmla="*/ 1227 w 2842894"/>
                <a:gd name="connsiteY0" fmla="*/ 0 h 146687"/>
                <a:gd name="connsiteX1" fmla="*/ 2841671 w 2842894"/>
                <a:gd name="connsiteY1" fmla="*/ 2 h 146687"/>
                <a:gd name="connsiteX2" fmla="*/ 2842894 w 2842894"/>
                <a:gd name="connsiteY2" fmla="*/ 1228 h 146687"/>
                <a:gd name="connsiteX3" fmla="*/ 2842893 w 2842894"/>
                <a:gd name="connsiteY3" fmla="*/ 145462 h 146687"/>
                <a:gd name="connsiteX4" fmla="*/ 2841676 w 2842894"/>
                <a:gd name="connsiteY4" fmla="*/ 146685 h 146687"/>
                <a:gd name="connsiteX5" fmla="*/ 1224 w 2842894"/>
                <a:gd name="connsiteY5" fmla="*/ 146687 h 146687"/>
                <a:gd name="connsiteX6" fmla="*/ 1 w 2842894"/>
                <a:gd name="connsiteY6" fmla="*/ 145463 h 146687"/>
                <a:gd name="connsiteX7" fmla="*/ 0 w 2842894"/>
                <a:gd name="connsiteY7" fmla="*/ 1228 h 146687"/>
                <a:gd name="connsiteX8" fmla="*/ 1227 w 2842894"/>
                <a:gd name="connsiteY8" fmla="*/ 0 h 14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42894" h="146687">
                  <a:moveTo>
                    <a:pt x="1227" y="0"/>
                  </a:moveTo>
                  <a:lnTo>
                    <a:pt x="2841671" y="2"/>
                  </a:lnTo>
                  <a:cubicBezTo>
                    <a:pt x="2842347" y="0"/>
                    <a:pt x="2842894" y="547"/>
                    <a:pt x="2842894" y="1228"/>
                  </a:cubicBezTo>
                  <a:lnTo>
                    <a:pt x="2842893" y="145462"/>
                  </a:lnTo>
                  <a:cubicBezTo>
                    <a:pt x="2842898" y="146137"/>
                    <a:pt x="2842347" y="146687"/>
                    <a:pt x="2841676" y="146685"/>
                  </a:cubicBezTo>
                  <a:lnTo>
                    <a:pt x="1224" y="146687"/>
                  </a:lnTo>
                  <a:cubicBezTo>
                    <a:pt x="546" y="146689"/>
                    <a:pt x="-1" y="146139"/>
                    <a:pt x="1" y="145463"/>
                  </a:cubicBezTo>
                  <a:lnTo>
                    <a:pt x="0" y="1228"/>
                  </a:lnTo>
                  <a:cubicBezTo>
                    <a:pt x="1" y="549"/>
                    <a:pt x="549" y="2"/>
                    <a:pt x="1227" y="0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29000" t="-4203000" r="-137000" b="-864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61" name="PA-圆角矩形 6"/>
            <p:cNvSpPr/>
            <p:nvPr>
              <p:custDataLst>
                <p:tags r:id="rId11"/>
              </p:custDataLst>
            </p:nvPr>
          </p:nvSpPr>
          <p:spPr>
            <a:xfrm>
              <a:off x="8345278" y="3072139"/>
              <a:ext cx="3118993" cy="3269638"/>
            </a:xfrm>
            <a:custGeom>
              <a:avLst/>
              <a:gdLst>
                <a:gd name="connsiteX0" fmla="*/ 25880 w 3102615"/>
                <a:gd name="connsiteY0" fmla="*/ 0 h 3252468"/>
                <a:gd name="connsiteX1" fmla="*/ 3076734 w 3102615"/>
                <a:gd name="connsiteY1" fmla="*/ 1 h 3252468"/>
                <a:gd name="connsiteX2" fmla="*/ 3102615 w 3102615"/>
                <a:gd name="connsiteY2" fmla="*/ 25877 h 3252468"/>
                <a:gd name="connsiteX3" fmla="*/ 3102612 w 3102615"/>
                <a:gd name="connsiteY3" fmla="*/ 3226589 h 3252468"/>
                <a:gd name="connsiteX4" fmla="*/ 3076735 w 3102615"/>
                <a:gd name="connsiteY4" fmla="*/ 3252466 h 3252468"/>
                <a:gd name="connsiteX5" fmla="*/ 25877 w 3102615"/>
                <a:gd name="connsiteY5" fmla="*/ 3252468 h 3252468"/>
                <a:gd name="connsiteX6" fmla="*/ 0 w 3102615"/>
                <a:gd name="connsiteY6" fmla="*/ 3226594 h 3252468"/>
                <a:gd name="connsiteX7" fmla="*/ 6 w 3102615"/>
                <a:gd name="connsiteY7" fmla="*/ 25876 h 3252468"/>
                <a:gd name="connsiteX8" fmla="*/ 25880 w 3102615"/>
                <a:gd name="connsiteY8" fmla="*/ 0 h 3252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02615" h="3252468">
                  <a:moveTo>
                    <a:pt x="25880" y="0"/>
                  </a:moveTo>
                  <a:lnTo>
                    <a:pt x="3076734" y="1"/>
                  </a:lnTo>
                  <a:cubicBezTo>
                    <a:pt x="3091027" y="5"/>
                    <a:pt x="3102613" y="11585"/>
                    <a:pt x="3102615" y="25877"/>
                  </a:cubicBezTo>
                  <a:lnTo>
                    <a:pt x="3102612" y="3226589"/>
                  </a:lnTo>
                  <a:cubicBezTo>
                    <a:pt x="3102617" y="3240882"/>
                    <a:pt x="3091027" y="3252464"/>
                    <a:pt x="3076735" y="3252466"/>
                  </a:cubicBezTo>
                  <a:lnTo>
                    <a:pt x="25877" y="3252468"/>
                  </a:lnTo>
                  <a:cubicBezTo>
                    <a:pt x="11588" y="3252465"/>
                    <a:pt x="4" y="3240881"/>
                    <a:pt x="0" y="3226594"/>
                  </a:cubicBezTo>
                  <a:lnTo>
                    <a:pt x="6" y="25876"/>
                  </a:lnTo>
                  <a:cubicBezTo>
                    <a:pt x="6" y="11586"/>
                    <a:pt x="11588" y="0"/>
                    <a:pt x="25880" y="0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121000" t="-106000" r="-23000" b="-27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5" name="PA-圆角矩形 10"/>
            <p:cNvSpPr/>
            <p:nvPr>
              <p:custDataLst>
                <p:tags r:id="rId12"/>
              </p:custDataLst>
            </p:nvPr>
          </p:nvSpPr>
          <p:spPr>
            <a:xfrm>
              <a:off x="12087306" y="1491609"/>
              <a:ext cx="104695" cy="1150313"/>
            </a:xfrm>
            <a:custGeom>
              <a:avLst/>
              <a:gdLst>
                <a:gd name="connsiteX0" fmla="*/ 867 w 104145"/>
                <a:gd name="connsiteY0" fmla="*/ 1 h 1144272"/>
                <a:gd name="connsiteX1" fmla="*/ 103272 w 104145"/>
                <a:gd name="connsiteY1" fmla="*/ 1 h 1144272"/>
                <a:gd name="connsiteX2" fmla="*/ 104142 w 104145"/>
                <a:gd name="connsiteY2" fmla="*/ 867 h 1144272"/>
                <a:gd name="connsiteX3" fmla="*/ 104145 w 104145"/>
                <a:gd name="connsiteY3" fmla="*/ 1143398 h 1144272"/>
                <a:gd name="connsiteX4" fmla="*/ 103271 w 104145"/>
                <a:gd name="connsiteY4" fmla="*/ 1144272 h 1144272"/>
                <a:gd name="connsiteX5" fmla="*/ 874 w 104145"/>
                <a:gd name="connsiteY5" fmla="*/ 1144268 h 1144272"/>
                <a:gd name="connsiteX6" fmla="*/ 0 w 104145"/>
                <a:gd name="connsiteY6" fmla="*/ 1143396 h 1144272"/>
                <a:gd name="connsiteX7" fmla="*/ 3 w 104145"/>
                <a:gd name="connsiteY7" fmla="*/ 863 h 1144272"/>
                <a:gd name="connsiteX8" fmla="*/ 867 w 104145"/>
                <a:gd name="connsiteY8" fmla="*/ 1 h 1144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145" h="1144272">
                  <a:moveTo>
                    <a:pt x="867" y="1"/>
                  </a:moveTo>
                  <a:lnTo>
                    <a:pt x="103272" y="1"/>
                  </a:lnTo>
                  <a:cubicBezTo>
                    <a:pt x="103754" y="-1"/>
                    <a:pt x="104138" y="385"/>
                    <a:pt x="104142" y="867"/>
                  </a:cubicBezTo>
                  <a:lnTo>
                    <a:pt x="104145" y="1143398"/>
                  </a:lnTo>
                  <a:cubicBezTo>
                    <a:pt x="104140" y="1143877"/>
                    <a:pt x="103750" y="1144266"/>
                    <a:pt x="103271" y="1144272"/>
                  </a:cubicBezTo>
                  <a:lnTo>
                    <a:pt x="874" y="1144268"/>
                  </a:lnTo>
                  <a:cubicBezTo>
                    <a:pt x="390" y="1144268"/>
                    <a:pt x="0" y="1143879"/>
                    <a:pt x="0" y="1143396"/>
                  </a:cubicBezTo>
                  <a:lnTo>
                    <a:pt x="3" y="863"/>
                  </a:lnTo>
                  <a:cubicBezTo>
                    <a:pt x="3" y="389"/>
                    <a:pt x="391" y="-6"/>
                    <a:pt x="867" y="1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7178000" t="-163000" b="-400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63" name="PA-圆角矩形 11"/>
            <p:cNvSpPr/>
            <p:nvPr>
              <p:custDataLst>
                <p:tags r:id="rId13"/>
              </p:custDataLst>
            </p:nvPr>
          </p:nvSpPr>
          <p:spPr>
            <a:xfrm>
              <a:off x="11541504" y="3855420"/>
              <a:ext cx="136618" cy="1935485"/>
            </a:xfrm>
            <a:custGeom>
              <a:avLst/>
              <a:gdLst>
                <a:gd name="connsiteX0" fmla="*/ 1136 w 135901"/>
                <a:gd name="connsiteY0" fmla="*/ 0 h 1925321"/>
                <a:gd name="connsiteX1" fmla="*/ 134759 w 135901"/>
                <a:gd name="connsiteY1" fmla="*/ 5 h 1925321"/>
                <a:gd name="connsiteX2" fmla="*/ 135895 w 135901"/>
                <a:gd name="connsiteY2" fmla="*/ 1135 h 1925321"/>
                <a:gd name="connsiteX3" fmla="*/ 135901 w 135901"/>
                <a:gd name="connsiteY3" fmla="*/ 1924188 h 1925321"/>
                <a:gd name="connsiteX4" fmla="*/ 134763 w 135901"/>
                <a:gd name="connsiteY4" fmla="*/ 1925321 h 1925321"/>
                <a:gd name="connsiteX5" fmla="*/ 1139 w 135901"/>
                <a:gd name="connsiteY5" fmla="*/ 1925321 h 1925321"/>
                <a:gd name="connsiteX6" fmla="*/ 0 w 135901"/>
                <a:gd name="connsiteY6" fmla="*/ 1924190 h 1925321"/>
                <a:gd name="connsiteX7" fmla="*/ 3 w 135901"/>
                <a:gd name="connsiteY7" fmla="*/ 1135 h 1925321"/>
                <a:gd name="connsiteX8" fmla="*/ 1136 w 135901"/>
                <a:gd name="connsiteY8" fmla="*/ 0 h 1925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1" h="1925321">
                  <a:moveTo>
                    <a:pt x="1136" y="0"/>
                  </a:moveTo>
                  <a:lnTo>
                    <a:pt x="134759" y="5"/>
                  </a:lnTo>
                  <a:cubicBezTo>
                    <a:pt x="135388" y="-1"/>
                    <a:pt x="135894" y="512"/>
                    <a:pt x="135895" y="1135"/>
                  </a:cubicBezTo>
                  <a:lnTo>
                    <a:pt x="135901" y="1924188"/>
                  </a:lnTo>
                  <a:cubicBezTo>
                    <a:pt x="135893" y="1924813"/>
                    <a:pt x="135388" y="1925322"/>
                    <a:pt x="134763" y="1925321"/>
                  </a:cubicBezTo>
                  <a:lnTo>
                    <a:pt x="1139" y="1925321"/>
                  </a:lnTo>
                  <a:cubicBezTo>
                    <a:pt x="507" y="1925327"/>
                    <a:pt x="15" y="1924815"/>
                    <a:pt x="0" y="1924190"/>
                  </a:cubicBezTo>
                  <a:lnTo>
                    <a:pt x="3" y="1135"/>
                  </a:lnTo>
                  <a:cubicBezTo>
                    <a:pt x="1" y="506"/>
                    <a:pt x="512" y="2"/>
                    <a:pt x="1136" y="0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5101000" t="-219000" r="-376000" b="-75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7" name="PA-圆角矩形 12"/>
            <p:cNvSpPr/>
            <p:nvPr>
              <p:custDataLst>
                <p:tags r:id="rId14"/>
              </p:custDataLst>
            </p:nvPr>
          </p:nvSpPr>
          <p:spPr>
            <a:xfrm>
              <a:off x="4572000" y="1321803"/>
              <a:ext cx="117457" cy="2464040"/>
            </a:xfrm>
            <a:custGeom>
              <a:avLst/>
              <a:gdLst>
                <a:gd name="connsiteX0" fmla="*/ 974 w 116840"/>
                <a:gd name="connsiteY0" fmla="*/ 0 h 2451101"/>
                <a:gd name="connsiteX1" fmla="*/ 115870 w 116840"/>
                <a:gd name="connsiteY1" fmla="*/ 4 h 2451101"/>
                <a:gd name="connsiteX2" fmla="*/ 116840 w 116840"/>
                <a:gd name="connsiteY2" fmla="*/ 980 h 2451101"/>
                <a:gd name="connsiteX3" fmla="*/ 116838 w 116840"/>
                <a:gd name="connsiteY3" fmla="*/ 2450124 h 2451101"/>
                <a:gd name="connsiteX4" fmla="*/ 115867 w 116840"/>
                <a:gd name="connsiteY4" fmla="*/ 2451101 h 2451101"/>
                <a:gd name="connsiteX5" fmla="*/ 972 w 116840"/>
                <a:gd name="connsiteY5" fmla="*/ 2451101 h 2451101"/>
                <a:gd name="connsiteX6" fmla="*/ 4 w 116840"/>
                <a:gd name="connsiteY6" fmla="*/ 2450130 h 2451101"/>
                <a:gd name="connsiteX7" fmla="*/ 1 w 116840"/>
                <a:gd name="connsiteY7" fmla="*/ 977 h 2451101"/>
                <a:gd name="connsiteX8" fmla="*/ 974 w 116840"/>
                <a:gd name="connsiteY8" fmla="*/ 0 h 245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" h="2451101">
                  <a:moveTo>
                    <a:pt x="974" y="0"/>
                  </a:moveTo>
                  <a:lnTo>
                    <a:pt x="115870" y="4"/>
                  </a:lnTo>
                  <a:cubicBezTo>
                    <a:pt x="116402" y="1"/>
                    <a:pt x="116842" y="440"/>
                    <a:pt x="116840" y="980"/>
                  </a:cubicBezTo>
                  <a:lnTo>
                    <a:pt x="116838" y="2450124"/>
                  </a:lnTo>
                  <a:cubicBezTo>
                    <a:pt x="116841" y="2450663"/>
                    <a:pt x="116402" y="2451106"/>
                    <a:pt x="115867" y="2451101"/>
                  </a:cubicBezTo>
                  <a:lnTo>
                    <a:pt x="972" y="2451101"/>
                  </a:lnTo>
                  <a:cubicBezTo>
                    <a:pt x="433" y="2451105"/>
                    <a:pt x="-4" y="2450666"/>
                    <a:pt x="4" y="2450130"/>
                  </a:cubicBezTo>
                  <a:lnTo>
                    <a:pt x="1" y="977"/>
                  </a:lnTo>
                  <a:cubicBezTo>
                    <a:pt x="-2" y="440"/>
                    <a:pt x="434" y="2"/>
                    <a:pt x="974" y="0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t="-69000" r="-6387000" b="-140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762006" y="4136423"/>
            <a:ext cx="2286018" cy="1016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1828815" y="914380"/>
            <a:ext cx="9448876" cy="5029240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chemeClr val="lt1">
                <a:lumMod val="8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13995" y="2437765"/>
            <a:ext cx="3796030" cy="1524635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sz="4400" b="1" spc="28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一朵红色的花</a:t>
            </a:r>
            <a:endParaRPr lang="zh-CN" sz="4400" b="1" spc="28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C:/Users/92973/AppData/Local/Temp/picturecompress_20210509001914/output_84.jpgoutput_8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l="-10961" r="-10961"/>
          <a:stretch>
            <a:fillRect/>
          </a:stretch>
        </p:blipFill>
        <p:spPr>
          <a:xfrm>
            <a:off x="4200563" y="1523886"/>
            <a:ext cx="6076988" cy="381022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20" h="3120">
                <a:moveTo>
                  <a:pt x="0" y="0"/>
                </a:moveTo>
                <a:lnTo>
                  <a:pt x="7920" y="0"/>
                </a:lnTo>
                <a:lnTo>
                  <a:pt x="7920" y="3120"/>
                </a:lnTo>
                <a:lnTo>
                  <a:pt x="0" y="3120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338455" y="1217295"/>
            <a:ext cx="3388360" cy="76200"/>
            <a:chOff x="533" y="1802"/>
            <a:chExt cx="4250" cy="120"/>
          </a:xfrm>
        </p:grpSpPr>
        <p:sp>
          <p:nvSpPr>
            <p:cNvPr id="9" name="矩形 8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任意多边形 14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6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144145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问得再细</a:t>
            </a:r>
            <a:endParaRPr lang="zh-CN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93347" y="1828540"/>
            <a:ext cx="1503181" cy="52322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75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F77F29"/>
                </a:solidFill>
              </a:rPr>
              <a:t>W</a:t>
            </a:r>
            <a:r>
              <a:rPr lang="en-US" altLang="zh-CN" sz="2800"/>
              <a:t>HAT</a:t>
            </a:r>
            <a:endParaRPr lang="zh-CN" altLang="en-US" sz="2800"/>
          </a:p>
        </p:txBody>
      </p:sp>
      <p:sp>
        <p:nvSpPr>
          <p:cNvPr id="19" name="文本框 18"/>
          <p:cNvSpPr txBox="1"/>
          <p:nvPr/>
        </p:nvSpPr>
        <p:spPr>
          <a:xfrm>
            <a:off x="1293347" y="2477828"/>
            <a:ext cx="1503181" cy="52322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75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F77F29"/>
                </a:solidFill>
              </a:rPr>
              <a:t>W</a:t>
            </a:r>
            <a:r>
              <a:rPr lang="en-US" altLang="zh-CN" sz="2800"/>
              <a:t>HY</a:t>
            </a:r>
            <a:endParaRPr lang="zh-CN" altLang="en-US" sz="2800"/>
          </a:p>
        </p:txBody>
      </p:sp>
      <p:sp>
        <p:nvSpPr>
          <p:cNvPr id="20" name="文本框 19"/>
          <p:cNvSpPr txBox="1"/>
          <p:nvPr/>
        </p:nvSpPr>
        <p:spPr>
          <a:xfrm>
            <a:off x="1293347" y="3127116"/>
            <a:ext cx="1519968" cy="52322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75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F77F29"/>
                </a:solidFill>
              </a:rPr>
              <a:t>W</a:t>
            </a:r>
            <a:r>
              <a:rPr lang="en-US" altLang="zh-CN" sz="2800"/>
              <a:t>HO</a:t>
            </a:r>
            <a:endParaRPr lang="zh-CN" altLang="en-US" sz="2800"/>
          </a:p>
        </p:txBody>
      </p:sp>
      <p:sp>
        <p:nvSpPr>
          <p:cNvPr id="21" name="文本框 20"/>
          <p:cNvSpPr txBox="1"/>
          <p:nvPr/>
        </p:nvSpPr>
        <p:spPr>
          <a:xfrm>
            <a:off x="1293347" y="3776404"/>
            <a:ext cx="1519968" cy="52322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75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F77F29"/>
                </a:solidFill>
              </a:rPr>
              <a:t>W</a:t>
            </a:r>
            <a:r>
              <a:rPr lang="en-US" altLang="zh-CN" sz="2800"/>
              <a:t>HEN</a:t>
            </a:r>
            <a:endParaRPr lang="zh-CN" altLang="en-US" sz="2800"/>
          </a:p>
        </p:txBody>
      </p:sp>
      <p:sp>
        <p:nvSpPr>
          <p:cNvPr id="22" name="文本框 21"/>
          <p:cNvSpPr txBox="1"/>
          <p:nvPr/>
        </p:nvSpPr>
        <p:spPr>
          <a:xfrm>
            <a:off x="1293347" y="4425694"/>
            <a:ext cx="1519968" cy="52322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75000"/>
              </a:srgb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rgbClr val="F77F29"/>
                </a:solidFill>
              </a:rPr>
              <a:t>W</a:t>
            </a:r>
            <a:r>
              <a:rPr lang="en-US" altLang="zh-CN" sz="2800"/>
              <a:t>HERE</a:t>
            </a:r>
            <a:endParaRPr lang="zh-CN" altLang="en-US" sz="2800"/>
          </a:p>
        </p:txBody>
      </p:sp>
      <p:sp>
        <p:nvSpPr>
          <p:cNvPr id="23" name="矩形 22"/>
          <p:cNvSpPr/>
          <p:nvPr/>
        </p:nvSpPr>
        <p:spPr>
          <a:xfrm>
            <a:off x="2796528" y="1830331"/>
            <a:ext cx="4378122" cy="4235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什么花？（牡丹 芍药 菊花）</a:t>
            </a:r>
            <a:endParaRPr lang="zh-CN" altLang="en-US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862410" y="2501933"/>
            <a:ext cx="5455325" cy="4235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怎么红？（帝王红，玫瑰红）</a:t>
            </a:r>
            <a:endParaRPr lang="zh-CN" altLang="en-US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62410" y="3173984"/>
            <a:ext cx="5455325" cy="4235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谁家的花？</a:t>
            </a:r>
            <a:endParaRPr lang="zh-CN" altLang="en-US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862410" y="3846035"/>
            <a:ext cx="5455325" cy="4235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何时？什么季节开的？</a:t>
            </a:r>
            <a:endParaRPr lang="zh-CN" altLang="en-US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862410" y="4518087"/>
            <a:ext cx="5455325" cy="4235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在花瓶里还是门前</a:t>
            </a:r>
            <a:endParaRPr lang="zh-CN" altLang="en-US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93347" y="5051336"/>
            <a:ext cx="2284754" cy="52322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75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F77F29"/>
                </a:solidFill>
              </a:rPr>
              <a:t>H</a:t>
            </a:r>
            <a:r>
              <a:rPr lang="en-US" altLang="zh-CN" sz="2800"/>
              <a:t>OW</a:t>
            </a:r>
            <a:endParaRPr lang="zh-CN" altLang="en-US" sz="2800"/>
          </a:p>
        </p:txBody>
      </p:sp>
      <p:sp>
        <p:nvSpPr>
          <p:cNvPr id="29" name="矩形 28"/>
          <p:cNvSpPr/>
          <p:nvPr/>
        </p:nvSpPr>
        <p:spPr>
          <a:xfrm>
            <a:off x="3640606" y="5151983"/>
            <a:ext cx="5455325" cy="4235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怎么开的？人工？野生？</a:t>
            </a:r>
            <a:endParaRPr lang="zh-CN" altLang="en-US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93347" y="5664947"/>
            <a:ext cx="2284754" cy="52322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75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F77F29"/>
                </a:solidFill>
              </a:rPr>
              <a:t>H</a:t>
            </a:r>
            <a:r>
              <a:rPr lang="en-US" altLang="zh-CN" sz="2800"/>
              <a:t>OW MUCH</a:t>
            </a:r>
            <a:endParaRPr lang="zh-CN" altLang="en-US" sz="2800"/>
          </a:p>
        </p:txBody>
      </p:sp>
      <p:sp>
        <p:nvSpPr>
          <p:cNvPr id="54" name="矩形 53"/>
          <p:cNvSpPr/>
          <p:nvPr/>
        </p:nvSpPr>
        <p:spPr>
          <a:xfrm>
            <a:off x="3640606" y="5701712"/>
            <a:ext cx="7993139" cy="4235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价格多少呢？</a:t>
            </a:r>
            <a:endParaRPr lang="zh-CN" altLang="en-US">
              <a:solidFill>
                <a:srgbClr val="3D3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123245"/>
            <a:ext cx="12192000" cy="173475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09562" y="609480"/>
            <a:ext cx="10972876" cy="787983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sz="4400" b="1" spc="28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思考讨论</a:t>
            </a:r>
            <a:endParaRPr lang="zh-CN" sz="4400" b="1" spc="28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:/Users/92973/AppData/Local/Temp/picturecompress_20210509001914/output_85.pngoutput_85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614956" y="1571199"/>
            <a:ext cx="4870729" cy="324193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40" h="4800">
                <a:moveTo>
                  <a:pt x="0" y="0"/>
                </a:moveTo>
                <a:lnTo>
                  <a:pt x="5040" y="0"/>
                </a:lnTo>
                <a:lnTo>
                  <a:pt x="5040" y="4800"/>
                </a:lnTo>
                <a:lnTo>
                  <a:pt x="0" y="48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5" name="图片 4" descr="C:/Users/92973/AppData/Local/Temp/picturecompress_20210509001914/output_86.pngoutput_86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5790493" y="1571199"/>
            <a:ext cx="5797347" cy="324193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60" h="4800">
                <a:moveTo>
                  <a:pt x="0" y="0"/>
                </a:moveTo>
                <a:lnTo>
                  <a:pt x="11760" y="0"/>
                </a:lnTo>
                <a:lnTo>
                  <a:pt x="11760" y="4800"/>
                </a:lnTo>
                <a:lnTo>
                  <a:pt x="0" y="4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Title 6"/>
          <p:cNvSpPr txBox="1"/>
          <p:nvPr>
            <p:custDataLst>
              <p:tags r:id="rId7"/>
            </p:custDataLst>
          </p:nvPr>
        </p:nvSpPr>
        <p:spPr>
          <a:xfrm>
            <a:off x="604161" y="5576348"/>
            <a:ext cx="10972876" cy="82449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sz="3600" spc="200">
                <a:ln w="3175">
                  <a:noFill/>
                  <a:prstDash val="dash"/>
                </a:ln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一张好的图片是这些的总和吗？</a:t>
            </a:r>
            <a:endParaRPr lang="zh-CN" sz="3600" spc="200">
              <a:ln w="3175">
                <a:noFill/>
                <a:prstDash val="dash"/>
              </a:ln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背景 0"/>
          <p:cNvSpPr/>
          <p:nvPr>
            <p:custDataLst>
              <p:tags r:id="rId1"/>
            </p:custDataLst>
          </p:nvPr>
        </p:nvSpPr>
        <p:spPr>
          <a:xfrm>
            <a:off x="0" y="1981216"/>
            <a:ext cx="8077264" cy="2921023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>
            <p:custDataLst>
              <p:tags r:id="rId2"/>
            </p:custDataLst>
          </p:nvPr>
        </p:nvGrpSpPr>
        <p:grpSpPr>
          <a:xfrm>
            <a:off x="769895" y="4426251"/>
            <a:ext cx="2765054" cy="216182"/>
            <a:chOff x="860461" y="4272212"/>
            <a:chExt cx="2765054" cy="216182"/>
          </a:xfrm>
        </p:grpSpPr>
        <p:cxnSp>
          <p:nvCxnSpPr>
            <p:cNvPr id="4" name="直接连接符 3"/>
            <p:cNvCxnSpPr/>
            <p:nvPr>
              <p:custDataLst>
                <p:tags r:id="rId3"/>
              </p:custDataLst>
            </p:nvPr>
          </p:nvCxnSpPr>
          <p:spPr>
            <a:xfrm>
              <a:off x="860461" y="4272213"/>
              <a:ext cx="469366" cy="0"/>
            </a:xfrm>
            <a:prstGeom prst="line">
              <a:avLst/>
            </a:prstGeom>
            <a:ln w="25400">
              <a:solidFill>
                <a:schemeClr val="l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 rot="-120000" flipH="1">
              <a:off x="1287080" y="4272212"/>
              <a:ext cx="33940" cy="216181"/>
            </a:xfrm>
            <a:prstGeom prst="line">
              <a:avLst/>
            </a:prstGeom>
            <a:ln w="25400">
              <a:solidFill>
                <a:schemeClr val="l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5"/>
              </p:custDataLst>
            </p:nvPr>
          </p:nvCxnSpPr>
          <p:spPr>
            <a:xfrm flipV="1">
              <a:off x="1287080" y="4272213"/>
              <a:ext cx="222633" cy="216181"/>
            </a:xfrm>
            <a:prstGeom prst="line">
              <a:avLst/>
            </a:prstGeom>
            <a:ln w="25400">
              <a:solidFill>
                <a:schemeClr val="l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>
              <p:custDataLst>
                <p:tags r:id="rId6"/>
              </p:custDataLst>
            </p:nvPr>
          </p:nvCxnSpPr>
          <p:spPr>
            <a:xfrm>
              <a:off x="1492285" y="4274594"/>
              <a:ext cx="2133230" cy="0"/>
            </a:xfrm>
            <a:prstGeom prst="line">
              <a:avLst/>
            </a:prstGeom>
            <a:ln w="25400">
              <a:solidFill>
                <a:schemeClr val="l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6"/>
          <p:cNvSpPr txBox="1"/>
          <p:nvPr>
            <p:custDataLst>
              <p:tags r:id="rId7"/>
            </p:custDataLst>
          </p:nvPr>
        </p:nvSpPr>
        <p:spPr>
          <a:xfrm>
            <a:off x="762006" y="2590743"/>
            <a:ext cx="6553251" cy="167651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sz="3200" b="1" spc="180">
                <a:ln w="3175">
                  <a:noFill/>
                  <a:prstDash val="dash"/>
                </a:ln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一张好的图片如何打造爆品？</a:t>
            </a:r>
            <a:endParaRPr lang="zh-CN" sz="3200" b="1" spc="180">
              <a:ln w="3175">
                <a:noFill/>
                <a:prstDash val="dash"/>
              </a:ln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2600" spc="180">
                <a:ln w="3175">
                  <a:noFill/>
                  <a:prstDash val="dash"/>
                </a:ln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点击率  b 转化率 c 停留时间 d 连带率 </a:t>
            </a:r>
            <a:endParaRPr lang="en-US" sz="2600" spc="180">
              <a:ln w="3175">
                <a:noFill/>
                <a:prstDash val="dash"/>
              </a:ln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/Users/92973/AppData/Local/Temp/picturecompress_20210509001914/output_87.jpgoutput_87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448863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80" h="10800">
                <a:moveTo>
                  <a:pt x="0" y="0"/>
                </a:moveTo>
                <a:lnTo>
                  <a:pt x="14880" y="0"/>
                </a:lnTo>
                <a:lnTo>
                  <a:pt x="1488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bj"/>
          <p:cNvSpPr/>
          <p:nvPr>
            <p:custDataLst>
              <p:tags r:id="rId3"/>
            </p:custDataLst>
          </p:nvPr>
        </p:nvSpPr>
        <p:spPr>
          <a:xfrm>
            <a:off x="7467600" y="1219200"/>
            <a:ext cx="4724400" cy="457073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itle 6"/>
          <p:cNvSpPr txBox="1"/>
          <p:nvPr>
            <p:custDataLst>
              <p:tags r:id="rId4"/>
            </p:custDataLst>
          </p:nvPr>
        </p:nvSpPr>
        <p:spPr>
          <a:xfrm>
            <a:off x="7772462" y="2047784"/>
            <a:ext cx="3504590" cy="58152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zh-CN" altLang="en-US" sz="3200" b="1" i="0" spc="160" noProof="0" dirty="0">
                <a:ln w="3175">
                  <a:noFill/>
                  <a:prstDash val="dash"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何为爆品？</a:t>
            </a:r>
            <a:endParaRPr kumimoji="0" lang="zh-CN" altLang="en-US" sz="3200" b="1" i="0" spc="160" noProof="0" dirty="0">
              <a:ln w="3175">
                <a:noFill/>
                <a:prstDash val="dash"/>
              </a:ln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itle 6"/>
          <p:cNvSpPr txBox="1"/>
          <p:nvPr>
            <p:custDataLst>
              <p:tags r:id="rId5"/>
            </p:custDataLst>
          </p:nvPr>
        </p:nvSpPr>
        <p:spPr>
          <a:xfrm>
            <a:off x="7553960" y="2791460"/>
            <a:ext cx="4545330" cy="228790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30200" lvl="0" indent="-330200" algn="l" font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sz="1800" spc="2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卖的火爆的产品。能迅速抢占市场。可代表公司</a:t>
            </a:r>
            <a:endParaRPr lang="zh-CN" sz="1800" spc="2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30200" lvl="0" indent="-330200" algn="l" font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spc="2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a有品质 b 有销量 c 有库存d 有热度 e好利润 </a:t>
            </a:r>
            <a:endParaRPr lang="en-US" sz="1800" spc="2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409575" y="297815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爆品的图片具备要素</a:t>
            </a:r>
            <a:endParaRPr lang="zh-CN" altLang="en-US" sz="2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409575" y="944245"/>
            <a:ext cx="3388360" cy="76200"/>
            <a:chOff x="533" y="1802"/>
            <a:chExt cx="4250" cy="120"/>
          </a:xfrm>
        </p:grpSpPr>
        <p:sp>
          <p:nvSpPr>
            <p:cNvPr id="8" name="矩形 7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任意多边形 14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1" name="圆角矩形 10"/>
          <p:cNvSpPr/>
          <p:nvPr>
            <p:custDataLst>
              <p:tags r:id="rId4"/>
            </p:custDataLst>
          </p:nvPr>
        </p:nvSpPr>
        <p:spPr>
          <a:xfrm>
            <a:off x="1066521" y="4011611"/>
            <a:ext cx="10128174" cy="288032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 bwMode="auto">
          <a:xfrm>
            <a:off x="1807845" y="5019675"/>
            <a:ext cx="3574415" cy="1066800"/>
          </a:xfrm>
          <a:prstGeom prst="rect">
            <a:avLst/>
          </a:prstGeom>
        </p:spPr>
        <p:txBody>
          <a:bodyPr wrap="square" lIns="90000" tIns="0" rIns="90000" bIns="46800" anchor="t" anchorCtr="1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50">
                <a:solidFill>
                  <a:schemeClr val="dk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符合品牌风格</a:t>
            </a:r>
            <a:endParaRPr lang="zh-CN" altLang="en-US" sz="2000" spc="150">
              <a:solidFill>
                <a:schemeClr val="dk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50">
                <a:solidFill>
                  <a:schemeClr val="dk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文案风格一致</a:t>
            </a:r>
            <a:endParaRPr lang="zh-CN" altLang="en-US" sz="2000" spc="150">
              <a:solidFill>
                <a:schemeClr val="dk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 bwMode="auto">
          <a:xfrm>
            <a:off x="2119630" y="4428490"/>
            <a:ext cx="3262630" cy="462280"/>
          </a:xfrm>
          <a:prstGeom prst="rect">
            <a:avLst/>
          </a:prstGeom>
        </p:spPr>
        <p:txBody>
          <a:bodyPr wrap="square" lIns="90000" tIns="46800" rIns="90000" bIns="0" anchor="b" anchorCtr="1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spc="3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风格一致</a:t>
            </a:r>
            <a:endParaRPr lang="zh-CN" altLang="en-US" sz="2400" b="1" spc="3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28" name="椭圆 27"/>
          <p:cNvSpPr/>
          <p:nvPr>
            <p:custDataLst>
              <p:tags r:id="rId7"/>
            </p:custDataLst>
          </p:nvPr>
        </p:nvSpPr>
        <p:spPr>
          <a:xfrm>
            <a:off x="3858127" y="4067920"/>
            <a:ext cx="182770" cy="182770"/>
          </a:xfrm>
          <a:prstGeom prst="ellipse">
            <a:avLst/>
          </a:prstGeom>
          <a:solidFill>
            <a:srgbClr val="4276AA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7" name="任意多边形 66"/>
          <p:cNvSpPr/>
          <p:nvPr>
            <p:custDataLst>
              <p:tags r:id="rId8"/>
            </p:custDataLst>
          </p:nvPr>
        </p:nvSpPr>
        <p:spPr bwMode="auto">
          <a:xfrm flipH="1">
            <a:off x="3631954" y="2414360"/>
            <a:ext cx="669624" cy="1653560"/>
          </a:xfrm>
          <a:custGeom>
            <a:avLst/>
            <a:gdLst>
              <a:gd name="T0" fmla="*/ 937 w 1176"/>
              <a:gd name="T1" fmla="*/ 1835 h 2904"/>
              <a:gd name="T2" fmla="*/ 1107 w 1176"/>
              <a:gd name="T3" fmla="*/ 1699 h 2904"/>
              <a:gd name="T4" fmla="*/ 1172 w 1176"/>
              <a:gd name="T5" fmla="*/ 1536 h 2904"/>
              <a:gd name="T6" fmla="*/ 1159 w 1176"/>
              <a:gd name="T7" fmla="*/ 1398 h 2904"/>
              <a:gd name="T8" fmla="*/ 1034 w 1176"/>
              <a:gd name="T9" fmla="*/ 1223 h 2904"/>
              <a:gd name="T10" fmla="*/ 860 w 1176"/>
              <a:gd name="T11" fmla="*/ 1120 h 2904"/>
              <a:gd name="T12" fmla="*/ 674 w 1176"/>
              <a:gd name="T13" fmla="*/ 1034 h 2904"/>
              <a:gd name="T14" fmla="*/ 965 w 1176"/>
              <a:gd name="T15" fmla="*/ 948 h 2904"/>
              <a:gd name="T16" fmla="*/ 1071 w 1176"/>
              <a:gd name="T17" fmla="*/ 844 h 2904"/>
              <a:gd name="T18" fmla="*/ 1135 w 1176"/>
              <a:gd name="T19" fmla="*/ 695 h 2904"/>
              <a:gd name="T20" fmla="*/ 1148 w 1176"/>
              <a:gd name="T21" fmla="*/ 530 h 2904"/>
              <a:gd name="T22" fmla="*/ 1107 w 1176"/>
              <a:gd name="T23" fmla="*/ 344 h 2904"/>
              <a:gd name="T24" fmla="*/ 1008 w 1176"/>
              <a:gd name="T25" fmla="*/ 185 h 2904"/>
              <a:gd name="T26" fmla="*/ 864 w 1176"/>
              <a:gd name="T27" fmla="*/ 68 h 2904"/>
              <a:gd name="T28" fmla="*/ 685 w 1176"/>
              <a:gd name="T29" fmla="*/ 6 h 2904"/>
              <a:gd name="T30" fmla="*/ 517 w 1176"/>
              <a:gd name="T31" fmla="*/ 6 h 2904"/>
              <a:gd name="T32" fmla="*/ 336 w 1176"/>
              <a:gd name="T33" fmla="*/ 66 h 2904"/>
              <a:gd name="T34" fmla="*/ 191 w 1176"/>
              <a:gd name="T35" fmla="*/ 181 h 2904"/>
              <a:gd name="T36" fmla="*/ 90 w 1176"/>
              <a:gd name="T37" fmla="*/ 338 h 2904"/>
              <a:gd name="T38" fmla="*/ 47 w 1176"/>
              <a:gd name="T39" fmla="*/ 525 h 2904"/>
              <a:gd name="T40" fmla="*/ 67 w 1176"/>
              <a:gd name="T41" fmla="*/ 695 h 2904"/>
              <a:gd name="T42" fmla="*/ 41 w 1176"/>
              <a:gd name="T43" fmla="*/ 823 h 2904"/>
              <a:gd name="T44" fmla="*/ 2 w 1176"/>
              <a:gd name="T45" fmla="*/ 975 h 2904"/>
              <a:gd name="T46" fmla="*/ 88 w 1176"/>
              <a:gd name="T47" fmla="*/ 1122 h 2904"/>
              <a:gd name="T48" fmla="*/ 11 w 1176"/>
              <a:gd name="T49" fmla="*/ 1374 h 2904"/>
              <a:gd name="T50" fmla="*/ 38 w 1176"/>
              <a:gd name="T51" fmla="*/ 1497 h 2904"/>
              <a:gd name="T52" fmla="*/ 138 w 1176"/>
              <a:gd name="T53" fmla="*/ 1549 h 2904"/>
              <a:gd name="T54" fmla="*/ 271 w 1176"/>
              <a:gd name="T55" fmla="*/ 1518 h 2904"/>
              <a:gd name="T56" fmla="*/ 293 w 1176"/>
              <a:gd name="T57" fmla="*/ 1753 h 2904"/>
              <a:gd name="T58" fmla="*/ 230 w 1176"/>
              <a:gd name="T59" fmla="*/ 2606 h 2904"/>
              <a:gd name="T60" fmla="*/ 82 w 1176"/>
              <a:gd name="T61" fmla="*/ 2671 h 2904"/>
              <a:gd name="T62" fmla="*/ 41 w 1176"/>
              <a:gd name="T63" fmla="*/ 2757 h 2904"/>
              <a:gd name="T64" fmla="*/ 56 w 1176"/>
              <a:gd name="T65" fmla="*/ 2839 h 2904"/>
              <a:gd name="T66" fmla="*/ 159 w 1176"/>
              <a:gd name="T67" fmla="*/ 2891 h 2904"/>
              <a:gd name="T68" fmla="*/ 375 w 1176"/>
              <a:gd name="T69" fmla="*/ 2900 h 2904"/>
              <a:gd name="T70" fmla="*/ 519 w 1176"/>
              <a:gd name="T71" fmla="*/ 2835 h 2904"/>
              <a:gd name="T72" fmla="*/ 588 w 1176"/>
              <a:gd name="T73" fmla="*/ 2712 h 2904"/>
              <a:gd name="T74" fmla="*/ 629 w 1176"/>
              <a:gd name="T75" fmla="*/ 2824 h 2904"/>
              <a:gd name="T76" fmla="*/ 732 w 1176"/>
              <a:gd name="T77" fmla="*/ 2876 h 2904"/>
              <a:gd name="T78" fmla="*/ 1032 w 1176"/>
              <a:gd name="T79" fmla="*/ 2871 h 2904"/>
              <a:gd name="T80" fmla="*/ 1099 w 1176"/>
              <a:gd name="T81" fmla="*/ 2816 h 2904"/>
              <a:gd name="T82" fmla="*/ 1084 w 1176"/>
              <a:gd name="T83" fmla="*/ 2718 h 2904"/>
              <a:gd name="T84" fmla="*/ 993 w 1176"/>
              <a:gd name="T85" fmla="*/ 2621 h 2904"/>
              <a:gd name="T86" fmla="*/ 330 w 1176"/>
              <a:gd name="T87" fmla="*/ 1346 h 2904"/>
              <a:gd name="T88" fmla="*/ 302 w 1176"/>
              <a:gd name="T89" fmla="*/ 1139 h 2904"/>
              <a:gd name="T90" fmla="*/ 474 w 1176"/>
              <a:gd name="T91" fmla="*/ 1029 h 2904"/>
              <a:gd name="T92" fmla="*/ 332 w 1176"/>
              <a:gd name="T93" fmla="*/ 1396 h 2904"/>
              <a:gd name="T94" fmla="*/ 502 w 1176"/>
              <a:gd name="T95" fmla="*/ 2283 h 2904"/>
              <a:gd name="T96" fmla="*/ 532 w 1176"/>
              <a:gd name="T97" fmla="*/ 2040 h 2904"/>
              <a:gd name="T98" fmla="*/ 573 w 1176"/>
              <a:gd name="T99" fmla="*/ 2008 h 2904"/>
              <a:gd name="T100" fmla="*/ 614 w 1176"/>
              <a:gd name="T101" fmla="*/ 2152 h 2904"/>
              <a:gd name="T102" fmla="*/ 601 w 1176"/>
              <a:gd name="T103" fmla="*/ 2667 h 2904"/>
              <a:gd name="T104" fmla="*/ 851 w 1176"/>
              <a:gd name="T105" fmla="*/ 1372 h 2904"/>
              <a:gd name="T106" fmla="*/ 926 w 1176"/>
              <a:gd name="T107" fmla="*/ 1447 h 2904"/>
              <a:gd name="T108" fmla="*/ 935 w 1176"/>
              <a:gd name="T109" fmla="*/ 1516 h 2904"/>
              <a:gd name="T110" fmla="*/ 844 w 1176"/>
              <a:gd name="T111" fmla="*/ 1607 h 2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76" h="2904">
                <a:moveTo>
                  <a:pt x="834" y="2581"/>
                </a:moveTo>
                <a:lnTo>
                  <a:pt x="814" y="1883"/>
                </a:lnTo>
                <a:lnTo>
                  <a:pt x="814" y="1883"/>
                </a:lnTo>
                <a:lnTo>
                  <a:pt x="831" y="1878"/>
                </a:lnTo>
                <a:lnTo>
                  <a:pt x="875" y="1863"/>
                </a:lnTo>
                <a:lnTo>
                  <a:pt x="905" y="1850"/>
                </a:lnTo>
                <a:lnTo>
                  <a:pt x="937" y="1835"/>
                </a:lnTo>
                <a:lnTo>
                  <a:pt x="972" y="1816"/>
                </a:lnTo>
                <a:lnTo>
                  <a:pt x="1008" y="1792"/>
                </a:lnTo>
                <a:lnTo>
                  <a:pt x="1043" y="1766"/>
                </a:lnTo>
                <a:lnTo>
                  <a:pt x="1060" y="1751"/>
                </a:lnTo>
                <a:lnTo>
                  <a:pt x="1077" y="1734"/>
                </a:lnTo>
                <a:lnTo>
                  <a:pt x="1092" y="1717"/>
                </a:lnTo>
                <a:lnTo>
                  <a:pt x="1107" y="1699"/>
                </a:lnTo>
                <a:lnTo>
                  <a:pt x="1120" y="1680"/>
                </a:lnTo>
                <a:lnTo>
                  <a:pt x="1133" y="1659"/>
                </a:lnTo>
                <a:lnTo>
                  <a:pt x="1144" y="1637"/>
                </a:lnTo>
                <a:lnTo>
                  <a:pt x="1153" y="1613"/>
                </a:lnTo>
                <a:lnTo>
                  <a:pt x="1163" y="1589"/>
                </a:lnTo>
                <a:lnTo>
                  <a:pt x="1168" y="1564"/>
                </a:lnTo>
                <a:lnTo>
                  <a:pt x="1172" y="1536"/>
                </a:lnTo>
                <a:lnTo>
                  <a:pt x="1176" y="1508"/>
                </a:lnTo>
                <a:lnTo>
                  <a:pt x="1176" y="1478"/>
                </a:lnTo>
                <a:lnTo>
                  <a:pt x="1174" y="1447"/>
                </a:lnTo>
                <a:lnTo>
                  <a:pt x="1174" y="1447"/>
                </a:lnTo>
                <a:lnTo>
                  <a:pt x="1170" y="1434"/>
                </a:lnTo>
                <a:lnTo>
                  <a:pt x="1166" y="1419"/>
                </a:lnTo>
                <a:lnTo>
                  <a:pt x="1159" y="1398"/>
                </a:lnTo>
                <a:lnTo>
                  <a:pt x="1150" y="1376"/>
                </a:lnTo>
                <a:lnTo>
                  <a:pt x="1137" y="1348"/>
                </a:lnTo>
                <a:lnTo>
                  <a:pt x="1120" y="1318"/>
                </a:lnTo>
                <a:lnTo>
                  <a:pt x="1097" y="1288"/>
                </a:lnTo>
                <a:lnTo>
                  <a:pt x="1069" y="1254"/>
                </a:lnTo>
                <a:lnTo>
                  <a:pt x="1053" y="1240"/>
                </a:lnTo>
                <a:lnTo>
                  <a:pt x="1034" y="1223"/>
                </a:lnTo>
                <a:lnTo>
                  <a:pt x="1015" y="1208"/>
                </a:lnTo>
                <a:lnTo>
                  <a:pt x="995" y="1191"/>
                </a:lnTo>
                <a:lnTo>
                  <a:pt x="970" y="1176"/>
                </a:lnTo>
                <a:lnTo>
                  <a:pt x="946" y="1161"/>
                </a:lnTo>
                <a:lnTo>
                  <a:pt x="920" y="1146"/>
                </a:lnTo>
                <a:lnTo>
                  <a:pt x="892" y="1133"/>
                </a:lnTo>
                <a:lnTo>
                  <a:pt x="860" y="1120"/>
                </a:lnTo>
                <a:lnTo>
                  <a:pt x="827" y="1109"/>
                </a:lnTo>
                <a:lnTo>
                  <a:pt x="793" y="1098"/>
                </a:lnTo>
                <a:lnTo>
                  <a:pt x="756" y="1087"/>
                </a:lnTo>
                <a:lnTo>
                  <a:pt x="715" y="1077"/>
                </a:lnTo>
                <a:lnTo>
                  <a:pt x="674" y="1070"/>
                </a:lnTo>
                <a:lnTo>
                  <a:pt x="674" y="1034"/>
                </a:lnTo>
                <a:lnTo>
                  <a:pt x="674" y="1034"/>
                </a:lnTo>
                <a:lnTo>
                  <a:pt x="724" y="1029"/>
                </a:lnTo>
                <a:lnTo>
                  <a:pt x="773" y="1021"/>
                </a:lnTo>
                <a:lnTo>
                  <a:pt x="821" y="1012"/>
                </a:lnTo>
                <a:lnTo>
                  <a:pt x="864" y="997"/>
                </a:lnTo>
                <a:lnTo>
                  <a:pt x="907" y="980"/>
                </a:lnTo>
                <a:lnTo>
                  <a:pt x="946" y="960"/>
                </a:lnTo>
                <a:lnTo>
                  <a:pt x="965" y="948"/>
                </a:lnTo>
                <a:lnTo>
                  <a:pt x="982" y="935"/>
                </a:lnTo>
                <a:lnTo>
                  <a:pt x="998" y="922"/>
                </a:lnTo>
                <a:lnTo>
                  <a:pt x="1015" y="909"/>
                </a:lnTo>
                <a:lnTo>
                  <a:pt x="1030" y="894"/>
                </a:lnTo>
                <a:lnTo>
                  <a:pt x="1045" y="878"/>
                </a:lnTo>
                <a:lnTo>
                  <a:pt x="1058" y="861"/>
                </a:lnTo>
                <a:lnTo>
                  <a:pt x="1071" y="844"/>
                </a:lnTo>
                <a:lnTo>
                  <a:pt x="1084" y="825"/>
                </a:lnTo>
                <a:lnTo>
                  <a:pt x="1096" y="807"/>
                </a:lnTo>
                <a:lnTo>
                  <a:pt x="1105" y="786"/>
                </a:lnTo>
                <a:lnTo>
                  <a:pt x="1114" y="764"/>
                </a:lnTo>
                <a:lnTo>
                  <a:pt x="1122" y="741"/>
                </a:lnTo>
                <a:lnTo>
                  <a:pt x="1129" y="719"/>
                </a:lnTo>
                <a:lnTo>
                  <a:pt x="1135" y="695"/>
                </a:lnTo>
                <a:lnTo>
                  <a:pt x="1140" y="670"/>
                </a:lnTo>
                <a:lnTo>
                  <a:pt x="1144" y="644"/>
                </a:lnTo>
                <a:lnTo>
                  <a:pt x="1148" y="616"/>
                </a:lnTo>
                <a:lnTo>
                  <a:pt x="1150" y="588"/>
                </a:lnTo>
                <a:lnTo>
                  <a:pt x="1150" y="560"/>
                </a:lnTo>
                <a:lnTo>
                  <a:pt x="1150" y="560"/>
                </a:lnTo>
                <a:lnTo>
                  <a:pt x="1148" y="530"/>
                </a:lnTo>
                <a:lnTo>
                  <a:pt x="1146" y="502"/>
                </a:lnTo>
                <a:lnTo>
                  <a:pt x="1144" y="474"/>
                </a:lnTo>
                <a:lnTo>
                  <a:pt x="1138" y="448"/>
                </a:lnTo>
                <a:lnTo>
                  <a:pt x="1133" y="420"/>
                </a:lnTo>
                <a:lnTo>
                  <a:pt x="1125" y="394"/>
                </a:lnTo>
                <a:lnTo>
                  <a:pt x="1116" y="368"/>
                </a:lnTo>
                <a:lnTo>
                  <a:pt x="1107" y="344"/>
                </a:lnTo>
                <a:lnTo>
                  <a:pt x="1096" y="318"/>
                </a:lnTo>
                <a:lnTo>
                  <a:pt x="1084" y="293"/>
                </a:lnTo>
                <a:lnTo>
                  <a:pt x="1071" y="271"/>
                </a:lnTo>
                <a:lnTo>
                  <a:pt x="1056" y="249"/>
                </a:lnTo>
                <a:lnTo>
                  <a:pt x="1041" y="226"/>
                </a:lnTo>
                <a:lnTo>
                  <a:pt x="1025" y="204"/>
                </a:lnTo>
                <a:lnTo>
                  <a:pt x="1008" y="185"/>
                </a:lnTo>
                <a:lnTo>
                  <a:pt x="989" y="165"/>
                </a:lnTo>
                <a:lnTo>
                  <a:pt x="970" y="146"/>
                </a:lnTo>
                <a:lnTo>
                  <a:pt x="952" y="129"/>
                </a:lnTo>
                <a:lnTo>
                  <a:pt x="931" y="112"/>
                </a:lnTo>
                <a:lnTo>
                  <a:pt x="909" y="96"/>
                </a:lnTo>
                <a:lnTo>
                  <a:pt x="887" y="81"/>
                </a:lnTo>
                <a:lnTo>
                  <a:pt x="864" y="68"/>
                </a:lnTo>
                <a:lnTo>
                  <a:pt x="840" y="55"/>
                </a:lnTo>
                <a:lnTo>
                  <a:pt x="816" y="43"/>
                </a:lnTo>
                <a:lnTo>
                  <a:pt x="791" y="34"/>
                </a:lnTo>
                <a:lnTo>
                  <a:pt x="765" y="25"/>
                </a:lnTo>
                <a:lnTo>
                  <a:pt x="739" y="17"/>
                </a:lnTo>
                <a:lnTo>
                  <a:pt x="713" y="12"/>
                </a:lnTo>
                <a:lnTo>
                  <a:pt x="685" y="6"/>
                </a:lnTo>
                <a:lnTo>
                  <a:pt x="657" y="2"/>
                </a:lnTo>
                <a:lnTo>
                  <a:pt x="629" y="0"/>
                </a:lnTo>
                <a:lnTo>
                  <a:pt x="601" y="0"/>
                </a:lnTo>
                <a:lnTo>
                  <a:pt x="601" y="0"/>
                </a:lnTo>
                <a:lnTo>
                  <a:pt x="573" y="0"/>
                </a:lnTo>
                <a:lnTo>
                  <a:pt x="545" y="2"/>
                </a:lnTo>
                <a:lnTo>
                  <a:pt x="517" y="6"/>
                </a:lnTo>
                <a:lnTo>
                  <a:pt x="489" y="12"/>
                </a:lnTo>
                <a:lnTo>
                  <a:pt x="463" y="17"/>
                </a:lnTo>
                <a:lnTo>
                  <a:pt x="437" y="25"/>
                </a:lnTo>
                <a:lnTo>
                  <a:pt x="411" y="34"/>
                </a:lnTo>
                <a:lnTo>
                  <a:pt x="385" y="43"/>
                </a:lnTo>
                <a:lnTo>
                  <a:pt x="360" y="55"/>
                </a:lnTo>
                <a:lnTo>
                  <a:pt x="336" y="66"/>
                </a:lnTo>
                <a:lnTo>
                  <a:pt x="314" y="81"/>
                </a:lnTo>
                <a:lnTo>
                  <a:pt x="291" y="94"/>
                </a:lnTo>
                <a:lnTo>
                  <a:pt x="269" y="111"/>
                </a:lnTo>
                <a:lnTo>
                  <a:pt x="248" y="125"/>
                </a:lnTo>
                <a:lnTo>
                  <a:pt x="228" y="144"/>
                </a:lnTo>
                <a:lnTo>
                  <a:pt x="209" y="163"/>
                </a:lnTo>
                <a:lnTo>
                  <a:pt x="191" y="181"/>
                </a:lnTo>
                <a:lnTo>
                  <a:pt x="174" y="202"/>
                </a:lnTo>
                <a:lnTo>
                  <a:pt x="157" y="222"/>
                </a:lnTo>
                <a:lnTo>
                  <a:pt x="142" y="243"/>
                </a:lnTo>
                <a:lnTo>
                  <a:pt x="127" y="267"/>
                </a:lnTo>
                <a:lnTo>
                  <a:pt x="114" y="290"/>
                </a:lnTo>
                <a:lnTo>
                  <a:pt x="101" y="314"/>
                </a:lnTo>
                <a:lnTo>
                  <a:pt x="90" y="338"/>
                </a:lnTo>
                <a:lnTo>
                  <a:pt x="80" y="362"/>
                </a:lnTo>
                <a:lnTo>
                  <a:pt x="71" y="389"/>
                </a:lnTo>
                <a:lnTo>
                  <a:pt x="64" y="415"/>
                </a:lnTo>
                <a:lnTo>
                  <a:pt x="58" y="443"/>
                </a:lnTo>
                <a:lnTo>
                  <a:pt x="52" y="469"/>
                </a:lnTo>
                <a:lnTo>
                  <a:pt x="51" y="497"/>
                </a:lnTo>
                <a:lnTo>
                  <a:pt x="47" y="525"/>
                </a:lnTo>
                <a:lnTo>
                  <a:pt x="47" y="555"/>
                </a:lnTo>
                <a:lnTo>
                  <a:pt x="47" y="555"/>
                </a:lnTo>
                <a:lnTo>
                  <a:pt x="49" y="585"/>
                </a:lnTo>
                <a:lnTo>
                  <a:pt x="51" y="613"/>
                </a:lnTo>
                <a:lnTo>
                  <a:pt x="54" y="641"/>
                </a:lnTo>
                <a:lnTo>
                  <a:pt x="60" y="669"/>
                </a:lnTo>
                <a:lnTo>
                  <a:pt x="67" y="695"/>
                </a:lnTo>
                <a:lnTo>
                  <a:pt x="77" y="721"/>
                </a:lnTo>
                <a:lnTo>
                  <a:pt x="88" y="745"/>
                </a:lnTo>
                <a:lnTo>
                  <a:pt x="99" y="769"/>
                </a:lnTo>
                <a:lnTo>
                  <a:pt x="99" y="769"/>
                </a:lnTo>
                <a:lnTo>
                  <a:pt x="77" y="784"/>
                </a:lnTo>
                <a:lnTo>
                  <a:pt x="58" y="803"/>
                </a:lnTo>
                <a:lnTo>
                  <a:pt x="41" y="823"/>
                </a:lnTo>
                <a:lnTo>
                  <a:pt x="26" y="844"/>
                </a:lnTo>
                <a:lnTo>
                  <a:pt x="15" y="868"/>
                </a:lnTo>
                <a:lnTo>
                  <a:pt x="8" y="894"/>
                </a:lnTo>
                <a:lnTo>
                  <a:pt x="2" y="920"/>
                </a:lnTo>
                <a:lnTo>
                  <a:pt x="0" y="948"/>
                </a:lnTo>
                <a:lnTo>
                  <a:pt x="0" y="948"/>
                </a:lnTo>
                <a:lnTo>
                  <a:pt x="2" y="975"/>
                </a:lnTo>
                <a:lnTo>
                  <a:pt x="6" y="1001"/>
                </a:lnTo>
                <a:lnTo>
                  <a:pt x="13" y="1025"/>
                </a:lnTo>
                <a:lnTo>
                  <a:pt x="24" y="1047"/>
                </a:lnTo>
                <a:lnTo>
                  <a:pt x="38" y="1068"/>
                </a:lnTo>
                <a:lnTo>
                  <a:pt x="52" y="1088"/>
                </a:lnTo>
                <a:lnTo>
                  <a:pt x="69" y="1105"/>
                </a:lnTo>
                <a:lnTo>
                  <a:pt x="88" y="1122"/>
                </a:lnTo>
                <a:lnTo>
                  <a:pt x="88" y="1122"/>
                </a:lnTo>
                <a:lnTo>
                  <a:pt x="69" y="1176"/>
                </a:lnTo>
                <a:lnTo>
                  <a:pt x="49" y="1234"/>
                </a:lnTo>
                <a:lnTo>
                  <a:pt x="30" y="1292"/>
                </a:lnTo>
                <a:lnTo>
                  <a:pt x="23" y="1320"/>
                </a:lnTo>
                <a:lnTo>
                  <a:pt x="15" y="1348"/>
                </a:lnTo>
                <a:lnTo>
                  <a:pt x="11" y="1374"/>
                </a:lnTo>
                <a:lnTo>
                  <a:pt x="8" y="1400"/>
                </a:lnTo>
                <a:lnTo>
                  <a:pt x="8" y="1424"/>
                </a:lnTo>
                <a:lnTo>
                  <a:pt x="11" y="1449"/>
                </a:lnTo>
                <a:lnTo>
                  <a:pt x="19" y="1469"/>
                </a:lnTo>
                <a:lnTo>
                  <a:pt x="24" y="1478"/>
                </a:lnTo>
                <a:lnTo>
                  <a:pt x="30" y="1488"/>
                </a:lnTo>
                <a:lnTo>
                  <a:pt x="38" y="1497"/>
                </a:lnTo>
                <a:lnTo>
                  <a:pt x="45" y="1506"/>
                </a:lnTo>
                <a:lnTo>
                  <a:pt x="54" y="1514"/>
                </a:lnTo>
                <a:lnTo>
                  <a:pt x="66" y="1521"/>
                </a:lnTo>
                <a:lnTo>
                  <a:pt x="66" y="1521"/>
                </a:lnTo>
                <a:lnTo>
                  <a:pt x="90" y="1534"/>
                </a:lnTo>
                <a:lnTo>
                  <a:pt x="116" y="1544"/>
                </a:lnTo>
                <a:lnTo>
                  <a:pt x="138" y="1549"/>
                </a:lnTo>
                <a:lnTo>
                  <a:pt x="163" y="1551"/>
                </a:lnTo>
                <a:lnTo>
                  <a:pt x="183" y="1549"/>
                </a:lnTo>
                <a:lnTo>
                  <a:pt x="204" y="1546"/>
                </a:lnTo>
                <a:lnTo>
                  <a:pt x="224" y="1542"/>
                </a:lnTo>
                <a:lnTo>
                  <a:pt x="241" y="1534"/>
                </a:lnTo>
                <a:lnTo>
                  <a:pt x="258" y="1527"/>
                </a:lnTo>
                <a:lnTo>
                  <a:pt x="271" y="1518"/>
                </a:lnTo>
                <a:lnTo>
                  <a:pt x="295" y="1501"/>
                </a:lnTo>
                <a:lnTo>
                  <a:pt x="308" y="1488"/>
                </a:lnTo>
                <a:lnTo>
                  <a:pt x="314" y="1484"/>
                </a:lnTo>
                <a:lnTo>
                  <a:pt x="314" y="1484"/>
                </a:lnTo>
                <a:lnTo>
                  <a:pt x="308" y="1549"/>
                </a:lnTo>
                <a:lnTo>
                  <a:pt x="301" y="1633"/>
                </a:lnTo>
                <a:lnTo>
                  <a:pt x="293" y="1753"/>
                </a:lnTo>
                <a:lnTo>
                  <a:pt x="286" y="1908"/>
                </a:lnTo>
                <a:lnTo>
                  <a:pt x="280" y="2100"/>
                </a:lnTo>
                <a:lnTo>
                  <a:pt x="276" y="2329"/>
                </a:lnTo>
                <a:lnTo>
                  <a:pt x="274" y="2600"/>
                </a:lnTo>
                <a:lnTo>
                  <a:pt x="274" y="2600"/>
                </a:lnTo>
                <a:lnTo>
                  <a:pt x="261" y="2600"/>
                </a:lnTo>
                <a:lnTo>
                  <a:pt x="230" y="2606"/>
                </a:lnTo>
                <a:lnTo>
                  <a:pt x="209" y="2609"/>
                </a:lnTo>
                <a:lnTo>
                  <a:pt x="187" y="2615"/>
                </a:lnTo>
                <a:lnTo>
                  <a:pt x="163" y="2624"/>
                </a:lnTo>
                <a:lnTo>
                  <a:pt x="138" y="2634"/>
                </a:lnTo>
                <a:lnTo>
                  <a:pt x="114" y="2647"/>
                </a:lnTo>
                <a:lnTo>
                  <a:pt x="92" y="2662"/>
                </a:lnTo>
                <a:lnTo>
                  <a:pt x="82" y="2671"/>
                </a:lnTo>
                <a:lnTo>
                  <a:pt x="73" y="2680"/>
                </a:lnTo>
                <a:lnTo>
                  <a:pt x="66" y="2690"/>
                </a:lnTo>
                <a:lnTo>
                  <a:pt x="58" y="2701"/>
                </a:lnTo>
                <a:lnTo>
                  <a:pt x="51" y="2714"/>
                </a:lnTo>
                <a:lnTo>
                  <a:pt x="47" y="2727"/>
                </a:lnTo>
                <a:lnTo>
                  <a:pt x="43" y="2742"/>
                </a:lnTo>
                <a:lnTo>
                  <a:pt x="41" y="2757"/>
                </a:lnTo>
                <a:lnTo>
                  <a:pt x="41" y="2772"/>
                </a:lnTo>
                <a:lnTo>
                  <a:pt x="41" y="2788"/>
                </a:lnTo>
                <a:lnTo>
                  <a:pt x="45" y="2807"/>
                </a:lnTo>
                <a:lnTo>
                  <a:pt x="51" y="2826"/>
                </a:lnTo>
                <a:lnTo>
                  <a:pt x="51" y="2826"/>
                </a:lnTo>
                <a:lnTo>
                  <a:pt x="51" y="2830"/>
                </a:lnTo>
                <a:lnTo>
                  <a:pt x="56" y="2839"/>
                </a:lnTo>
                <a:lnTo>
                  <a:pt x="66" y="2850"/>
                </a:lnTo>
                <a:lnTo>
                  <a:pt x="75" y="2858"/>
                </a:lnTo>
                <a:lnTo>
                  <a:pt x="84" y="2865"/>
                </a:lnTo>
                <a:lnTo>
                  <a:pt x="99" y="2872"/>
                </a:lnTo>
                <a:lnTo>
                  <a:pt x="116" y="2880"/>
                </a:lnTo>
                <a:lnTo>
                  <a:pt x="135" y="2886"/>
                </a:lnTo>
                <a:lnTo>
                  <a:pt x="159" y="2891"/>
                </a:lnTo>
                <a:lnTo>
                  <a:pt x="187" y="2897"/>
                </a:lnTo>
                <a:lnTo>
                  <a:pt x="219" y="2900"/>
                </a:lnTo>
                <a:lnTo>
                  <a:pt x="256" y="2902"/>
                </a:lnTo>
                <a:lnTo>
                  <a:pt x="297" y="2904"/>
                </a:lnTo>
                <a:lnTo>
                  <a:pt x="297" y="2904"/>
                </a:lnTo>
                <a:lnTo>
                  <a:pt x="340" y="2902"/>
                </a:lnTo>
                <a:lnTo>
                  <a:pt x="375" y="2900"/>
                </a:lnTo>
                <a:lnTo>
                  <a:pt x="407" y="2895"/>
                </a:lnTo>
                <a:lnTo>
                  <a:pt x="435" y="2889"/>
                </a:lnTo>
                <a:lnTo>
                  <a:pt x="459" y="2880"/>
                </a:lnTo>
                <a:lnTo>
                  <a:pt x="478" y="2871"/>
                </a:lnTo>
                <a:lnTo>
                  <a:pt x="495" y="2861"/>
                </a:lnTo>
                <a:lnTo>
                  <a:pt x="508" y="2848"/>
                </a:lnTo>
                <a:lnTo>
                  <a:pt x="519" y="2835"/>
                </a:lnTo>
                <a:lnTo>
                  <a:pt x="528" y="2820"/>
                </a:lnTo>
                <a:lnTo>
                  <a:pt x="536" y="2805"/>
                </a:lnTo>
                <a:lnTo>
                  <a:pt x="541" y="2788"/>
                </a:lnTo>
                <a:lnTo>
                  <a:pt x="549" y="2751"/>
                </a:lnTo>
                <a:lnTo>
                  <a:pt x="556" y="2712"/>
                </a:lnTo>
                <a:lnTo>
                  <a:pt x="588" y="2712"/>
                </a:lnTo>
                <a:lnTo>
                  <a:pt x="588" y="2712"/>
                </a:lnTo>
                <a:lnTo>
                  <a:pt x="590" y="2719"/>
                </a:lnTo>
                <a:lnTo>
                  <a:pt x="592" y="2738"/>
                </a:lnTo>
                <a:lnTo>
                  <a:pt x="599" y="2764"/>
                </a:lnTo>
                <a:lnTo>
                  <a:pt x="605" y="2779"/>
                </a:lnTo>
                <a:lnTo>
                  <a:pt x="610" y="2794"/>
                </a:lnTo>
                <a:lnTo>
                  <a:pt x="620" y="2809"/>
                </a:lnTo>
                <a:lnTo>
                  <a:pt x="629" y="2824"/>
                </a:lnTo>
                <a:lnTo>
                  <a:pt x="640" y="2839"/>
                </a:lnTo>
                <a:lnTo>
                  <a:pt x="653" y="2850"/>
                </a:lnTo>
                <a:lnTo>
                  <a:pt x="670" y="2861"/>
                </a:lnTo>
                <a:lnTo>
                  <a:pt x="687" y="2871"/>
                </a:lnTo>
                <a:lnTo>
                  <a:pt x="707" y="2874"/>
                </a:lnTo>
                <a:lnTo>
                  <a:pt x="732" y="2876"/>
                </a:lnTo>
                <a:lnTo>
                  <a:pt x="732" y="2876"/>
                </a:lnTo>
                <a:lnTo>
                  <a:pt x="786" y="2878"/>
                </a:lnTo>
                <a:lnTo>
                  <a:pt x="847" y="2882"/>
                </a:lnTo>
                <a:lnTo>
                  <a:pt x="913" y="2884"/>
                </a:lnTo>
                <a:lnTo>
                  <a:pt x="944" y="2882"/>
                </a:lnTo>
                <a:lnTo>
                  <a:pt x="976" y="2880"/>
                </a:lnTo>
                <a:lnTo>
                  <a:pt x="1006" y="2876"/>
                </a:lnTo>
                <a:lnTo>
                  <a:pt x="1032" y="2871"/>
                </a:lnTo>
                <a:lnTo>
                  <a:pt x="1054" y="2861"/>
                </a:lnTo>
                <a:lnTo>
                  <a:pt x="1066" y="2856"/>
                </a:lnTo>
                <a:lnTo>
                  <a:pt x="1073" y="2850"/>
                </a:lnTo>
                <a:lnTo>
                  <a:pt x="1082" y="2843"/>
                </a:lnTo>
                <a:lnTo>
                  <a:pt x="1088" y="2835"/>
                </a:lnTo>
                <a:lnTo>
                  <a:pt x="1094" y="2826"/>
                </a:lnTo>
                <a:lnTo>
                  <a:pt x="1099" y="2816"/>
                </a:lnTo>
                <a:lnTo>
                  <a:pt x="1101" y="2805"/>
                </a:lnTo>
                <a:lnTo>
                  <a:pt x="1101" y="2794"/>
                </a:lnTo>
                <a:lnTo>
                  <a:pt x="1101" y="2781"/>
                </a:lnTo>
                <a:lnTo>
                  <a:pt x="1099" y="2768"/>
                </a:lnTo>
                <a:lnTo>
                  <a:pt x="1099" y="2768"/>
                </a:lnTo>
                <a:lnTo>
                  <a:pt x="1092" y="2740"/>
                </a:lnTo>
                <a:lnTo>
                  <a:pt x="1084" y="2718"/>
                </a:lnTo>
                <a:lnTo>
                  <a:pt x="1075" y="2697"/>
                </a:lnTo>
                <a:lnTo>
                  <a:pt x="1064" y="2678"/>
                </a:lnTo>
                <a:lnTo>
                  <a:pt x="1053" y="2663"/>
                </a:lnTo>
                <a:lnTo>
                  <a:pt x="1040" y="2650"/>
                </a:lnTo>
                <a:lnTo>
                  <a:pt x="1025" y="2639"/>
                </a:lnTo>
                <a:lnTo>
                  <a:pt x="1010" y="2630"/>
                </a:lnTo>
                <a:lnTo>
                  <a:pt x="993" y="2621"/>
                </a:lnTo>
                <a:lnTo>
                  <a:pt x="974" y="2615"/>
                </a:lnTo>
                <a:lnTo>
                  <a:pt x="933" y="2604"/>
                </a:lnTo>
                <a:lnTo>
                  <a:pt x="834" y="2581"/>
                </a:lnTo>
                <a:lnTo>
                  <a:pt x="834" y="2581"/>
                </a:lnTo>
                <a:close/>
                <a:moveTo>
                  <a:pt x="332" y="1396"/>
                </a:moveTo>
                <a:lnTo>
                  <a:pt x="332" y="1396"/>
                </a:lnTo>
                <a:lnTo>
                  <a:pt x="330" y="1346"/>
                </a:lnTo>
                <a:lnTo>
                  <a:pt x="327" y="1299"/>
                </a:lnTo>
                <a:lnTo>
                  <a:pt x="321" y="1254"/>
                </a:lnTo>
                <a:lnTo>
                  <a:pt x="314" y="1217"/>
                </a:lnTo>
                <a:lnTo>
                  <a:pt x="301" y="1161"/>
                </a:lnTo>
                <a:lnTo>
                  <a:pt x="295" y="1141"/>
                </a:lnTo>
                <a:lnTo>
                  <a:pt x="295" y="1141"/>
                </a:lnTo>
                <a:lnTo>
                  <a:pt x="302" y="1139"/>
                </a:lnTo>
                <a:lnTo>
                  <a:pt x="314" y="1133"/>
                </a:lnTo>
                <a:lnTo>
                  <a:pt x="338" y="1120"/>
                </a:lnTo>
                <a:lnTo>
                  <a:pt x="368" y="1101"/>
                </a:lnTo>
                <a:lnTo>
                  <a:pt x="398" y="1081"/>
                </a:lnTo>
                <a:lnTo>
                  <a:pt x="452" y="1045"/>
                </a:lnTo>
                <a:lnTo>
                  <a:pt x="474" y="1029"/>
                </a:lnTo>
                <a:lnTo>
                  <a:pt x="474" y="1029"/>
                </a:lnTo>
                <a:lnTo>
                  <a:pt x="442" y="1096"/>
                </a:lnTo>
                <a:lnTo>
                  <a:pt x="414" y="1161"/>
                </a:lnTo>
                <a:lnTo>
                  <a:pt x="390" y="1223"/>
                </a:lnTo>
                <a:lnTo>
                  <a:pt x="370" y="1279"/>
                </a:lnTo>
                <a:lnTo>
                  <a:pt x="342" y="1365"/>
                </a:lnTo>
                <a:lnTo>
                  <a:pt x="332" y="1396"/>
                </a:lnTo>
                <a:lnTo>
                  <a:pt x="332" y="1396"/>
                </a:lnTo>
                <a:close/>
                <a:moveTo>
                  <a:pt x="601" y="2667"/>
                </a:moveTo>
                <a:lnTo>
                  <a:pt x="521" y="2667"/>
                </a:lnTo>
                <a:lnTo>
                  <a:pt x="521" y="2667"/>
                </a:lnTo>
                <a:lnTo>
                  <a:pt x="513" y="2566"/>
                </a:lnTo>
                <a:lnTo>
                  <a:pt x="506" y="2462"/>
                </a:lnTo>
                <a:lnTo>
                  <a:pt x="502" y="2342"/>
                </a:lnTo>
                <a:lnTo>
                  <a:pt x="502" y="2283"/>
                </a:lnTo>
                <a:lnTo>
                  <a:pt x="504" y="2223"/>
                </a:lnTo>
                <a:lnTo>
                  <a:pt x="508" y="2167"/>
                </a:lnTo>
                <a:lnTo>
                  <a:pt x="513" y="2117"/>
                </a:lnTo>
                <a:lnTo>
                  <a:pt x="517" y="2094"/>
                </a:lnTo>
                <a:lnTo>
                  <a:pt x="521" y="2074"/>
                </a:lnTo>
                <a:lnTo>
                  <a:pt x="526" y="2055"/>
                </a:lnTo>
                <a:lnTo>
                  <a:pt x="532" y="2040"/>
                </a:lnTo>
                <a:lnTo>
                  <a:pt x="539" y="2027"/>
                </a:lnTo>
                <a:lnTo>
                  <a:pt x="547" y="2018"/>
                </a:lnTo>
                <a:lnTo>
                  <a:pt x="556" y="2010"/>
                </a:lnTo>
                <a:lnTo>
                  <a:pt x="566" y="2007"/>
                </a:lnTo>
                <a:lnTo>
                  <a:pt x="566" y="2007"/>
                </a:lnTo>
                <a:lnTo>
                  <a:pt x="569" y="2007"/>
                </a:lnTo>
                <a:lnTo>
                  <a:pt x="573" y="2008"/>
                </a:lnTo>
                <a:lnTo>
                  <a:pt x="579" y="2012"/>
                </a:lnTo>
                <a:lnTo>
                  <a:pt x="584" y="2020"/>
                </a:lnTo>
                <a:lnTo>
                  <a:pt x="592" y="2033"/>
                </a:lnTo>
                <a:lnTo>
                  <a:pt x="597" y="2049"/>
                </a:lnTo>
                <a:lnTo>
                  <a:pt x="603" y="2076"/>
                </a:lnTo>
                <a:lnTo>
                  <a:pt x="609" y="2109"/>
                </a:lnTo>
                <a:lnTo>
                  <a:pt x="614" y="2152"/>
                </a:lnTo>
                <a:lnTo>
                  <a:pt x="616" y="2204"/>
                </a:lnTo>
                <a:lnTo>
                  <a:pt x="618" y="2270"/>
                </a:lnTo>
                <a:lnTo>
                  <a:pt x="618" y="2346"/>
                </a:lnTo>
                <a:lnTo>
                  <a:pt x="614" y="2438"/>
                </a:lnTo>
                <a:lnTo>
                  <a:pt x="610" y="2544"/>
                </a:lnTo>
                <a:lnTo>
                  <a:pt x="601" y="2667"/>
                </a:lnTo>
                <a:lnTo>
                  <a:pt x="601" y="2667"/>
                </a:lnTo>
                <a:close/>
                <a:moveTo>
                  <a:pt x="737" y="1335"/>
                </a:moveTo>
                <a:lnTo>
                  <a:pt x="737" y="1335"/>
                </a:lnTo>
                <a:lnTo>
                  <a:pt x="765" y="1340"/>
                </a:lnTo>
                <a:lnTo>
                  <a:pt x="791" y="1348"/>
                </a:lnTo>
                <a:lnTo>
                  <a:pt x="814" y="1355"/>
                </a:lnTo>
                <a:lnTo>
                  <a:pt x="834" y="1365"/>
                </a:lnTo>
                <a:lnTo>
                  <a:pt x="851" y="1372"/>
                </a:lnTo>
                <a:lnTo>
                  <a:pt x="868" y="1381"/>
                </a:lnTo>
                <a:lnTo>
                  <a:pt x="881" y="1393"/>
                </a:lnTo>
                <a:lnTo>
                  <a:pt x="892" y="1402"/>
                </a:lnTo>
                <a:lnTo>
                  <a:pt x="907" y="1419"/>
                </a:lnTo>
                <a:lnTo>
                  <a:pt x="918" y="1434"/>
                </a:lnTo>
                <a:lnTo>
                  <a:pt x="924" y="1443"/>
                </a:lnTo>
                <a:lnTo>
                  <a:pt x="926" y="1447"/>
                </a:lnTo>
                <a:lnTo>
                  <a:pt x="926" y="1447"/>
                </a:lnTo>
                <a:lnTo>
                  <a:pt x="929" y="1460"/>
                </a:lnTo>
                <a:lnTo>
                  <a:pt x="933" y="1473"/>
                </a:lnTo>
                <a:lnTo>
                  <a:pt x="935" y="1484"/>
                </a:lnTo>
                <a:lnTo>
                  <a:pt x="937" y="1495"/>
                </a:lnTo>
                <a:lnTo>
                  <a:pt x="935" y="1505"/>
                </a:lnTo>
                <a:lnTo>
                  <a:pt x="935" y="1516"/>
                </a:lnTo>
                <a:lnTo>
                  <a:pt x="928" y="1534"/>
                </a:lnTo>
                <a:lnTo>
                  <a:pt x="918" y="1551"/>
                </a:lnTo>
                <a:lnTo>
                  <a:pt x="907" y="1564"/>
                </a:lnTo>
                <a:lnTo>
                  <a:pt x="892" y="1577"/>
                </a:lnTo>
                <a:lnTo>
                  <a:pt x="877" y="1589"/>
                </a:lnTo>
                <a:lnTo>
                  <a:pt x="860" y="1598"/>
                </a:lnTo>
                <a:lnTo>
                  <a:pt x="844" y="1607"/>
                </a:lnTo>
                <a:lnTo>
                  <a:pt x="814" y="1618"/>
                </a:lnTo>
                <a:lnTo>
                  <a:pt x="793" y="1624"/>
                </a:lnTo>
                <a:lnTo>
                  <a:pt x="784" y="1628"/>
                </a:lnTo>
                <a:lnTo>
                  <a:pt x="737" y="13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8" name="任意多边形 67"/>
          <p:cNvSpPr/>
          <p:nvPr>
            <p:custDataLst>
              <p:tags r:id="rId9"/>
            </p:custDataLst>
          </p:nvPr>
        </p:nvSpPr>
        <p:spPr bwMode="auto">
          <a:xfrm flipH="1">
            <a:off x="3609177" y="2387028"/>
            <a:ext cx="714038" cy="1703668"/>
          </a:xfrm>
          <a:custGeom>
            <a:avLst/>
            <a:gdLst>
              <a:gd name="T0" fmla="*/ 1168 w 1256"/>
              <a:gd name="T1" fmla="*/ 347 h 2991"/>
              <a:gd name="T2" fmla="*/ 907 w 1256"/>
              <a:gd name="T3" fmla="*/ 61 h 2991"/>
              <a:gd name="T4" fmla="*/ 562 w 1256"/>
              <a:gd name="T5" fmla="*/ 5 h 2991"/>
              <a:gd name="T6" fmla="*/ 222 w 1256"/>
              <a:gd name="T7" fmla="*/ 179 h 2991"/>
              <a:gd name="T8" fmla="*/ 47 w 1256"/>
              <a:gd name="T9" fmla="*/ 524 h 2991"/>
              <a:gd name="T10" fmla="*/ 39 w 1256"/>
              <a:gd name="T11" fmla="*/ 860 h 2991"/>
              <a:gd name="T12" fmla="*/ 54 w 1256"/>
              <a:gd name="T13" fmla="*/ 1151 h 2991"/>
              <a:gd name="T14" fmla="*/ 15 w 1256"/>
              <a:gd name="T15" fmla="*/ 1508 h 2991"/>
              <a:gd name="T16" fmla="*/ 183 w 1256"/>
              <a:gd name="T17" fmla="*/ 1638 h 2991"/>
              <a:gd name="T18" fmla="*/ 295 w 1256"/>
              <a:gd name="T19" fmla="*/ 1717 h 2991"/>
              <a:gd name="T20" fmla="*/ 125 w 1256"/>
              <a:gd name="T21" fmla="*/ 2661 h 2991"/>
              <a:gd name="T22" fmla="*/ 47 w 1256"/>
              <a:gd name="T23" fmla="*/ 2881 h 2991"/>
              <a:gd name="T24" fmla="*/ 338 w 1256"/>
              <a:gd name="T25" fmla="*/ 2991 h 2991"/>
              <a:gd name="T26" fmla="*/ 605 w 1256"/>
              <a:gd name="T27" fmla="*/ 2870 h 2991"/>
              <a:gd name="T28" fmla="*/ 717 w 1256"/>
              <a:gd name="T29" fmla="*/ 2960 h 2991"/>
              <a:gd name="T30" fmla="*/ 1135 w 1256"/>
              <a:gd name="T31" fmla="*/ 2948 h 2991"/>
              <a:gd name="T32" fmla="*/ 1149 w 1256"/>
              <a:gd name="T33" fmla="*/ 2715 h 2991"/>
              <a:gd name="T34" fmla="*/ 896 w 1256"/>
              <a:gd name="T35" fmla="*/ 1987 h 2991"/>
              <a:gd name="T36" fmla="*/ 1148 w 1256"/>
              <a:gd name="T37" fmla="*/ 1814 h 2991"/>
              <a:gd name="T38" fmla="*/ 1256 w 1256"/>
              <a:gd name="T39" fmla="*/ 1545 h 2991"/>
              <a:gd name="T40" fmla="*/ 1034 w 1256"/>
              <a:gd name="T41" fmla="*/ 1183 h 2991"/>
              <a:gd name="T42" fmla="*/ 1082 w 1256"/>
              <a:gd name="T43" fmla="*/ 995 h 2991"/>
              <a:gd name="T44" fmla="*/ 1228 w 1256"/>
              <a:gd name="T45" fmla="*/ 694 h 2991"/>
              <a:gd name="T46" fmla="*/ 659 w 1256"/>
              <a:gd name="T47" fmla="*/ 1077 h 2991"/>
              <a:gd name="T48" fmla="*/ 692 w 1256"/>
              <a:gd name="T49" fmla="*/ 1168 h 2991"/>
              <a:gd name="T50" fmla="*/ 1036 w 1256"/>
              <a:gd name="T51" fmla="*/ 1291 h 2991"/>
              <a:gd name="T52" fmla="*/ 1170 w 1256"/>
              <a:gd name="T53" fmla="*/ 1582 h 2991"/>
              <a:gd name="T54" fmla="*/ 896 w 1256"/>
              <a:gd name="T55" fmla="*/ 1868 h 2991"/>
              <a:gd name="T56" fmla="*/ 812 w 1256"/>
              <a:gd name="T57" fmla="*/ 1991 h 2991"/>
              <a:gd name="T58" fmla="*/ 950 w 1256"/>
              <a:gd name="T59" fmla="*/ 2683 h 2991"/>
              <a:gd name="T60" fmla="*/ 1095 w 1256"/>
              <a:gd name="T61" fmla="*/ 2838 h 2991"/>
              <a:gd name="T62" fmla="*/ 789 w 1256"/>
              <a:gd name="T63" fmla="*/ 2889 h 2991"/>
              <a:gd name="T64" fmla="*/ 681 w 1256"/>
              <a:gd name="T65" fmla="*/ 2726 h 2991"/>
              <a:gd name="T66" fmla="*/ 677 w 1256"/>
              <a:gd name="T67" fmla="*/ 2073 h 2991"/>
              <a:gd name="T68" fmla="*/ 575 w 1256"/>
              <a:gd name="T69" fmla="*/ 2000 h 2991"/>
              <a:gd name="T70" fmla="*/ 498 w 1256"/>
              <a:gd name="T71" fmla="*/ 2542 h 2991"/>
              <a:gd name="T72" fmla="*/ 500 w 1256"/>
              <a:gd name="T73" fmla="*/ 2892 h 2991"/>
              <a:gd name="T74" fmla="*/ 131 w 1256"/>
              <a:gd name="T75" fmla="*/ 2864 h 2991"/>
              <a:gd name="T76" fmla="*/ 237 w 1256"/>
              <a:gd name="T77" fmla="*/ 2708 h 2991"/>
              <a:gd name="T78" fmla="*/ 360 w 1256"/>
              <a:gd name="T79" fmla="*/ 2667 h 2991"/>
              <a:gd name="T80" fmla="*/ 429 w 1256"/>
              <a:gd name="T81" fmla="*/ 1403 h 2991"/>
              <a:gd name="T82" fmla="*/ 567 w 1256"/>
              <a:gd name="T83" fmla="*/ 1116 h 2991"/>
              <a:gd name="T84" fmla="*/ 504 w 1256"/>
              <a:gd name="T85" fmla="*/ 983 h 2991"/>
              <a:gd name="T86" fmla="*/ 308 w 1256"/>
              <a:gd name="T87" fmla="*/ 750 h 2991"/>
              <a:gd name="T88" fmla="*/ 123 w 1256"/>
              <a:gd name="T89" fmla="*/ 616 h 2991"/>
              <a:gd name="T90" fmla="*/ 297 w 1256"/>
              <a:gd name="T91" fmla="*/ 222 h 2991"/>
              <a:gd name="T92" fmla="*/ 674 w 1256"/>
              <a:gd name="T93" fmla="*/ 84 h 2991"/>
              <a:gd name="T94" fmla="*/ 972 w 1256"/>
              <a:gd name="T95" fmla="*/ 213 h 2991"/>
              <a:gd name="T96" fmla="*/ 1133 w 1256"/>
              <a:gd name="T97" fmla="*/ 506 h 2991"/>
              <a:gd name="T98" fmla="*/ 1110 w 1256"/>
              <a:gd name="T99" fmla="*/ 815 h 2991"/>
              <a:gd name="T100" fmla="*/ 899 w 1256"/>
              <a:gd name="T101" fmla="*/ 1004 h 2991"/>
              <a:gd name="T102" fmla="*/ 282 w 1256"/>
              <a:gd name="T103" fmla="*/ 1498 h 2991"/>
              <a:gd name="T104" fmla="*/ 136 w 1256"/>
              <a:gd name="T105" fmla="*/ 1538 h 2991"/>
              <a:gd name="T106" fmla="*/ 105 w 1256"/>
              <a:gd name="T107" fmla="*/ 1364 h 2991"/>
              <a:gd name="T108" fmla="*/ 101 w 1256"/>
              <a:gd name="T109" fmla="*/ 1073 h 2991"/>
              <a:gd name="T110" fmla="*/ 134 w 1256"/>
              <a:gd name="T111" fmla="*/ 875 h 2991"/>
              <a:gd name="T112" fmla="*/ 308 w 1256"/>
              <a:gd name="T113" fmla="*/ 838 h 2991"/>
              <a:gd name="T114" fmla="*/ 418 w 1256"/>
              <a:gd name="T115" fmla="*/ 1015 h 2991"/>
              <a:gd name="T116" fmla="*/ 313 w 1256"/>
              <a:gd name="T117" fmla="*/ 1153 h 2991"/>
              <a:gd name="T118" fmla="*/ 427 w 1256"/>
              <a:gd name="T119" fmla="*/ 1176 h 2991"/>
              <a:gd name="T120" fmla="*/ 593 w 1256"/>
              <a:gd name="T121" fmla="*/ 2670 h 2991"/>
              <a:gd name="T122" fmla="*/ 610 w 1256"/>
              <a:gd name="T123" fmla="*/ 2381 h 2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56" h="2991">
                <a:moveTo>
                  <a:pt x="1228" y="694"/>
                </a:moveTo>
                <a:lnTo>
                  <a:pt x="1228" y="694"/>
                </a:lnTo>
                <a:lnTo>
                  <a:pt x="1230" y="664"/>
                </a:lnTo>
                <a:lnTo>
                  <a:pt x="1230" y="634"/>
                </a:lnTo>
                <a:lnTo>
                  <a:pt x="1230" y="605"/>
                </a:lnTo>
                <a:lnTo>
                  <a:pt x="1228" y="575"/>
                </a:lnTo>
                <a:lnTo>
                  <a:pt x="1226" y="547"/>
                </a:lnTo>
                <a:lnTo>
                  <a:pt x="1220" y="517"/>
                </a:lnTo>
                <a:lnTo>
                  <a:pt x="1215" y="487"/>
                </a:lnTo>
                <a:lnTo>
                  <a:pt x="1209" y="459"/>
                </a:lnTo>
                <a:lnTo>
                  <a:pt x="1200" y="431"/>
                </a:lnTo>
                <a:lnTo>
                  <a:pt x="1190" y="401"/>
                </a:lnTo>
                <a:lnTo>
                  <a:pt x="1181" y="375"/>
                </a:lnTo>
                <a:lnTo>
                  <a:pt x="1168" y="347"/>
                </a:lnTo>
                <a:lnTo>
                  <a:pt x="1155" y="321"/>
                </a:lnTo>
                <a:lnTo>
                  <a:pt x="1142" y="295"/>
                </a:lnTo>
                <a:lnTo>
                  <a:pt x="1127" y="269"/>
                </a:lnTo>
                <a:lnTo>
                  <a:pt x="1110" y="244"/>
                </a:lnTo>
                <a:lnTo>
                  <a:pt x="1110" y="244"/>
                </a:lnTo>
                <a:lnTo>
                  <a:pt x="1092" y="218"/>
                </a:lnTo>
                <a:lnTo>
                  <a:pt x="1071" y="194"/>
                </a:lnTo>
                <a:lnTo>
                  <a:pt x="1051" y="172"/>
                </a:lnTo>
                <a:lnTo>
                  <a:pt x="1030" y="149"/>
                </a:lnTo>
                <a:lnTo>
                  <a:pt x="1006" y="131"/>
                </a:lnTo>
                <a:lnTo>
                  <a:pt x="983" y="110"/>
                </a:lnTo>
                <a:lnTo>
                  <a:pt x="959" y="93"/>
                </a:lnTo>
                <a:lnTo>
                  <a:pt x="933" y="76"/>
                </a:lnTo>
                <a:lnTo>
                  <a:pt x="907" y="61"/>
                </a:lnTo>
                <a:lnTo>
                  <a:pt x="881" y="48"/>
                </a:lnTo>
                <a:lnTo>
                  <a:pt x="853" y="37"/>
                </a:lnTo>
                <a:lnTo>
                  <a:pt x="825" y="28"/>
                </a:lnTo>
                <a:lnTo>
                  <a:pt x="797" y="19"/>
                </a:lnTo>
                <a:lnTo>
                  <a:pt x="767" y="11"/>
                </a:lnTo>
                <a:lnTo>
                  <a:pt x="737" y="5"/>
                </a:lnTo>
                <a:lnTo>
                  <a:pt x="707" y="2"/>
                </a:lnTo>
                <a:lnTo>
                  <a:pt x="707" y="2"/>
                </a:lnTo>
                <a:lnTo>
                  <a:pt x="677" y="0"/>
                </a:lnTo>
                <a:lnTo>
                  <a:pt x="648" y="0"/>
                </a:lnTo>
                <a:lnTo>
                  <a:pt x="648" y="0"/>
                </a:lnTo>
                <a:lnTo>
                  <a:pt x="620" y="0"/>
                </a:lnTo>
                <a:lnTo>
                  <a:pt x="590" y="2"/>
                </a:lnTo>
                <a:lnTo>
                  <a:pt x="562" y="5"/>
                </a:lnTo>
                <a:lnTo>
                  <a:pt x="534" y="11"/>
                </a:lnTo>
                <a:lnTo>
                  <a:pt x="508" y="17"/>
                </a:lnTo>
                <a:lnTo>
                  <a:pt x="480" y="24"/>
                </a:lnTo>
                <a:lnTo>
                  <a:pt x="453" y="32"/>
                </a:lnTo>
                <a:lnTo>
                  <a:pt x="427" y="43"/>
                </a:lnTo>
                <a:lnTo>
                  <a:pt x="401" y="54"/>
                </a:lnTo>
                <a:lnTo>
                  <a:pt x="377" y="65"/>
                </a:lnTo>
                <a:lnTo>
                  <a:pt x="353" y="78"/>
                </a:lnTo>
                <a:lnTo>
                  <a:pt x="328" y="93"/>
                </a:lnTo>
                <a:lnTo>
                  <a:pt x="306" y="108"/>
                </a:lnTo>
                <a:lnTo>
                  <a:pt x="284" y="125"/>
                </a:lnTo>
                <a:lnTo>
                  <a:pt x="261" y="142"/>
                </a:lnTo>
                <a:lnTo>
                  <a:pt x="241" y="160"/>
                </a:lnTo>
                <a:lnTo>
                  <a:pt x="222" y="179"/>
                </a:lnTo>
                <a:lnTo>
                  <a:pt x="202" y="200"/>
                </a:lnTo>
                <a:lnTo>
                  <a:pt x="185" y="220"/>
                </a:lnTo>
                <a:lnTo>
                  <a:pt x="166" y="242"/>
                </a:lnTo>
                <a:lnTo>
                  <a:pt x="149" y="265"/>
                </a:lnTo>
                <a:lnTo>
                  <a:pt x="134" y="287"/>
                </a:lnTo>
                <a:lnTo>
                  <a:pt x="119" y="312"/>
                </a:lnTo>
                <a:lnTo>
                  <a:pt x="106" y="336"/>
                </a:lnTo>
                <a:lnTo>
                  <a:pt x="95" y="362"/>
                </a:lnTo>
                <a:lnTo>
                  <a:pt x="84" y="388"/>
                </a:lnTo>
                <a:lnTo>
                  <a:pt x="73" y="414"/>
                </a:lnTo>
                <a:lnTo>
                  <a:pt x="65" y="440"/>
                </a:lnTo>
                <a:lnTo>
                  <a:pt x="58" y="468"/>
                </a:lnTo>
                <a:lnTo>
                  <a:pt x="50" y="496"/>
                </a:lnTo>
                <a:lnTo>
                  <a:pt x="47" y="524"/>
                </a:lnTo>
                <a:lnTo>
                  <a:pt x="43" y="554"/>
                </a:lnTo>
                <a:lnTo>
                  <a:pt x="43" y="554"/>
                </a:lnTo>
                <a:lnTo>
                  <a:pt x="39" y="588"/>
                </a:lnTo>
                <a:lnTo>
                  <a:pt x="39" y="623"/>
                </a:lnTo>
                <a:lnTo>
                  <a:pt x="41" y="655"/>
                </a:lnTo>
                <a:lnTo>
                  <a:pt x="47" y="687"/>
                </a:lnTo>
                <a:lnTo>
                  <a:pt x="52" y="718"/>
                </a:lnTo>
                <a:lnTo>
                  <a:pt x="62" y="750"/>
                </a:lnTo>
                <a:lnTo>
                  <a:pt x="71" y="780"/>
                </a:lnTo>
                <a:lnTo>
                  <a:pt x="84" y="808"/>
                </a:lnTo>
                <a:lnTo>
                  <a:pt x="84" y="808"/>
                </a:lnTo>
                <a:lnTo>
                  <a:pt x="67" y="825"/>
                </a:lnTo>
                <a:lnTo>
                  <a:pt x="52" y="842"/>
                </a:lnTo>
                <a:lnTo>
                  <a:pt x="39" y="860"/>
                </a:lnTo>
                <a:lnTo>
                  <a:pt x="28" y="879"/>
                </a:lnTo>
                <a:lnTo>
                  <a:pt x="19" y="899"/>
                </a:lnTo>
                <a:lnTo>
                  <a:pt x="11" y="922"/>
                </a:lnTo>
                <a:lnTo>
                  <a:pt x="6" y="944"/>
                </a:lnTo>
                <a:lnTo>
                  <a:pt x="2" y="967"/>
                </a:lnTo>
                <a:lnTo>
                  <a:pt x="2" y="967"/>
                </a:lnTo>
                <a:lnTo>
                  <a:pt x="0" y="991"/>
                </a:lnTo>
                <a:lnTo>
                  <a:pt x="0" y="1017"/>
                </a:lnTo>
                <a:lnTo>
                  <a:pt x="4" y="1041"/>
                </a:lnTo>
                <a:lnTo>
                  <a:pt x="9" y="1064"/>
                </a:lnTo>
                <a:lnTo>
                  <a:pt x="17" y="1088"/>
                </a:lnTo>
                <a:lnTo>
                  <a:pt x="26" y="1110"/>
                </a:lnTo>
                <a:lnTo>
                  <a:pt x="39" y="1131"/>
                </a:lnTo>
                <a:lnTo>
                  <a:pt x="54" y="1151"/>
                </a:lnTo>
                <a:lnTo>
                  <a:pt x="54" y="1151"/>
                </a:lnTo>
                <a:lnTo>
                  <a:pt x="73" y="1174"/>
                </a:lnTo>
                <a:lnTo>
                  <a:pt x="73" y="1174"/>
                </a:lnTo>
                <a:lnTo>
                  <a:pt x="50" y="1248"/>
                </a:lnTo>
                <a:lnTo>
                  <a:pt x="50" y="1248"/>
                </a:lnTo>
                <a:lnTo>
                  <a:pt x="24" y="1340"/>
                </a:lnTo>
                <a:lnTo>
                  <a:pt x="24" y="1340"/>
                </a:lnTo>
                <a:lnTo>
                  <a:pt x="19" y="1357"/>
                </a:lnTo>
                <a:lnTo>
                  <a:pt x="13" y="1377"/>
                </a:lnTo>
                <a:lnTo>
                  <a:pt x="9" y="1403"/>
                </a:lnTo>
                <a:lnTo>
                  <a:pt x="7" y="1431"/>
                </a:lnTo>
                <a:lnTo>
                  <a:pt x="7" y="1461"/>
                </a:lnTo>
                <a:lnTo>
                  <a:pt x="11" y="1493"/>
                </a:lnTo>
                <a:lnTo>
                  <a:pt x="15" y="1508"/>
                </a:lnTo>
                <a:lnTo>
                  <a:pt x="21" y="1523"/>
                </a:lnTo>
                <a:lnTo>
                  <a:pt x="28" y="1539"/>
                </a:lnTo>
                <a:lnTo>
                  <a:pt x="35" y="1554"/>
                </a:lnTo>
                <a:lnTo>
                  <a:pt x="35" y="1554"/>
                </a:lnTo>
                <a:lnTo>
                  <a:pt x="47" y="1569"/>
                </a:lnTo>
                <a:lnTo>
                  <a:pt x="58" y="1584"/>
                </a:lnTo>
                <a:lnTo>
                  <a:pt x="73" y="1595"/>
                </a:lnTo>
                <a:lnTo>
                  <a:pt x="88" y="1607"/>
                </a:lnTo>
                <a:lnTo>
                  <a:pt x="105" y="1618"/>
                </a:lnTo>
                <a:lnTo>
                  <a:pt x="123" y="1625"/>
                </a:lnTo>
                <a:lnTo>
                  <a:pt x="142" y="1631"/>
                </a:lnTo>
                <a:lnTo>
                  <a:pt x="164" y="1637"/>
                </a:lnTo>
                <a:lnTo>
                  <a:pt x="164" y="1637"/>
                </a:lnTo>
                <a:lnTo>
                  <a:pt x="183" y="1638"/>
                </a:lnTo>
                <a:lnTo>
                  <a:pt x="202" y="1640"/>
                </a:lnTo>
                <a:lnTo>
                  <a:pt x="202" y="1640"/>
                </a:lnTo>
                <a:lnTo>
                  <a:pt x="202" y="1640"/>
                </a:lnTo>
                <a:lnTo>
                  <a:pt x="216" y="1640"/>
                </a:lnTo>
                <a:lnTo>
                  <a:pt x="231" y="1638"/>
                </a:lnTo>
                <a:lnTo>
                  <a:pt x="246" y="1635"/>
                </a:lnTo>
                <a:lnTo>
                  <a:pt x="259" y="1631"/>
                </a:lnTo>
                <a:lnTo>
                  <a:pt x="272" y="1625"/>
                </a:lnTo>
                <a:lnTo>
                  <a:pt x="286" y="1618"/>
                </a:lnTo>
                <a:lnTo>
                  <a:pt x="297" y="1610"/>
                </a:lnTo>
                <a:lnTo>
                  <a:pt x="308" y="1601"/>
                </a:lnTo>
                <a:lnTo>
                  <a:pt x="308" y="1601"/>
                </a:lnTo>
                <a:lnTo>
                  <a:pt x="300" y="1661"/>
                </a:lnTo>
                <a:lnTo>
                  <a:pt x="295" y="1717"/>
                </a:lnTo>
                <a:lnTo>
                  <a:pt x="289" y="1814"/>
                </a:lnTo>
                <a:lnTo>
                  <a:pt x="287" y="1883"/>
                </a:lnTo>
                <a:lnTo>
                  <a:pt x="286" y="1913"/>
                </a:lnTo>
                <a:lnTo>
                  <a:pt x="286" y="1913"/>
                </a:lnTo>
                <a:lnTo>
                  <a:pt x="282" y="2105"/>
                </a:lnTo>
                <a:lnTo>
                  <a:pt x="280" y="2308"/>
                </a:lnTo>
                <a:lnTo>
                  <a:pt x="276" y="2618"/>
                </a:lnTo>
                <a:lnTo>
                  <a:pt x="276" y="2618"/>
                </a:lnTo>
                <a:lnTo>
                  <a:pt x="250" y="2622"/>
                </a:lnTo>
                <a:lnTo>
                  <a:pt x="220" y="2626"/>
                </a:lnTo>
                <a:lnTo>
                  <a:pt x="187" y="2635"/>
                </a:lnTo>
                <a:lnTo>
                  <a:pt x="155" y="2646"/>
                </a:lnTo>
                <a:lnTo>
                  <a:pt x="140" y="2652"/>
                </a:lnTo>
                <a:lnTo>
                  <a:pt x="125" y="2661"/>
                </a:lnTo>
                <a:lnTo>
                  <a:pt x="110" y="2670"/>
                </a:lnTo>
                <a:lnTo>
                  <a:pt x="97" y="2680"/>
                </a:lnTo>
                <a:lnTo>
                  <a:pt x="84" y="2691"/>
                </a:lnTo>
                <a:lnTo>
                  <a:pt x="75" y="2704"/>
                </a:lnTo>
                <a:lnTo>
                  <a:pt x="65" y="2719"/>
                </a:lnTo>
                <a:lnTo>
                  <a:pt x="58" y="2734"/>
                </a:lnTo>
                <a:lnTo>
                  <a:pt x="58" y="2734"/>
                </a:lnTo>
                <a:lnTo>
                  <a:pt x="50" y="2754"/>
                </a:lnTo>
                <a:lnTo>
                  <a:pt x="45" y="2773"/>
                </a:lnTo>
                <a:lnTo>
                  <a:pt x="41" y="2790"/>
                </a:lnTo>
                <a:lnTo>
                  <a:pt x="39" y="2805"/>
                </a:lnTo>
                <a:lnTo>
                  <a:pt x="37" y="2835"/>
                </a:lnTo>
                <a:lnTo>
                  <a:pt x="41" y="2859"/>
                </a:lnTo>
                <a:lnTo>
                  <a:pt x="47" y="2881"/>
                </a:lnTo>
                <a:lnTo>
                  <a:pt x="54" y="2900"/>
                </a:lnTo>
                <a:lnTo>
                  <a:pt x="62" y="2917"/>
                </a:lnTo>
                <a:lnTo>
                  <a:pt x="71" y="2932"/>
                </a:lnTo>
                <a:lnTo>
                  <a:pt x="75" y="2937"/>
                </a:lnTo>
                <a:lnTo>
                  <a:pt x="75" y="2937"/>
                </a:lnTo>
                <a:lnTo>
                  <a:pt x="80" y="2945"/>
                </a:lnTo>
                <a:lnTo>
                  <a:pt x="88" y="2952"/>
                </a:lnTo>
                <a:lnTo>
                  <a:pt x="101" y="2962"/>
                </a:lnTo>
                <a:lnTo>
                  <a:pt x="123" y="2969"/>
                </a:lnTo>
                <a:lnTo>
                  <a:pt x="155" y="2978"/>
                </a:lnTo>
                <a:lnTo>
                  <a:pt x="202" y="2984"/>
                </a:lnTo>
                <a:lnTo>
                  <a:pt x="261" y="2990"/>
                </a:lnTo>
                <a:lnTo>
                  <a:pt x="338" y="2991"/>
                </a:lnTo>
                <a:lnTo>
                  <a:pt x="338" y="2991"/>
                </a:lnTo>
                <a:lnTo>
                  <a:pt x="379" y="2991"/>
                </a:lnTo>
                <a:lnTo>
                  <a:pt x="429" y="2988"/>
                </a:lnTo>
                <a:lnTo>
                  <a:pt x="457" y="2986"/>
                </a:lnTo>
                <a:lnTo>
                  <a:pt x="483" y="2982"/>
                </a:lnTo>
                <a:lnTo>
                  <a:pt x="508" y="2976"/>
                </a:lnTo>
                <a:lnTo>
                  <a:pt x="528" y="2971"/>
                </a:lnTo>
                <a:lnTo>
                  <a:pt x="528" y="2971"/>
                </a:lnTo>
                <a:lnTo>
                  <a:pt x="547" y="2963"/>
                </a:lnTo>
                <a:lnTo>
                  <a:pt x="562" y="2952"/>
                </a:lnTo>
                <a:lnTo>
                  <a:pt x="573" y="2939"/>
                </a:lnTo>
                <a:lnTo>
                  <a:pt x="584" y="2926"/>
                </a:lnTo>
                <a:lnTo>
                  <a:pt x="593" y="2909"/>
                </a:lnTo>
                <a:lnTo>
                  <a:pt x="599" y="2891"/>
                </a:lnTo>
                <a:lnTo>
                  <a:pt x="605" y="2870"/>
                </a:lnTo>
                <a:lnTo>
                  <a:pt x="608" y="2850"/>
                </a:lnTo>
                <a:lnTo>
                  <a:pt x="608" y="2850"/>
                </a:lnTo>
                <a:lnTo>
                  <a:pt x="612" y="2864"/>
                </a:lnTo>
                <a:lnTo>
                  <a:pt x="618" y="2879"/>
                </a:lnTo>
                <a:lnTo>
                  <a:pt x="625" y="2892"/>
                </a:lnTo>
                <a:lnTo>
                  <a:pt x="633" y="2906"/>
                </a:lnTo>
                <a:lnTo>
                  <a:pt x="633" y="2906"/>
                </a:lnTo>
                <a:lnTo>
                  <a:pt x="642" y="2917"/>
                </a:lnTo>
                <a:lnTo>
                  <a:pt x="653" y="2928"/>
                </a:lnTo>
                <a:lnTo>
                  <a:pt x="664" y="2937"/>
                </a:lnTo>
                <a:lnTo>
                  <a:pt x="675" y="2945"/>
                </a:lnTo>
                <a:lnTo>
                  <a:pt x="689" y="2950"/>
                </a:lnTo>
                <a:lnTo>
                  <a:pt x="702" y="2956"/>
                </a:lnTo>
                <a:lnTo>
                  <a:pt x="717" y="2960"/>
                </a:lnTo>
                <a:lnTo>
                  <a:pt x="731" y="2963"/>
                </a:lnTo>
                <a:lnTo>
                  <a:pt x="731" y="2963"/>
                </a:lnTo>
                <a:lnTo>
                  <a:pt x="780" y="2969"/>
                </a:lnTo>
                <a:lnTo>
                  <a:pt x="830" y="2973"/>
                </a:lnTo>
                <a:lnTo>
                  <a:pt x="883" y="2975"/>
                </a:lnTo>
                <a:lnTo>
                  <a:pt x="937" y="2976"/>
                </a:lnTo>
                <a:lnTo>
                  <a:pt x="937" y="2976"/>
                </a:lnTo>
                <a:lnTo>
                  <a:pt x="937" y="2976"/>
                </a:lnTo>
                <a:lnTo>
                  <a:pt x="991" y="2975"/>
                </a:lnTo>
                <a:lnTo>
                  <a:pt x="1047" y="2971"/>
                </a:lnTo>
                <a:lnTo>
                  <a:pt x="1073" y="2969"/>
                </a:lnTo>
                <a:lnTo>
                  <a:pt x="1097" y="2963"/>
                </a:lnTo>
                <a:lnTo>
                  <a:pt x="1118" y="2958"/>
                </a:lnTo>
                <a:lnTo>
                  <a:pt x="1135" y="2948"/>
                </a:lnTo>
                <a:lnTo>
                  <a:pt x="1135" y="2948"/>
                </a:lnTo>
                <a:lnTo>
                  <a:pt x="1142" y="2943"/>
                </a:lnTo>
                <a:lnTo>
                  <a:pt x="1148" y="2937"/>
                </a:lnTo>
                <a:lnTo>
                  <a:pt x="1155" y="2928"/>
                </a:lnTo>
                <a:lnTo>
                  <a:pt x="1161" y="2919"/>
                </a:lnTo>
                <a:lnTo>
                  <a:pt x="1170" y="2898"/>
                </a:lnTo>
                <a:lnTo>
                  <a:pt x="1176" y="2874"/>
                </a:lnTo>
                <a:lnTo>
                  <a:pt x="1179" y="2850"/>
                </a:lnTo>
                <a:lnTo>
                  <a:pt x="1179" y="2822"/>
                </a:lnTo>
                <a:lnTo>
                  <a:pt x="1177" y="2794"/>
                </a:lnTo>
                <a:lnTo>
                  <a:pt x="1170" y="2766"/>
                </a:lnTo>
                <a:lnTo>
                  <a:pt x="1170" y="2766"/>
                </a:lnTo>
                <a:lnTo>
                  <a:pt x="1162" y="2741"/>
                </a:lnTo>
                <a:lnTo>
                  <a:pt x="1149" y="2715"/>
                </a:lnTo>
                <a:lnTo>
                  <a:pt x="1140" y="2700"/>
                </a:lnTo>
                <a:lnTo>
                  <a:pt x="1131" y="2687"/>
                </a:lnTo>
                <a:lnTo>
                  <a:pt x="1118" y="2674"/>
                </a:lnTo>
                <a:lnTo>
                  <a:pt x="1105" y="2661"/>
                </a:lnTo>
                <a:lnTo>
                  <a:pt x="1090" y="2650"/>
                </a:lnTo>
                <a:lnTo>
                  <a:pt x="1071" y="2637"/>
                </a:lnTo>
                <a:lnTo>
                  <a:pt x="1052" y="2627"/>
                </a:lnTo>
                <a:lnTo>
                  <a:pt x="1030" y="2618"/>
                </a:lnTo>
                <a:lnTo>
                  <a:pt x="1006" y="2609"/>
                </a:lnTo>
                <a:lnTo>
                  <a:pt x="980" y="2601"/>
                </a:lnTo>
                <a:lnTo>
                  <a:pt x="950" y="2598"/>
                </a:lnTo>
                <a:lnTo>
                  <a:pt x="916" y="2594"/>
                </a:lnTo>
                <a:lnTo>
                  <a:pt x="916" y="2594"/>
                </a:lnTo>
                <a:lnTo>
                  <a:pt x="896" y="1987"/>
                </a:lnTo>
                <a:lnTo>
                  <a:pt x="896" y="1987"/>
                </a:lnTo>
                <a:lnTo>
                  <a:pt x="896" y="1954"/>
                </a:lnTo>
                <a:lnTo>
                  <a:pt x="896" y="1954"/>
                </a:lnTo>
                <a:lnTo>
                  <a:pt x="924" y="1946"/>
                </a:lnTo>
                <a:lnTo>
                  <a:pt x="954" y="1937"/>
                </a:lnTo>
                <a:lnTo>
                  <a:pt x="983" y="1926"/>
                </a:lnTo>
                <a:lnTo>
                  <a:pt x="1011" y="1913"/>
                </a:lnTo>
                <a:lnTo>
                  <a:pt x="1039" y="1898"/>
                </a:lnTo>
                <a:lnTo>
                  <a:pt x="1065" y="1881"/>
                </a:lnTo>
                <a:lnTo>
                  <a:pt x="1092" y="1862"/>
                </a:lnTo>
                <a:lnTo>
                  <a:pt x="1114" y="1844"/>
                </a:lnTo>
                <a:lnTo>
                  <a:pt x="1114" y="1844"/>
                </a:lnTo>
                <a:lnTo>
                  <a:pt x="1131" y="1829"/>
                </a:lnTo>
                <a:lnTo>
                  <a:pt x="1148" y="1814"/>
                </a:lnTo>
                <a:lnTo>
                  <a:pt x="1162" y="1797"/>
                </a:lnTo>
                <a:lnTo>
                  <a:pt x="1176" y="1780"/>
                </a:lnTo>
                <a:lnTo>
                  <a:pt x="1189" y="1763"/>
                </a:lnTo>
                <a:lnTo>
                  <a:pt x="1200" y="1745"/>
                </a:lnTo>
                <a:lnTo>
                  <a:pt x="1211" y="1728"/>
                </a:lnTo>
                <a:lnTo>
                  <a:pt x="1220" y="1709"/>
                </a:lnTo>
                <a:lnTo>
                  <a:pt x="1228" y="1689"/>
                </a:lnTo>
                <a:lnTo>
                  <a:pt x="1235" y="1670"/>
                </a:lnTo>
                <a:lnTo>
                  <a:pt x="1241" y="1650"/>
                </a:lnTo>
                <a:lnTo>
                  <a:pt x="1246" y="1629"/>
                </a:lnTo>
                <a:lnTo>
                  <a:pt x="1250" y="1609"/>
                </a:lnTo>
                <a:lnTo>
                  <a:pt x="1254" y="1588"/>
                </a:lnTo>
                <a:lnTo>
                  <a:pt x="1254" y="1566"/>
                </a:lnTo>
                <a:lnTo>
                  <a:pt x="1256" y="1545"/>
                </a:lnTo>
                <a:lnTo>
                  <a:pt x="1256" y="1545"/>
                </a:lnTo>
                <a:lnTo>
                  <a:pt x="1254" y="1523"/>
                </a:lnTo>
                <a:lnTo>
                  <a:pt x="1252" y="1502"/>
                </a:lnTo>
                <a:lnTo>
                  <a:pt x="1250" y="1484"/>
                </a:lnTo>
                <a:lnTo>
                  <a:pt x="1245" y="1463"/>
                </a:lnTo>
                <a:lnTo>
                  <a:pt x="1233" y="1426"/>
                </a:lnTo>
                <a:lnTo>
                  <a:pt x="1218" y="1388"/>
                </a:lnTo>
                <a:lnTo>
                  <a:pt x="1200" y="1353"/>
                </a:lnTo>
                <a:lnTo>
                  <a:pt x="1179" y="1319"/>
                </a:lnTo>
                <a:lnTo>
                  <a:pt x="1153" y="1288"/>
                </a:lnTo>
                <a:lnTo>
                  <a:pt x="1127" y="1260"/>
                </a:lnTo>
                <a:lnTo>
                  <a:pt x="1097" y="1232"/>
                </a:lnTo>
                <a:lnTo>
                  <a:pt x="1065" y="1205"/>
                </a:lnTo>
                <a:lnTo>
                  <a:pt x="1034" y="1183"/>
                </a:lnTo>
                <a:lnTo>
                  <a:pt x="1000" y="1163"/>
                </a:lnTo>
                <a:lnTo>
                  <a:pt x="965" y="1144"/>
                </a:lnTo>
                <a:lnTo>
                  <a:pt x="929" y="1127"/>
                </a:lnTo>
                <a:lnTo>
                  <a:pt x="894" y="1112"/>
                </a:lnTo>
                <a:lnTo>
                  <a:pt x="858" y="1101"/>
                </a:lnTo>
                <a:lnTo>
                  <a:pt x="858" y="1101"/>
                </a:lnTo>
                <a:lnTo>
                  <a:pt x="903" y="1090"/>
                </a:lnTo>
                <a:lnTo>
                  <a:pt x="944" y="1077"/>
                </a:lnTo>
                <a:lnTo>
                  <a:pt x="983" y="1060"/>
                </a:lnTo>
                <a:lnTo>
                  <a:pt x="1021" y="1039"/>
                </a:lnTo>
                <a:lnTo>
                  <a:pt x="1021" y="1039"/>
                </a:lnTo>
                <a:lnTo>
                  <a:pt x="1041" y="1026"/>
                </a:lnTo>
                <a:lnTo>
                  <a:pt x="1062" y="1011"/>
                </a:lnTo>
                <a:lnTo>
                  <a:pt x="1082" y="995"/>
                </a:lnTo>
                <a:lnTo>
                  <a:pt x="1101" y="978"/>
                </a:lnTo>
                <a:lnTo>
                  <a:pt x="1118" y="959"/>
                </a:lnTo>
                <a:lnTo>
                  <a:pt x="1133" y="940"/>
                </a:lnTo>
                <a:lnTo>
                  <a:pt x="1148" y="920"/>
                </a:lnTo>
                <a:lnTo>
                  <a:pt x="1162" y="898"/>
                </a:lnTo>
                <a:lnTo>
                  <a:pt x="1176" y="875"/>
                </a:lnTo>
                <a:lnTo>
                  <a:pt x="1187" y="851"/>
                </a:lnTo>
                <a:lnTo>
                  <a:pt x="1196" y="827"/>
                </a:lnTo>
                <a:lnTo>
                  <a:pt x="1205" y="802"/>
                </a:lnTo>
                <a:lnTo>
                  <a:pt x="1213" y="776"/>
                </a:lnTo>
                <a:lnTo>
                  <a:pt x="1218" y="750"/>
                </a:lnTo>
                <a:lnTo>
                  <a:pt x="1224" y="722"/>
                </a:lnTo>
                <a:lnTo>
                  <a:pt x="1228" y="694"/>
                </a:lnTo>
                <a:lnTo>
                  <a:pt x="1228" y="694"/>
                </a:lnTo>
                <a:close/>
                <a:moveTo>
                  <a:pt x="810" y="1024"/>
                </a:moveTo>
                <a:lnTo>
                  <a:pt x="810" y="1024"/>
                </a:lnTo>
                <a:lnTo>
                  <a:pt x="797" y="1026"/>
                </a:lnTo>
                <a:lnTo>
                  <a:pt x="780" y="1026"/>
                </a:lnTo>
                <a:lnTo>
                  <a:pt x="780" y="1026"/>
                </a:lnTo>
                <a:lnTo>
                  <a:pt x="758" y="1026"/>
                </a:lnTo>
                <a:lnTo>
                  <a:pt x="733" y="1028"/>
                </a:lnTo>
                <a:lnTo>
                  <a:pt x="711" y="1034"/>
                </a:lnTo>
                <a:lnTo>
                  <a:pt x="702" y="1037"/>
                </a:lnTo>
                <a:lnTo>
                  <a:pt x="692" y="1043"/>
                </a:lnTo>
                <a:lnTo>
                  <a:pt x="692" y="1043"/>
                </a:lnTo>
                <a:lnTo>
                  <a:pt x="677" y="1054"/>
                </a:lnTo>
                <a:lnTo>
                  <a:pt x="666" y="1065"/>
                </a:lnTo>
                <a:lnTo>
                  <a:pt x="659" y="1077"/>
                </a:lnTo>
                <a:lnTo>
                  <a:pt x="655" y="1090"/>
                </a:lnTo>
                <a:lnTo>
                  <a:pt x="651" y="1101"/>
                </a:lnTo>
                <a:lnTo>
                  <a:pt x="651" y="1112"/>
                </a:lnTo>
                <a:lnTo>
                  <a:pt x="653" y="1129"/>
                </a:lnTo>
                <a:lnTo>
                  <a:pt x="653" y="1131"/>
                </a:lnTo>
                <a:lnTo>
                  <a:pt x="653" y="1131"/>
                </a:lnTo>
                <a:lnTo>
                  <a:pt x="655" y="1140"/>
                </a:lnTo>
                <a:lnTo>
                  <a:pt x="659" y="1148"/>
                </a:lnTo>
                <a:lnTo>
                  <a:pt x="664" y="1153"/>
                </a:lnTo>
                <a:lnTo>
                  <a:pt x="670" y="1161"/>
                </a:lnTo>
                <a:lnTo>
                  <a:pt x="670" y="1161"/>
                </a:lnTo>
                <a:lnTo>
                  <a:pt x="677" y="1164"/>
                </a:lnTo>
                <a:lnTo>
                  <a:pt x="685" y="1166"/>
                </a:lnTo>
                <a:lnTo>
                  <a:pt x="692" y="1168"/>
                </a:lnTo>
                <a:lnTo>
                  <a:pt x="702" y="1168"/>
                </a:lnTo>
                <a:lnTo>
                  <a:pt x="702" y="1168"/>
                </a:lnTo>
                <a:lnTo>
                  <a:pt x="730" y="1166"/>
                </a:lnTo>
                <a:lnTo>
                  <a:pt x="730" y="1166"/>
                </a:lnTo>
                <a:lnTo>
                  <a:pt x="763" y="1168"/>
                </a:lnTo>
                <a:lnTo>
                  <a:pt x="799" y="1174"/>
                </a:lnTo>
                <a:lnTo>
                  <a:pt x="834" y="1183"/>
                </a:lnTo>
                <a:lnTo>
                  <a:pt x="871" y="1194"/>
                </a:lnTo>
                <a:lnTo>
                  <a:pt x="909" y="1211"/>
                </a:lnTo>
                <a:lnTo>
                  <a:pt x="944" y="1228"/>
                </a:lnTo>
                <a:lnTo>
                  <a:pt x="980" y="1248"/>
                </a:lnTo>
                <a:lnTo>
                  <a:pt x="1013" y="1273"/>
                </a:lnTo>
                <a:lnTo>
                  <a:pt x="1013" y="1273"/>
                </a:lnTo>
                <a:lnTo>
                  <a:pt x="1036" y="1291"/>
                </a:lnTo>
                <a:lnTo>
                  <a:pt x="1062" y="1314"/>
                </a:lnTo>
                <a:lnTo>
                  <a:pt x="1088" y="1342"/>
                </a:lnTo>
                <a:lnTo>
                  <a:pt x="1114" y="1373"/>
                </a:lnTo>
                <a:lnTo>
                  <a:pt x="1125" y="1392"/>
                </a:lnTo>
                <a:lnTo>
                  <a:pt x="1136" y="1411"/>
                </a:lnTo>
                <a:lnTo>
                  <a:pt x="1146" y="1431"/>
                </a:lnTo>
                <a:lnTo>
                  <a:pt x="1155" y="1452"/>
                </a:lnTo>
                <a:lnTo>
                  <a:pt x="1161" y="1474"/>
                </a:lnTo>
                <a:lnTo>
                  <a:pt x="1166" y="1497"/>
                </a:lnTo>
                <a:lnTo>
                  <a:pt x="1170" y="1521"/>
                </a:lnTo>
                <a:lnTo>
                  <a:pt x="1172" y="1545"/>
                </a:lnTo>
                <a:lnTo>
                  <a:pt x="1172" y="1545"/>
                </a:lnTo>
                <a:lnTo>
                  <a:pt x="1170" y="1564"/>
                </a:lnTo>
                <a:lnTo>
                  <a:pt x="1170" y="1582"/>
                </a:lnTo>
                <a:lnTo>
                  <a:pt x="1166" y="1601"/>
                </a:lnTo>
                <a:lnTo>
                  <a:pt x="1162" y="1618"/>
                </a:lnTo>
                <a:lnTo>
                  <a:pt x="1153" y="1651"/>
                </a:lnTo>
                <a:lnTo>
                  <a:pt x="1138" y="1683"/>
                </a:lnTo>
                <a:lnTo>
                  <a:pt x="1121" y="1711"/>
                </a:lnTo>
                <a:lnTo>
                  <a:pt x="1103" y="1737"/>
                </a:lnTo>
                <a:lnTo>
                  <a:pt x="1080" y="1762"/>
                </a:lnTo>
                <a:lnTo>
                  <a:pt x="1056" y="1782"/>
                </a:lnTo>
                <a:lnTo>
                  <a:pt x="1030" y="1803"/>
                </a:lnTo>
                <a:lnTo>
                  <a:pt x="1004" y="1819"/>
                </a:lnTo>
                <a:lnTo>
                  <a:pt x="978" y="1834"/>
                </a:lnTo>
                <a:lnTo>
                  <a:pt x="950" y="1847"/>
                </a:lnTo>
                <a:lnTo>
                  <a:pt x="922" y="1859"/>
                </a:lnTo>
                <a:lnTo>
                  <a:pt x="896" y="1868"/>
                </a:lnTo>
                <a:lnTo>
                  <a:pt x="870" y="1874"/>
                </a:lnTo>
                <a:lnTo>
                  <a:pt x="845" y="1879"/>
                </a:lnTo>
                <a:lnTo>
                  <a:pt x="845" y="1879"/>
                </a:lnTo>
                <a:lnTo>
                  <a:pt x="836" y="1881"/>
                </a:lnTo>
                <a:lnTo>
                  <a:pt x="828" y="1885"/>
                </a:lnTo>
                <a:lnTo>
                  <a:pt x="823" y="1888"/>
                </a:lnTo>
                <a:lnTo>
                  <a:pt x="817" y="1894"/>
                </a:lnTo>
                <a:lnTo>
                  <a:pt x="814" y="1900"/>
                </a:lnTo>
                <a:lnTo>
                  <a:pt x="810" y="1907"/>
                </a:lnTo>
                <a:lnTo>
                  <a:pt x="808" y="1915"/>
                </a:lnTo>
                <a:lnTo>
                  <a:pt x="808" y="1924"/>
                </a:lnTo>
                <a:lnTo>
                  <a:pt x="808" y="1924"/>
                </a:lnTo>
                <a:lnTo>
                  <a:pt x="812" y="1991"/>
                </a:lnTo>
                <a:lnTo>
                  <a:pt x="812" y="1991"/>
                </a:lnTo>
                <a:lnTo>
                  <a:pt x="827" y="2381"/>
                </a:lnTo>
                <a:lnTo>
                  <a:pt x="834" y="2637"/>
                </a:lnTo>
                <a:lnTo>
                  <a:pt x="834" y="2637"/>
                </a:lnTo>
                <a:lnTo>
                  <a:pt x="836" y="2644"/>
                </a:lnTo>
                <a:lnTo>
                  <a:pt x="838" y="2652"/>
                </a:lnTo>
                <a:lnTo>
                  <a:pt x="842" y="2659"/>
                </a:lnTo>
                <a:lnTo>
                  <a:pt x="847" y="2665"/>
                </a:lnTo>
                <a:lnTo>
                  <a:pt x="853" y="2670"/>
                </a:lnTo>
                <a:lnTo>
                  <a:pt x="860" y="2674"/>
                </a:lnTo>
                <a:lnTo>
                  <a:pt x="868" y="2676"/>
                </a:lnTo>
                <a:lnTo>
                  <a:pt x="877" y="2676"/>
                </a:lnTo>
                <a:lnTo>
                  <a:pt x="877" y="2676"/>
                </a:lnTo>
                <a:lnTo>
                  <a:pt x="914" y="2678"/>
                </a:lnTo>
                <a:lnTo>
                  <a:pt x="950" y="2683"/>
                </a:lnTo>
                <a:lnTo>
                  <a:pt x="980" y="2691"/>
                </a:lnTo>
                <a:lnTo>
                  <a:pt x="1008" y="2700"/>
                </a:lnTo>
                <a:lnTo>
                  <a:pt x="1032" y="2713"/>
                </a:lnTo>
                <a:lnTo>
                  <a:pt x="1043" y="2721"/>
                </a:lnTo>
                <a:lnTo>
                  <a:pt x="1052" y="2730"/>
                </a:lnTo>
                <a:lnTo>
                  <a:pt x="1062" y="2738"/>
                </a:lnTo>
                <a:lnTo>
                  <a:pt x="1069" y="2749"/>
                </a:lnTo>
                <a:lnTo>
                  <a:pt x="1077" y="2758"/>
                </a:lnTo>
                <a:lnTo>
                  <a:pt x="1082" y="2769"/>
                </a:lnTo>
                <a:lnTo>
                  <a:pt x="1082" y="2769"/>
                </a:lnTo>
                <a:lnTo>
                  <a:pt x="1090" y="2788"/>
                </a:lnTo>
                <a:lnTo>
                  <a:pt x="1093" y="2807"/>
                </a:lnTo>
                <a:lnTo>
                  <a:pt x="1095" y="2823"/>
                </a:lnTo>
                <a:lnTo>
                  <a:pt x="1095" y="2838"/>
                </a:lnTo>
                <a:lnTo>
                  <a:pt x="1095" y="2853"/>
                </a:lnTo>
                <a:lnTo>
                  <a:pt x="1092" y="2866"/>
                </a:lnTo>
                <a:lnTo>
                  <a:pt x="1090" y="2876"/>
                </a:lnTo>
                <a:lnTo>
                  <a:pt x="1086" y="2881"/>
                </a:lnTo>
                <a:lnTo>
                  <a:pt x="1086" y="2881"/>
                </a:lnTo>
                <a:lnTo>
                  <a:pt x="1069" y="2887"/>
                </a:lnTo>
                <a:lnTo>
                  <a:pt x="1037" y="2891"/>
                </a:lnTo>
                <a:lnTo>
                  <a:pt x="995" y="2894"/>
                </a:lnTo>
                <a:lnTo>
                  <a:pt x="937" y="2896"/>
                </a:lnTo>
                <a:lnTo>
                  <a:pt x="937" y="2896"/>
                </a:lnTo>
                <a:lnTo>
                  <a:pt x="937" y="2896"/>
                </a:lnTo>
                <a:lnTo>
                  <a:pt x="886" y="2894"/>
                </a:lnTo>
                <a:lnTo>
                  <a:pt x="838" y="2892"/>
                </a:lnTo>
                <a:lnTo>
                  <a:pt x="789" y="2889"/>
                </a:lnTo>
                <a:lnTo>
                  <a:pt x="745" y="2883"/>
                </a:lnTo>
                <a:lnTo>
                  <a:pt x="745" y="2883"/>
                </a:lnTo>
                <a:lnTo>
                  <a:pt x="731" y="2879"/>
                </a:lnTo>
                <a:lnTo>
                  <a:pt x="720" y="2874"/>
                </a:lnTo>
                <a:lnTo>
                  <a:pt x="711" y="2866"/>
                </a:lnTo>
                <a:lnTo>
                  <a:pt x="702" y="2857"/>
                </a:lnTo>
                <a:lnTo>
                  <a:pt x="702" y="2857"/>
                </a:lnTo>
                <a:lnTo>
                  <a:pt x="698" y="2848"/>
                </a:lnTo>
                <a:lnTo>
                  <a:pt x="692" y="2838"/>
                </a:lnTo>
                <a:lnTo>
                  <a:pt x="687" y="2816"/>
                </a:lnTo>
                <a:lnTo>
                  <a:pt x="681" y="2794"/>
                </a:lnTo>
                <a:lnTo>
                  <a:pt x="679" y="2769"/>
                </a:lnTo>
                <a:lnTo>
                  <a:pt x="679" y="2747"/>
                </a:lnTo>
                <a:lnTo>
                  <a:pt x="681" y="2726"/>
                </a:lnTo>
                <a:lnTo>
                  <a:pt x="685" y="2693"/>
                </a:lnTo>
                <a:lnTo>
                  <a:pt x="685" y="2693"/>
                </a:lnTo>
                <a:lnTo>
                  <a:pt x="687" y="2685"/>
                </a:lnTo>
                <a:lnTo>
                  <a:pt x="687" y="2685"/>
                </a:lnTo>
                <a:lnTo>
                  <a:pt x="689" y="2579"/>
                </a:lnTo>
                <a:lnTo>
                  <a:pt x="690" y="2471"/>
                </a:lnTo>
                <a:lnTo>
                  <a:pt x="690" y="2471"/>
                </a:lnTo>
                <a:lnTo>
                  <a:pt x="694" y="2370"/>
                </a:lnTo>
                <a:lnTo>
                  <a:pt x="696" y="2278"/>
                </a:lnTo>
                <a:lnTo>
                  <a:pt x="694" y="2196"/>
                </a:lnTo>
                <a:lnTo>
                  <a:pt x="692" y="2161"/>
                </a:lnTo>
                <a:lnTo>
                  <a:pt x="689" y="2129"/>
                </a:lnTo>
                <a:lnTo>
                  <a:pt x="683" y="2099"/>
                </a:lnTo>
                <a:lnTo>
                  <a:pt x="677" y="2073"/>
                </a:lnTo>
                <a:lnTo>
                  <a:pt x="668" y="2051"/>
                </a:lnTo>
                <a:lnTo>
                  <a:pt x="659" y="2032"/>
                </a:lnTo>
                <a:lnTo>
                  <a:pt x="648" y="2017"/>
                </a:lnTo>
                <a:lnTo>
                  <a:pt x="640" y="2010"/>
                </a:lnTo>
                <a:lnTo>
                  <a:pt x="633" y="2006"/>
                </a:lnTo>
                <a:lnTo>
                  <a:pt x="625" y="2000"/>
                </a:lnTo>
                <a:lnTo>
                  <a:pt x="616" y="1999"/>
                </a:lnTo>
                <a:lnTo>
                  <a:pt x="606" y="1997"/>
                </a:lnTo>
                <a:lnTo>
                  <a:pt x="597" y="1995"/>
                </a:lnTo>
                <a:lnTo>
                  <a:pt x="597" y="1995"/>
                </a:lnTo>
                <a:lnTo>
                  <a:pt x="593" y="1995"/>
                </a:lnTo>
                <a:lnTo>
                  <a:pt x="593" y="1995"/>
                </a:lnTo>
                <a:lnTo>
                  <a:pt x="584" y="1997"/>
                </a:lnTo>
                <a:lnTo>
                  <a:pt x="575" y="2000"/>
                </a:lnTo>
                <a:lnTo>
                  <a:pt x="564" y="2006"/>
                </a:lnTo>
                <a:lnTo>
                  <a:pt x="552" y="2017"/>
                </a:lnTo>
                <a:lnTo>
                  <a:pt x="552" y="2017"/>
                </a:lnTo>
                <a:lnTo>
                  <a:pt x="547" y="2027"/>
                </a:lnTo>
                <a:lnTo>
                  <a:pt x="543" y="2038"/>
                </a:lnTo>
                <a:lnTo>
                  <a:pt x="534" y="2064"/>
                </a:lnTo>
                <a:lnTo>
                  <a:pt x="524" y="2097"/>
                </a:lnTo>
                <a:lnTo>
                  <a:pt x="519" y="2139"/>
                </a:lnTo>
                <a:lnTo>
                  <a:pt x="513" y="2183"/>
                </a:lnTo>
                <a:lnTo>
                  <a:pt x="508" y="2232"/>
                </a:lnTo>
                <a:lnTo>
                  <a:pt x="504" y="2282"/>
                </a:lnTo>
                <a:lnTo>
                  <a:pt x="500" y="2336"/>
                </a:lnTo>
                <a:lnTo>
                  <a:pt x="498" y="2443"/>
                </a:lnTo>
                <a:lnTo>
                  <a:pt x="498" y="2542"/>
                </a:lnTo>
                <a:lnTo>
                  <a:pt x="500" y="2586"/>
                </a:lnTo>
                <a:lnTo>
                  <a:pt x="504" y="2626"/>
                </a:lnTo>
                <a:lnTo>
                  <a:pt x="508" y="2661"/>
                </a:lnTo>
                <a:lnTo>
                  <a:pt x="511" y="2687"/>
                </a:lnTo>
                <a:lnTo>
                  <a:pt x="511" y="2687"/>
                </a:lnTo>
                <a:lnTo>
                  <a:pt x="519" y="2730"/>
                </a:lnTo>
                <a:lnTo>
                  <a:pt x="524" y="2769"/>
                </a:lnTo>
                <a:lnTo>
                  <a:pt x="526" y="2803"/>
                </a:lnTo>
                <a:lnTo>
                  <a:pt x="524" y="2833"/>
                </a:lnTo>
                <a:lnTo>
                  <a:pt x="521" y="2855"/>
                </a:lnTo>
                <a:lnTo>
                  <a:pt x="517" y="2874"/>
                </a:lnTo>
                <a:lnTo>
                  <a:pt x="509" y="2885"/>
                </a:lnTo>
                <a:lnTo>
                  <a:pt x="504" y="2891"/>
                </a:lnTo>
                <a:lnTo>
                  <a:pt x="500" y="2892"/>
                </a:lnTo>
                <a:lnTo>
                  <a:pt x="500" y="2892"/>
                </a:lnTo>
                <a:lnTo>
                  <a:pt x="474" y="2898"/>
                </a:lnTo>
                <a:lnTo>
                  <a:pt x="437" y="2904"/>
                </a:lnTo>
                <a:lnTo>
                  <a:pt x="392" y="2906"/>
                </a:lnTo>
                <a:lnTo>
                  <a:pt x="338" y="2907"/>
                </a:lnTo>
                <a:lnTo>
                  <a:pt x="338" y="2907"/>
                </a:lnTo>
                <a:lnTo>
                  <a:pt x="269" y="2906"/>
                </a:lnTo>
                <a:lnTo>
                  <a:pt x="211" y="2902"/>
                </a:lnTo>
                <a:lnTo>
                  <a:pt x="168" y="2894"/>
                </a:lnTo>
                <a:lnTo>
                  <a:pt x="153" y="2892"/>
                </a:lnTo>
                <a:lnTo>
                  <a:pt x="144" y="2889"/>
                </a:lnTo>
                <a:lnTo>
                  <a:pt x="144" y="2887"/>
                </a:lnTo>
                <a:lnTo>
                  <a:pt x="144" y="2887"/>
                </a:lnTo>
                <a:lnTo>
                  <a:pt x="131" y="2864"/>
                </a:lnTo>
                <a:lnTo>
                  <a:pt x="125" y="2853"/>
                </a:lnTo>
                <a:lnTo>
                  <a:pt x="123" y="2840"/>
                </a:lnTo>
                <a:lnTo>
                  <a:pt x="121" y="2825"/>
                </a:lnTo>
                <a:lnTo>
                  <a:pt x="123" y="2808"/>
                </a:lnTo>
                <a:lnTo>
                  <a:pt x="129" y="2788"/>
                </a:lnTo>
                <a:lnTo>
                  <a:pt x="136" y="2766"/>
                </a:lnTo>
                <a:lnTo>
                  <a:pt x="136" y="2766"/>
                </a:lnTo>
                <a:lnTo>
                  <a:pt x="140" y="2756"/>
                </a:lnTo>
                <a:lnTo>
                  <a:pt x="147" y="2749"/>
                </a:lnTo>
                <a:lnTo>
                  <a:pt x="155" y="2741"/>
                </a:lnTo>
                <a:lnTo>
                  <a:pt x="162" y="2734"/>
                </a:lnTo>
                <a:lnTo>
                  <a:pt x="185" y="2723"/>
                </a:lnTo>
                <a:lnTo>
                  <a:pt x="211" y="2715"/>
                </a:lnTo>
                <a:lnTo>
                  <a:pt x="237" y="2708"/>
                </a:lnTo>
                <a:lnTo>
                  <a:pt x="265" y="2704"/>
                </a:lnTo>
                <a:lnTo>
                  <a:pt x="293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27" y="2700"/>
                </a:lnTo>
                <a:lnTo>
                  <a:pt x="334" y="2697"/>
                </a:lnTo>
                <a:lnTo>
                  <a:pt x="341" y="2693"/>
                </a:lnTo>
                <a:lnTo>
                  <a:pt x="347" y="2689"/>
                </a:lnTo>
                <a:lnTo>
                  <a:pt x="347" y="2689"/>
                </a:lnTo>
                <a:lnTo>
                  <a:pt x="353" y="2682"/>
                </a:lnTo>
                <a:lnTo>
                  <a:pt x="356" y="2674"/>
                </a:lnTo>
                <a:lnTo>
                  <a:pt x="360" y="2667"/>
                </a:lnTo>
                <a:lnTo>
                  <a:pt x="360" y="2659"/>
                </a:lnTo>
                <a:lnTo>
                  <a:pt x="360" y="2659"/>
                </a:lnTo>
                <a:lnTo>
                  <a:pt x="362" y="2390"/>
                </a:lnTo>
                <a:lnTo>
                  <a:pt x="366" y="2148"/>
                </a:lnTo>
                <a:lnTo>
                  <a:pt x="371" y="1915"/>
                </a:lnTo>
                <a:lnTo>
                  <a:pt x="371" y="1915"/>
                </a:lnTo>
                <a:lnTo>
                  <a:pt x="371" y="1887"/>
                </a:lnTo>
                <a:lnTo>
                  <a:pt x="373" y="1818"/>
                </a:lnTo>
                <a:lnTo>
                  <a:pt x="381" y="1717"/>
                </a:lnTo>
                <a:lnTo>
                  <a:pt x="386" y="1657"/>
                </a:lnTo>
                <a:lnTo>
                  <a:pt x="394" y="1595"/>
                </a:lnTo>
                <a:lnTo>
                  <a:pt x="403" y="1532"/>
                </a:lnTo>
                <a:lnTo>
                  <a:pt x="414" y="1467"/>
                </a:lnTo>
                <a:lnTo>
                  <a:pt x="429" y="1403"/>
                </a:lnTo>
                <a:lnTo>
                  <a:pt x="446" y="1344"/>
                </a:lnTo>
                <a:lnTo>
                  <a:pt x="457" y="1314"/>
                </a:lnTo>
                <a:lnTo>
                  <a:pt x="467" y="1286"/>
                </a:lnTo>
                <a:lnTo>
                  <a:pt x="478" y="1260"/>
                </a:lnTo>
                <a:lnTo>
                  <a:pt x="491" y="1233"/>
                </a:lnTo>
                <a:lnTo>
                  <a:pt x="504" y="1211"/>
                </a:lnTo>
                <a:lnTo>
                  <a:pt x="519" y="1189"/>
                </a:lnTo>
                <a:lnTo>
                  <a:pt x="534" y="1170"/>
                </a:lnTo>
                <a:lnTo>
                  <a:pt x="549" y="1153"/>
                </a:lnTo>
                <a:lnTo>
                  <a:pt x="549" y="1153"/>
                </a:lnTo>
                <a:lnTo>
                  <a:pt x="556" y="1146"/>
                </a:lnTo>
                <a:lnTo>
                  <a:pt x="560" y="1136"/>
                </a:lnTo>
                <a:lnTo>
                  <a:pt x="564" y="1127"/>
                </a:lnTo>
                <a:lnTo>
                  <a:pt x="567" y="1116"/>
                </a:lnTo>
                <a:lnTo>
                  <a:pt x="569" y="1097"/>
                </a:lnTo>
                <a:lnTo>
                  <a:pt x="571" y="1082"/>
                </a:lnTo>
                <a:lnTo>
                  <a:pt x="571" y="1082"/>
                </a:lnTo>
                <a:lnTo>
                  <a:pt x="569" y="1071"/>
                </a:lnTo>
                <a:lnTo>
                  <a:pt x="567" y="1062"/>
                </a:lnTo>
                <a:lnTo>
                  <a:pt x="562" y="1045"/>
                </a:lnTo>
                <a:lnTo>
                  <a:pt x="552" y="1034"/>
                </a:lnTo>
                <a:lnTo>
                  <a:pt x="545" y="1026"/>
                </a:lnTo>
                <a:lnTo>
                  <a:pt x="545" y="1026"/>
                </a:lnTo>
                <a:lnTo>
                  <a:pt x="536" y="1019"/>
                </a:lnTo>
                <a:lnTo>
                  <a:pt x="526" y="1015"/>
                </a:lnTo>
                <a:lnTo>
                  <a:pt x="504" y="1006"/>
                </a:lnTo>
                <a:lnTo>
                  <a:pt x="504" y="1006"/>
                </a:lnTo>
                <a:lnTo>
                  <a:pt x="504" y="983"/>
                </a:lnTo>
                <a:lnTo>
                  <a:pt x="502" y="961"/>
                </a:lnTo>
                <a:lnTo>
                  <a:pt x="496" y="940"/>
                </a:lnTo>
                <a:lnTo>
                  <a:pt x="491" y="918"/>
                </a:lnTo>
                <a:lnTo>
                  <a:pt x="483" y="898"/>
                </a:lnTo>
                <a:lnTo>
                  <a:pt x="474" y="877"/>
                </a:lnTo>
                <a:lnTo>
                  <a:pt x="463" y="858"/>
                </a:lnTo>
                <a:lnTo>
                  <a:pt x="450" y="840"/>
                </a:lnTo>
                <a:lnTo>
                  <a:pt x="450" y="840"/>
                </a:lnTo>
                <a:lnTo>
                  <a:pt x="431" y="817"/>
                </a:lnTo>
                <a:lnTo>
                  <a:pt x="409" y="799"/>
                </a:lnTo>
                <a:lnTo>
                  <a:pt x="386" y="782"/>
                </a:lnTo>
                <a:lnTo>
                  <a:pt x="362" y="769"/>
                </a:lnTo>
                <a:lnTo>
                  <a:pt x="336" y="758"/>
                </a:lnTo>
                <a:lnTo>
                  <a:pt x="308" y="750"/>
                </a:lnTo>
                <a:lnTo>
                  <a:pt x="280" y="746"/>
                </a:lnTo>
                <a:lnTo>
                  <a:pt x="252" y="744"/>
                </a:lnTo>
                <a:lnTo>
                  <a:pt x="252" y="744"/>
                </a:lnTo>
                <a:lnTo>
                  <a:pt x="226" y="744"/>
                </a:lnTo>
                <a:lnTo>
                  <a:pt x="202" y="748"/>
                </a:lnTo>
                <a:lnTo>
                  <a:pt x="179" y="754"/>
                </a:lnTo>
                <a:lnTo>
                  <a:pt x="155" y="763"/>
                </a:lnTo>
                <a:lnTo>
                  <a:pt x="155" y="763"/>
                </a:lnTo>
                <a:lnTo>
                  <a:pt x="146" y="741"/>
                </a:lnTo>
                <a:lnTo>
                  <a:pt x="138" y="717"/>
                </a:lnTo>
                <a:lnTo>
                  <a:pt x="133" y="692"/>
                </a:lnTo>
                <a:lnTo>
                  <a:pt x="129" y="668"/>
                </a:lnTo>
                <a:lnTo>
                  <a:pt x="125" y="642"/>
                </a:lnTo>
                <a:lnTo>
                  <a:pt x="123" y="616"/>
                </a:lnTo>
                <a:lnTo>
                  <a:pt x="123" y="590"/>
                </a:lnTo>
                <a:lnTo>
                  <a:pt x="125" y="563"/>
                </a:lnTo>
                <a:lnTo>
                  <a:pt x="125" y="563"/>
                </a:lnTo>
                <a:lnTo>
                  <a:pt x="129" y="537"/>
                </a:lnTo>
                <a:lnTo>
                  <a:pt x="133" y="513"/>
                </a:lnTo>
                <a:lnTo>
                  <a:pt x="138" y="489"/>
                </a:lnTo>
                <a:lnTo>
                  <a:pt x="146" y="465"/>
                </a:lnTo>
                <a:lnTo>
                  <a:pt x="153" y="442"/>
                </a:lnTo>
                <a:lnTo>
                  <a:pt x="162" y="418"/>
                </a:lnTo>
                <a:lnTo>
                  <a:pt x="181" y="375"/>
                </a:lnTo>
                <a:lnTo>
                  <a:pt x="205" y="332"/>
                </a:lnTo>
                <a:lnTo>
                  <a:pt x="233" y="293"/>
                </a:lnTo>
                <a:lnTo>
                  <a:pt x="263" y="256"/>
                </a:lnTo>
                <a:lnTo>
                  <a:pt x="297" y="222"/>
                </a:lnTo>
                <a:lnTo>
                  <a:pt x="334" y="192"/>
                </a:lnTo>
                <a:lnTo>
                  <a:pt x="373" y="164"/>
                </a:lnTo>
                <a:lnTo>
                  <a:pt x="414" y="140"/>
                </a:lnTo>
                <a:lnTo>
                  <a:pt x="457" y="121"/>
                </a:lnTo>
                <a:lnTo>
                  <a:pt x="480" y="112"/>
                </a:lnTo>
                <a:lnTo>
                  <a:pt x="504" y="104"/>
                </a:lnTo>
                <a:lnTo>
                  <a:pt x="526" y="99"/>
                </a:lnTo>
                <a:lnTo>
                  <a:pt x="550" y="93"/>
                </a:lnTo>
                <a:lnTo>
                  <a:pt x="575" y="89"/>
                </a:lnTo>
                <a:lnTo>
                  <a:pt x="599" y="86"/>
                </a:lnTo>
                <a:lnTo>
                  <a:pt x="623" y="84"/>
                </a:lnTo>
                <a:lnTo>
                  <a:pt x="648" y="84"/>
                </a:lnTo>
                <a:lnTo>
                  <a:pt x="648" y="84"/>
                </a:lnTo>
                <a:lnTo>
                  <a:pt x="674" y="84"/>
                </a:lnTo>
                <a:lnTo>
                  <a:pt x="700" y="86"/>
                </a:lnTo>
                <a:lnTo>
                  <a:pt x="700" y="86"/>
                </a:lnTo>
                <a:lnTo>
                  <a:pt x="724" y="89"/>
                </a:lnTo>
                <a:lnTo>
                  <a:pt x="750" y="93"/>
                </a:lnTo>
                <a:lnTo>
                  <a:pt x="774" y="101"/>
                </a:lnTo>
                <a:lnTo>
                  <a:pt x="799" y="108"/>
                </a:lnTo>
                <a:lnTo>
                  <a:pt x="823" y="116"/>
                </a:lnTo>
                <a:lnTo>
                  <a:pt x="845" y="127"/>
                </a:lnTo>
                <a:lnTo>
                  <a:pt x="868" y="138"/>
                </a:lnTo>
                <a:lnTo>
                  <a:pt x="890" y="149"/>
                </a:lnTo>
                <a:lnTo>
                  <a:pt x="912" y="164"/>
                </a:lnTo>
                <a:lnTo>
                  <a:pt x="933" y="179"/>
                </a:lnTo>
                <a:lnTo>
                  <a:pt x="954" y="194"/>
                </a:lnTo>
                <a:lnTo>
                  <a:pt x="972" y="213"/>
                </a:lnTo>
                <a:lnTo>
                  <a:pt x="991" y="229"/>
                </a:lnTo>
                <a:lnTo>
                  <a:pt x="1008" y="250"/>
                </a:lnTo>
                <a:lnTo>
                  <a:pt x="1026" y="270"/>
                </a:lnTo>
                <a:lnTo>
                  <a:pt x="1041" y="293"/>
                </a:lnTo>
                <a:lnTo>
                  <a:pt x="1041" y="293"/>
                </a:lnTo>
                <a:lnTo>
                  <a:pt x="1056" y="313"/>
                </a:lnTo>
                <a:lnTo>
                  <a:pt x="1069" y="336"/>
                </a:lnTo>
                <a:lnTo>
                  <a:pt x="1080" y="358"/>
                </a:lnTo>
                <a:lnTo>
                  <a:pt x="1093" y="382"/>
                </a:lnTo>
                <a:lnTo>
                  <a:pt x="1103" y="407"/>
                </a:lnTo>
                <a:lnTo>
                  <a:pt x="1112" y="431"/>
                </a:lnTo>
                <a:lnTo>
                  <a:pt x="1120" y="455"/>
                </a:lnTo>
                <a:lnTo>
                  <a:pt x="1127" y="479"/>
                </a:lnTo>
                <a:lnTo>
                  <a:pt x="1133" y="506"/>
                </a:lnTo>
                <a:lnTo>
                  <a:pt x="1138" y="530"/>
                </a:lnTo>
                <a:lnTo>
                  <a:pt x="1142" y="556"/>
                </a:lnTo>
                <a:lnTo>
                  <a:pt x="1144" y="582"/>
                </a:lnTo>
                <a:lnTo>
                  <a:pt x="1146" y="608"/>
                </a:lnTo>
                <a:lnTo>
                  <a:pt x="1146" y="634"/>
                </a:lnTo>
                <a:lnTo>
                  <a:pt x="1146" y="659"/>
                </a:lnTo>
                <a:lnTo>
                  <a:pt x="1144" y="685"/>
                </a:lnTo>
                <a:lnTo>
                  <a:pt x="1144" y="685"/>
                </a:lnTo>
                <a:lnTo>
                  <a:pt x="1140" y="709"/>
                </a:lnTo>
                <a:lnTo>
                  <a:pt x="1136" y="731"/>
                </a:lnTo>
                <a:lnTo>
                  <a:pt x="1131" y="754"/>
                </a:lnTo>
                <a:lnTo>
                  <a:pt x="1125" y="774"/>
                </a:lnTo>
                <a:lnTo>
                  <a:pt x="1118" y="795"/>
                </a:lnTo>
                <a:lnTo>
                  <a:pt x="1110" y="815"/>
                </a:lnTo>
                <a:lnTo>
                  <a:pt x="1101" y="834"/>
                </a:lnTo>
                <a:lnTo>
                  <a:pt x="1092" y="853"/>
                </a:lnTo>
                <a:lnTo>
                  <a:pt x="1080" y="870"/>
                </a:lnTo>
                <a:lnTo>
                  <a:pt x="1067" y="886"/>
                </a:lnTo>
                <a:lnTo>
                  <a:pt x="1054" y="903"/>
                </a:lnTo>
                <a:lnTo>
                  <a:pt x="1041" y="918"/>
                </a:lnTo>
                <a:lnTo>
                  <a:pt x="1026" y="931"/>
                </a:lnTo>
                <a:lnTo>
                  <a:pt x="1011" y="944"/>
                </a:lnTo>
                <a:lnTo>
                  <a:pt x="995" y="957"/>
                </a:lnTo>
                <a:lnTo>
                  <a:pt x="978" y="968"/>
                </a:lnTo>
                <a:lnTo>
                  <a:pt x="978" y="968"/>
                </a:lnTo>
                <a:lnTo>
                  <a:pt x="959" y="978"/>
                </a:lnTo>
                <a:lnTo>
                  <a:pt x="940" y="987"/>
                </a:lnTo>
                <a:lnTo>
                  <a:pt x="899" y="1004"/>
                </a:lnTo>
                <a:lnTo>
                  <a:pt x="856" y="1015"/>
                </a:lnTo>
                <a:lnTo>
                  <a:pt x="810" y="1024"/>
                </a:lnTo>
                <a:lnTo>
                  <a:pt x="810" y="1024"/>
                </a:lnTo>
                <a:close/>
                <a:moveTo>
                  <a:pt x="297" y="1196"/>
                </a:moveTo>
                <a:lnTo>
                  <a:pt x="297" y="1196"/>
                </a:lnTo>
                <a:lnTo>
                  <a:pt x="304" y="1241"/>
                </a:lnTo>
                <a:lnTo>
                  <a:pt x="308" y="1288"/>
                </a:lnTo>
                <a:lnTo>
                  <a:pt x="310" y="1334"/>
                </a:lnTo>
                <a:lnTo>
                  <a:pt x="308" y="1381"/>
                </a:lnTo>
                <a:lnTo>
                  <a:pt x="304" y="1426"/>
                </a:lnTo>
                <a:lnTo>
                  <a:pt x="299" y="1444"/>
                </a:lnTo>
                <a:lnTo>
                  <a:pt x="295" y="1465"/>
                </a:lnTo>
                <a:lnTo>
                  <a:pt x="289" y="1482"/>
                </a:lnTo>
                <a:lnTo>
                  <a:pt x="282" y="1498"/>
                </a:lnTo>
                <a:lnTo>
                  <a:pt x="274" y="1513"/>
                </a:lnTo>
                <a:lnTo>
                  <a:pt x="265" y="1526"/>
                </a:lnTo>
                <a:lnTo>
                  <a:pt x="265" y="1526"/>
                </a:lnTo>
                <a:lnTo>
                  <a:pt x="252" y="1539"/>
                </a:lnTo>
                <a:lnTo>
                  <a:pt x="237" y="1549"/>
                </a:lnTo>
                <a:lnTo>
                  <a:pt x="220" y="1554"/>
                </a:lnTo>
                <a:lnTo>
                  <a:pt x="202" y="1556"/>
                </a:lnTo>
                <a:lnTo>
                  <a:pt x="202" y="1556"/>
                </a:lnTo>
                <a:lnTo>
                  <a:pt x="202" y="1556"/>
                </a:lnTo>
                <a:lnTo>
                  <a:pt x="179" y="1554"/>
                </a:lnTo>
                <a:lnTo>
                  <a:pt x="179" y="1554"/>
                </a:lnTo>
                <a:lnTo>
                  <a:pt x="155" y="1547"/>
                </a:lnTo>
                <a:lnTo>
                  <a:pt x="146" y="1543"/>
                </a:lnTo>
                <a:lnTo>
                  <a:pt x="136" y="1538"/>
                </a:lnTo>
                <a:lnTo>
                  <a:pt x="127" y="1532"/>
                </a:lnTo>
                <a:lnTo>
                  <a:pt x="119" y="1526"/>
                </a:lnTo>
                <a:lnTo>
                  <a:pt x="112" y="1519"/>
                </a:lnTo>
                <a:lnTo>
                  <a:pt x="106" y="1510"/>
                </a:lnTo>
                <a:lnTo>
                  <a:pt x="106" y="1510"/>
                </a:lnTo>
                <a:lnTo>
                  <a:pt x="99" y="1495"/>
                </a:lnTo>
                <a:lnTo>
                  <a:pt x="95" y="1476"/>
                </a:lnTo>
                <a:lnTo>
                  <a:pt x="91" y="1459"/>
                </a:lnTo>
                <a:lnTo>
                  <a:pt x="91" y="1439"/>
                </a:lnTo>
                <a:lnTo>
                  <a:pt x="93" y="1420"/>
                </a:lnTo>
                <a:lnTo>
                  <a:pt x="95" y="1400"/>
                </a:lnTo>
                <a:lnTo>
                  <a:pt x="99" y="1381"/>
                </a:lnTo>
                <a:lnTo>
                  <a:pt x="105" y="1364"/>
                </a:lnTo>
                <a:lnTo>
                  <a:pt x="105" y="1364"/>
                </a:lnTo>
                <a:lnTo>
                  <a:pt x="131" y="1273"/>
                </a:lnTo>
                <a:lnTo>
                  <a:pt x="131" y="1273"/>
                </a:lnTo>
                <a:lnTo>
                  <a:pt x="162" y="1174"/>
                </a:lnTo>
                <a:lnTo>
                  <a:pt x="162" y="1174"/>
                </a:lnTo>
                <a:lnTo>
                  <a:pt x="164" y="1161"/>
                </a:lnTo>
                <a:lnTo>
                  <a:pt x="162" y="1148"/>
                </a:lnTo>
                <a:lnTo>
                  <a:pt x="157" y="1136"/>
                </a:lnTo>
                <a:lnTo>
                  <a:pt x="147" y="1127"/>
                </a:lnTo>
                <a:lnTo>
                  <a:pt x="147" y="1127"/>
                </a:lnTo>
                <a:lnTo>
                  <a:pt x="133" y="1114"/>
                </a:lnTo>
                <a:lnTo>
                  <a:pt x="119" y="1099"/>
                </a:lnTo>
                <a:lnTo>
                  <a:pt x="119" y="1099"/>
                </a:lnTo>
                <a:lnTo>
                  <a:pt x="110" y="1086"/>
                </a:lnTo>
                <a:lnTo>
                  <a:pt x="101" y="1073"/>
                </a:lnTo>
                <a:lnTo>
                  <a:pt x="95" y="1058"/>
                </a:lnTo>
                <a:lnTo>
                  <a:pt x="90" y="1041"/>
                </a:lnTo>
                <a:lnTo>
                  <a:pt x="86" y="1026"/>
                </a:lnTo>
                <a:lnTo>
                  <a:pt x="84" y="1009"/>
                </a:lnTo>
                <a:lnTo>
                  <a:pt x="84" y="993"/>
                </a:lnTo>
                <a:lnTo>
                  <a:pt x="84" y="976"/>
                </a:lnTo>
                <a:lnTo>
                  <a:pt x="84" y="976"/>
                </a:lnTo>
                <a:lnTo>
                  <a:pt x="88" y="959"/>
                </a:lnTo>
                <a:lnTo>
                  <a:pt x="91" y="944"/>
                </a:lnTo>
                <a:lnTo>
                  <a:pt x="97" y="929"/>
                </a:lnTo>
                <a:lnTo>
                  <a:pt x="105" y="914"/>
                </a:lnTo>
                <a:lnTo>
                  <a:pt x="114" y="899"/>
                </a:lnTo>
                <a:lnTo>
                  <a:pt x="123" y="886"/>
                </a:lnTo>
                <a:lnTo>
                  <a:pt x="134" y="875"/>
                </a:lnTo>
                <a:lnTo>
                  <a:pt x="147" y="864"/>
                </a:lnTo>
                <a:lnTo>
                  <a:pt x="147" y="864"/>
                </a:lnTo>
                <a:lnTo>
                  <a:pt x="159" y="856"/>
                </a:lnTo>
                <a:lnTo>
                  <a:pt x="172" y="849"/>
                </a:lnTo>
                <a:lnTo>
                  <a:pt x="183" y="842"/>
                </a:lnTo>
                <a:lnTo>
                  <a:pt x="196" y="838"/>
                </a:lnTo>
                <a:lnTo>
                  <a:pt x="209" y="832"/>
                </a:lnTo>
                <a:lnTo>
                  <a:pt x="224" y="830"/>
                </a:lnTo>
                <a:lnTo>
                  <a:pt x="237" y="828"/>
                </a:lnTo>
                <a:lnTo>
                  <a:pt x="252" y="828"/>
                </a:lnTo>
                <a:lnTo>
                  <a:pt x="252" y="828"/>
                </a:lnTo>
                <a:lnTo>
                  <a:pt x="271" y="828"/>
                </a:lnTo>
                <a:lnTo>
                  <a:pt x="289" y="832"/>
                </a:lnTo>
                <a:lnTo>
                  <a:pt x="308" y="838"/>
                </a:lnTo>
                <a:lnTo>
                  <a:pt x="325" y="845"/>
                </a:lnTo>
                <a:lnTo>
                  <a:pt x="341" y="855"/>
                </a:lnTo>
                <a:lnTo>
                  <a:pt x="356" y="864"/>
                </a:lnTo>
                <a:lnTo>
                  <a:pt x="371" y="877"/>
                </a:lnTo>
                <a:lnTo>
                  <a:pt x="384" y="892"/>
                </a:lnTo>
                <a:lnTo>
                  <a:pt x="384" y="892"/>
                </a:lnTo>
                <a:lnTo>
                  <a:pt x="394" y="905"/>
                </a:lnTo>
                <a:lnTo>
                  <a:pt x="401" y="920"/>
                </a:lnTo>
                <a:lnTo>
                  <a:pt x="409" y="935"/>
                </a:lnTo>
                <a:lnTo>
                  <a:pt x="414" y="950"/>
                </a:lnTo>
                <a:lnTo>
                  <a:pt x="416" y="967"/>
                </a:lnTo>
                <a:lnTo>
                  <a:pt x="420" y="983"/>
                </a:lnTo>
                <a:lnTo>
                  <a:pt x="420" y="998"/>
                </a:lnTo>
                <a:lnTo>
                  <a:pt x="418" y="1015"/>
                </a:lnTo>
                <a:lnTo>
                  <a:pt x="418" y="1015"/>
                </a:lnTo>
                <a:lnTo>
                  <a:pt x="416" y="1032"/>
                </a:lnTo>
                <a:lnTo>
                  <a:pt x="411" y="1049"/>
                </a:lnTo>
                <a:lnTo>
                  <a:pt x="405" y="1064"/>
                </a:lnTo>
                <a:lnTo>
                  <a:pt x="397" y="1079"/>
                </a:lnTo>
                <a:lnTo>
                  <a:pt x="390" y="1092"/>
                </a:lnTo>
                <a:lnTo>
                  <a:pt x="379" y="1105"/>
                </a:lnTo>
                <a:lnTo>
                  <a:pt x="368" y="1118"/>
                </a:lnTo>
                <a:lnTo>
                  <a:pt x="356" y="1127"/>
                </a:lnTo>
                <a:lnTo>
                  <a:pt x="356" y="1127"/>
                </a:lnTo>
                <a:lnTo>
                  <a:pt x="340" y="1140"/>
                </a:lnTo>
                <a:lnTo>
                  <a:pt x="321" y="1149"/>
                </a:lnTo>
                <a:lnTo>
                  <a:pt x="321" y="1149"/>
                </a:lnTo>
                <a:lnTo>
                  <a:pt x="313" y="1153"/>
                </a:lnTo>
                <a:lnTo>
                  <a:pt x="308" y="1157"/>
                </a:lnTo>
                <a:lnTo>
                  <a:pt x="304" y="1163"/>
                </a:lnTo>
                <a:lnTo>
                  <a:pt x="300" y="1168"/>
                </a:lnTo>
                <a:lnTo>
                  <a:pt x="297" y="1176"/>
                </a:lnTo>
                <a:lnTo>
                  <a:pt x="297" y="1181"/>
                </a:lnTo>
                <a:lnTo>
                  <a:pt x="295" y="1189"/>
                </a:lnTo>
                <a:lnTo>
                  <a:pt x="297" y="1196"/>
                </a:lnTo>
                <a:lnTo>
                  <a:pt x="297" y="1196"/>
                </a:lnTo>
                <a:close/>
                <a:moveTo>
                  <a:pt x="384" y="1211"/>
                </a:moveTo>
                <a:lnTo>
                  <a:pt x="384" y="1211"/>
                </a:lnTo>
                <a:lnTo>
                  <a:pt x="407" y="1194"/>
                </a:lnTo>
                <a:lnTo>
                  <a:pt x="407" y="1194"/>
                </a:lnTo>
                <a:lnTo>
                  <a:pt x="427" y="1176"/>
                </a:lnTo>
                <a:lnTo>
                  <a:pt x="427" y="1176"/>
                </a:lnTo>
                <a:lnTo>
                  <a:pt x="409" y="1215"/>
                </a:lnTo>
                <a:lnTo>
                  <a:pt x="390" y="1256"/>
                </a:lnTo>
                <a:lnTo>
                  <a:pt x="390" y="1256"/>
                </a:lnTo>
                <a:lnTo>
                  <a:pt x="384" y="1211"/>
                </a:lnTo>
                <a:lnTo>
                  <a:pt x="384" y="1211"/>
                </a:lnTo>
                <a:close/>
                <a:moveTo>
                  <a:pt x="606" y="2469"/>
                </a:moveTo>
                <a:lnTo>
                  <a:pt x="606" y="2469"/>
                </a:lnTo>
                <a:lnTo>
                  <a:pt x="605" y="2575"/>
                </a:lnTo>
                <a:lnTo>
                  <a:pt x="603" y="2682"/>
                </a:lnTo>
                <a:lnTo>
                  <a:pt x="603" y="2682"/>
                </a:lnTo>
                <a:lnTo>
                  <a:pt x="599" y="2700"/>
                </a:lnTo>
                <a:lnTo>
                  <a:pt x="599" y="2700"/>
                </a:lnTo>
                <a:lnTo>
                  <a:pt x="593" y="2670"/>
                </a:lnTo>
                <a:lnTo>
                  <a:pt x="593" y="2670"/>
                </a:lnTo>
                <a:lnTo>
                  <a:pt x="590" y="2648"/>
                </a:lnTo>
                <a:lnTo>
                  <a:pt x="586" y="2620"/>
                </a:lnTo>
                <a:lnTo>
                  <a:pt x="582" y="2558"/>
                </a:lnTo>
                <a:lnTo>
                  <a:pt x="582" y="2488"/>
                </a:lnTo>
                <a:lnTo>
                  <a:pt x="582" y="2409"/>
                </a:lnTo>
                <a:lnTo>
                  <a:pt x="586" y="2331"/>
                </a:lnTo>
                <a:lnTo>
                  <a:pt x="590" y="2256"/>
                </a:lnTo>
                <a:lnTo>
                  <a:pt x="597" y="2187"/>
                </a:lnTo>
                <a:lnTo>
                  <a:pt x="605" y="2131"/>
                </a:lnTo>
                <a:lnTo>
                  <a:pt x="605" y="2131"/>
                </a:lnTo>
                <a:lnTo>
                  <a:pt x="608" y="2163"/>
                </a:lnTo>
                <a:lnTo>
                  <a:pt x="610" y="2202"/>
                </a:lnTo>
                <a:lnTo>
                  <a:pt x="610" y="2290"/>
                </a:lnTo>
                <a:lnTo>
                  <a:pt x="610" y="2381"/>
                </a:lnTo>
                <a:lnTo>
                  <a:pt x="606" y="2469"/>
                </a:lnTo>
                <a:lnTo>
                  <a:pt x="606" y="246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9" name="任意多边形 68"/>
          <p:cNvSpPr/>
          <p:nvPr>
            <p:custDataLst>
              <p:tags r:id="rId10"/>
            </p:custDataLst>
          </p:nvPr>
        </p:nvSpPr>
        <p:spPr bwMode="auto">
          <a:xfrm flipH="1">
            <a:off x="3746974" y="3147757"/>
            <a:ext cx="159434" cy="222069"/>
          </a:xfrm>
          <a:custGeom>
            <a:avLst/>
            <a:gdLst>
              <a:gd name="T0" fmla="*/ 6 w 280"/>
              <a:gd name="T1" fmla="*/ 71 h 390"/>
              <a:gd name="T2" fmla="*/ 6 w 280"/>
              <a:gd name="T3" fmla="*/ 75 h 390"/>
              <a:gd name="T4" fmla="*/ 30 w 280"/>
              <a:gd name="T5" fmla="*/ 205 h 390"/>
              <a:gd name="T6" fmla="*/ 53 w 280"/>
              <a:gd name="T7" fmla="*/ 355 h 390"/>
              <a:gd name="T8" fmla="*/ 54 w 280"/>
              <a:gd name="T9" fmla="*/ 362 h 390"/>
              <a:gd name="T10" fmla="*/ 64 w 280"/>
              <a:gd name="T11" fmla="*/ 379 h 390"/>
              <a:gd name="T12" fmla="*/ 71 w 280"/>
              <a:gd name="T13" fmla="*/ 385 h 390"/>
              <a:gd name="T14" fmla="*/ 94 w 280"/>
              <a:gd name="T15" fmla="*/ 390 h 390"/>
              <a:gd name="T16" fmla="*/ 107 w 280"/>
              <a:gd name="T17" fmla="*/ 388 h 390"/>
              <a:gd name="T18" fmla="*/ 133 w 280"/>
              <a:gd name="T19" fmla="*/ 379 h 390"/>
              <a:gd name="T20" fmla="*/ 176 w 280"/>
              <a:gd name="T21" fmla="*/ 360 h 390"/>
              <a:gd name="T22" fmla="*/ 211 w 280"/>
              <a:gd name="T23" fmla="*/ 338 h 390"/>
              <a:gd name="T24" fmla="*/ 237 w 280"/>
              <a:gd name="T25" fmla="*/ 315 h 390"/>
              <a:gd name="T26" fmla="*/ 256 w 280"/>
              <a:gd name="T27" fmla="*/ 293 h 390"/>
              <a:gd name="T28" fmla="*/ 269 w 280"/>
              <a:gd name="T29" fmla="*/ 271 h 390"/>
              <a:gd name="T30" fmla="*/ 278 w 280"/>
              <a:gd name="T31" fmla="*/ 239 h 390"/>
              <a:gd name="T32" fmla="*/ 280 w 280"/>
              <a:gd name="T33" fmla="*/ 218 h 390"/>
              <a:gd name="T34" fmla="*/ 275 w 280"/>
              <a:gd name="T35" fmla="*/ 179 h 390"/>
              <a:gd name="T36" fmla="*/ 263 w 280"/>
              <a:gd name="T37" fmla="*/ 144 h 390"/>
              <a:gd name="T38" fmla="*/ 245 w 280"/>
              <a:gd name="T39" fmla="*/ 110 h 390"/>
              <a:gd name="T40" fmla="*/ 219 w 280"/>
              <a:gd name="T41" fmla="*/ 80 h 390"/>
              <a:gd name="T42" fmla="*/ 187 w 280"/>
              <a:gd name="T43" fmla="*/ 54 h 390"/>
              <a:gd name="T44" fmla="*/ 148 w 280"/>
              <a:gd name="T45" fmla="*/ 32 h 390"/>
              <a:gd name="T46" fmla="*/ 103 w 280"/>
              <a:gd name="T47" fmla="*/ 15 h 390"/>
              <a:gd name="T48" fmla="*/ 51 w 280"/>
              <a:gd name="T49" fmla="*/ 2 h 390"/>
              <a:gd name="T50" fmla="*/ 41 w 280"/>
              <a:gd name="T51" fmla="*/ 0 h 390"/>
              <a:gd name="T52" fmla="*/ 21 w 280"/>
              <a:gd name="T53" fmla="*/ 6 h 390"/>
              <a:gd name="T54" fmla="*/ 13 w 280"/>
              <a:gd name="T55" fmla="*/ 13 h 390"/>
              <a:gd name="T56" fmla="*/ 2 w 280"/>
              <a:gd name="T57" fmla="*/ 30 h 390"/>
              <a:gd name="T58" fmla="*/ 2 w 280"/>
              <a:gd name="T59" fmla="*/ 50 h 390"/>
              <a:gd name="T60" fmla="*/ 6 w 280"/>
              <a:gd name="T61" fmla="*/ 71 h 390"/>
              <a:gd name="T62" fmla="*/ 129 w 280"/>
              <a:gd name="T63" fmla="*/ 289 h 390"/>
              <a:gd name="T64" fmla="*/ 114 w 280"/>
              <a:gd name="T65" fmla="*/ 192 h 390"/>
              <a:gd name="T66" fmla="*/ 97 w 280"/>
              <a:gd name="T67" fmla="*/ 103 h 390"/>
              <a:gd name="T68" fmla="*/ 140 w 280"/>
              <a:gd name="T69" fmla="*/ 123 h 390"/>
              <a:gd name="T70" fmla="*/ 170 w 280"/>
              <a:gd name="T71" fmla="*/ 151 h 390"/>
              <a:gd name="T72" fmla="*/ 189 w 280"/>
              <a:gd name="T73" fmla="*/ 183 h 390"/>
              <a:gd name="T74" fmla="*/ 196 w 280"/>
              <a:gd name="T75" fmla="*/ 220 h 390"/>
              <a:gd name="T76" fmla="*/ 194 w 280"/>
              <a:gd name="T77" fmla="*/ 231 h 390"/>
              <a:gd name="T78" fmla="*/ 183 w 280"/>
              <a:gd name="T79" fmla="*/ 252 h 390"/>
              <a:gd name="T80" fmla="*/ 165 w 280"/>
              <a:gd name="T81" fmla="*/ 269 h 390"/>
              <a:gd name="T82" fmla="*/ 129 w 280"/>
              <a:gd name="T83" fmla="*/ 289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80" h="390">
                <a:moveTo>
                  <a:pt x="6" y="71"/>
                </a:moveTo>
                <a:lnTo>
                  <a:pt x="6" y="71"/>
                </a:lnTo>
                <a:lnTo>
                  <a:pt x="6" y="75"/>
                </a:lnTo>
                <a:lnTo>
                  <a:pt x="6" y="75"/>
                </a:lnTo>
                <a:lnTo>
                  <a:pt x="19" y="136"/>
                </a:lnTo>
                <a:lnTo>
                  <a:pt x="30" y="205"/>
                </a:lnTo>
                <a:lnTo>
                  <a:pt x="41" y="276"/>
                </a:lnTo>
                <a:lnTo>
                  <a:pt x="53" y="355"/>
                </a:lnTo>
                <a:lnTo>
                  <a:pt x="53" y="355"/>
                </a:lnTo>
                <a:lnTo>
                  <a:pt x="54" y="362"/>
                </a:lnTo>
                <a:lnTo>
                  <a:pt x="58" y="371"/>
                </a:lnTo>
                <a:lnTo>
                  <a:pt x="64" y="379"/>
                </a:lnTo>
                <a:lnTo>
                  <a:pt x="71" y="385"/>
                </a:lnTo>
                <a:lnTo>
                  <a:pt x="71" y="385"/>
                </a:lnTo>
                <a:lnTo>
                  <a:pt x="82" y="388"/>
                </a:lnTo>
                <a:lnTo>
                  <a:pt x="94" y="390"/>
                </a:lnTo>
                <a:lnTo>
                  <a:pt x="94" y="390"/>
                </a:lnTo>
                <a:lnTo>
                  <a:pt x="107" y="388"/>
                </a:lnTo>
                <a:lnTo>
                  <a:pt x="107" y="388"/>
                </a:lnTo>
                <a:lnTo>
                  <a:pt x="133" y="379"/>
                </a:lnTo>
                <a:lnTo>
                  <a:pt x="155" y="370"/>
                </a:lnTo>
                <a:lnTo>
                  <a:pt x="176" y="360"/>
                </a:lnTo>
                <a:lnTo>
                  <a:pt x="194" y="349"/>
                </a:lnTo>
                <a:lnTo>
                  <a:pt x="211" y="338"/>
                </a:lnTo>
                <a:lnTo>
                  <a:pt x="226" y="327"/>
                </a:lnTo>
                <a:lnTo>
                  <a:pt x="237" y="315"/>
                </a:lnTo>
                <a:lnTo>
                  <a:pt x="249" y="304"/>
                </a:lnTo>
                <a:lnTo>
                  <a:pt x="256" y="293"/>
                </a:lnTo>
                <a:lnTo>
                  <a:pt x="263" y="282"/>
                </a:lnTo>
                <a:lnTo>
                  <a:pt x="269" y="271"/>
                </a:lnTo>
                <a:lnTo>
                  <a:pt x="273" y="259"/>
                </a:lnTo>
                <a:lnTo>
                  <a:pt x="278" y="239"/>
                </a:lnTo>
                <a:lnTo>
                  <a:pt x="280" y="218"/>
                </a:lnTo>
                <a:lnTo>
                  <a:pt x="280" y="218"/>
                </a:lnTo>
                <a:lnTo>
                  <a:pt x="278" y="200"/>
                </a:lnTo>
                <a:lnTo>
                  <a:pt x="275" y="179"/>
                </a:lnTo>
                <a:lnTo>
                  <a:pt x="271" y="161"/>
                </a:lnTo>
                <a:lnTo>
                  <a:pt x="263" y="144"/>
                </a:lnTo>
                <a:lnTo>
                  <a:pt x="254" y="125"/>
                </a:lnTo>
                <a:lnTo>
                  <a:pt x="245" y="110"/>
                </a:lnTo>
                <a:lnTo>
                  <a:pt x="234" y="95"/>
                </a:lnTo>
                <a:lnTo>
                  <a:pt x="219" y="80"/>
                </a:lnTo>
                <a:lnTo>
                  <a:pt x="204" y="67"/>
                </a:lnTo>
                <a:lnTo>
                  <a:pt x="187" y="54"/>
                </a:lnTo>
                <a:lnTo>
                  <a:pt x="168" y="43"/>
                </a:lnTo>
                <a:lnTo>
                  <a:pt x="148" y="32"/>
                </a:lnTo>
                <a:lnTo>
                  <a:pt x="125" y="22"/>
                </a:lnTo>
                <a:lnTo>
                  <a:pt x="103" y="15"/>
                </a:lnTo>
                <a:lnTo>
                  <a:pt x="79" y="8"/>
                </a:lnTo>
                <a:lnTo>
                  <a:pt x="51" y="2"/>
                </a:lnTo>
                <a:lnTo>
                  <a:pt x="51" y="2"/>
                </a:lnTo>
                <a:lnTo>
                  <a:pt x="41" y="0"/>
                </a:lnTo>
                <a:lnTo>
                  <a:pt x="30" y="2"/>
                </a:lnTo>
                <a:lnTo>
                  <a:pt x="21" y="6"/>
                </a:lnTo>
                <a:lnTo>
                  <a:pt x="13" y="13"/>
                </a:lnTo>
                <a:lnTo>
                  <a:pt x="13" y="13"/>
                </a:lnTo>
                <a:lnTo>
                  <a:pt x="8" y="21"/>
                </a:lnTo>
                <a:lnTo>
                  <a:pt x="2" y="30"/>
                </a:lnTo>
                <a:lnTo>
                  <a:pt x="0" y="39"/>
                </a:lnTo>
                <a:lnTo>
                  <a:pt x="2" y="50"/>
                </a:lnTo>
                <a:lnTo>
                  <a:pt x="2" y="50"/>
                </a:lnTo>
                <a:lnTo>
                  <a:pt x="6" y="71"/>
                </a:lnTo>
                <a:lnTo>
                  <a:pt x="6" y="71"/>
                </a:lnTo>
                <a:close/>
                <a:moveTo>
                  <a:pt x="129" y="289"/>
                </a:moveTo>
                <a:lnTo>
                  <a:pt x="129" y="289"/>
                </a:lnTo>
                <a:lnTo>
                  <a:pt x="114" y="192"/>
                </a:lnTo>
                <a:lnTo>
                  <a:pt x="97" y="103"/>
                </a:lnTo>
                <a:lnTo>
                  <a:pt x="97" y="103"/>
                </a:lnTo>
                <a:lnTo>
                  <a:pt x="120" y="112"/>
                </a:lnTo>
                <a:lnTo>
                  <a:pt x="140" y="123"/>
                </a:lnTo>
                <a:lnTo>
                  <a:pt x="157" y="136"/>
                </a:lnTo>
                <a:lnTo>
                  <a:pt x="170" y="151"/>
                </a:lnTo>
                <a:lnTo>
                  <a:pt x="181" y="166"/>
                </a:lnTo>
                <a:lnTo>
                  <a:pt x="189" y="183"/>
                </a:lnTo>
                <a:lnTo>
                  <a:pt x="194" y="202"/>
                </a:lnTo>
                <a:lnTo>
                  <a:pt x="196" y="220"/>
                </a:lnTo>
                <a:lnTo>
                  <a:pt x="196" y="220"/>
                </a:lnTo>
                <a:lnTo>
                  <a:pt x="194" y="231"/>
                </a:lnTo>
                <a:lnTo>
                  <a:pt x="191" y="241"/>
                </a:lnTo>
                <a:lnTo>
                  <a:pt x="183" y="252"/>
                </a:lnTo>
                <a:lnTo>
                  <a:pt x="174" y="259"/>
                </a:lnTo>
                <a:lnTo>
                  <a:pt x="165" y="269"/>
                </a:lnTo>
                <a:lnTo>
                  <a:pt x="153" y="276"/>
                </a:lnTo>
                <a:lnTo>
                  <a:pt x="129" y="289"/>
                </a:lnTo>
                <a:lnTo>
                  <a:pt x="129" y="2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0" name="任意多边形 69"/>
          <p:cNvSpPr/>
          <p:nvPr>
            <p:custDataLst>
              <p:tags r:id="rId11"/>
            </p:custDataLst>
          </p:nvPr>
        </p:nvSpPr>
        <p:spPr bwMode="auto">
          <a:xfrm flipH="1">
            <a:off x="4122783" y="2605681"/>
            <a:ext cx="72884" cy="116159"/>
          </a:xfrm>
          <a:custGeom>
            <a:avLst/>
            <a:gdLst>
              <a:gd name="T0" fmla="*/ 71 w 127"/>
              <a:gd name="T1" fmla="*/ 0 h 204"/>
              <a:gd name="T2" fmla="*/ 71 w 127"/>
              <a:gd name="T3" fmla="*/ 0 h 204"/>
              <a:gd name="T4" fmla="*/ 58 w 127"/>
              <a:gd name="T5" fmla="*/ 0 h 204"/>
              <a:gd name="T6" fmla="*/ 46 w 127"/>
              <a:gd name="T7" fmla="*/ 4 h 204"/>
              <a:gd name="T8" fmla="*/ 35 w 127"/>
              <a:gd name="T9" fmla="*/ 10 h 204"/>
              <a:gd name="T10" fmla="*/ 26 w 127"/>
              <a:gd name="T11" fmla="*/ 15 h 204"/>
              <a:gd name="T12" fmla="*/ 18 w 127"/>
              <a:gd name="T13" fmla="*/ 25 h 204"/>
              <a:gd name="T14" fmla="*/ 11 w 127"/>
              <a:gd name="T15" fmla="*/ 34 h 204"/>
              <a:gd name="T16" fmla="*/ 7 w 127"/>
              <a:gd name="T17" fmla="*/ 47 h 204"/>
              <a:gd name="T18" fmla="*/ 5 w 127"/>
              <a:gd name="T19" fmla="*/ 58 h 204"/>
              <a:gd name="T20" fmla="*/ 0 w 127"/>
              <a:gd name="T21" fmla="*/ 137 h 204"/>
              <a:gd name="T22" fmla="*/ 0 w 127"/>
              <a:gd name="T23" fmla="*/ 137 h 204"/>
              <a:gd name="T24" fmla="*/ 0 w 127"/>
              <a:gd name="T25" fmla="*/ 150 h 204"/>
              <a:gd name="T26" fmla="*/ 2 w 127"/>
              <a:gd name="T27" fmla="*/ 161 h 204"/>
              <a:gd name="T28" fmla="*/ 7 w 127"/>
              <a:gd name="T29" fmla="*/ 172 h 204"/>
              <a:gd name="T30" fmla="*/ 13 w 127"/>
              <a:gd name="T31" fmla="*/ 181 h 204"/>
              <a:gd name="T32" fmla="*/ 22 w 127"/>
              <a:gd name="T33" fmla="*/ 191 h 204"/>
              <a:gd name="T34" fmla="*/ 32 w 127"/>
              <a:gd name="T35" fmla="*/ 196 h 204"/>
              <a:gd name="T36" fmla="*/ 43 w 127"/>
              <a:gd name="T37" fmla="*/ 202 h 204"/>
              <a:gd name="T38" fmla="*/ 56 w 127"/>
              <a:gd name="T39" fmla="*/ 204 h 204"/>
              <a:gd name="T40" fmla="*/ 56 w 127"/>
              <a:gd name="T41" fmla="*/ 204 h 204"/>
              <a:gd name="T42" fmla="*/ 69 w 127"/>
              <a:gd name="T43" fmla="*/ 204 h 204"/>
              <a:gd name="T44" fmla="*/ 80 w 127"/>
              <a:gd name="T45" fmla="*/ 200 h 204"/>
              <a:gd name="T46" fmla="*/ 91 w 127"/>
              <a:gd name="T47" fmla="*/ 194 h 204"/>
              <a:gd name="T48" fmla="*/ 101 w 127"/>
              <a:gd name="T49" fmla="*/ 189 h 204"/>
              <a:gd name="T50" fmla="*/ 108 w 127"/>
              <a:gd name="T51" fmla="*/ 179 h 204"/>
              <a:gd name="T52" fmla="*/ 114 w 127"/>
              <a:gd name="T53" fmla="*/ 170 h 204"/>
              <a:gd name="T54" fmla="*/ 119 w 127"/>
              <a:gd name="T55" fmla="*/ 157 h 204"/>
              <a:gd name="T56" fmla="*/ 121 w 127"/>
              <a:gd name="T57" fmla="*/ 146 h 204"/>
              <a:gd name="T58" fmla="*/ 127 w 127"/>
              <a:gd name="T59" fmla="*/ 68 h 204"/>
              <a:gd name="T60" fmla="*/ 127 w 127"/>
              <a:gd name="T61" fmla="*/ 68 h 204"/>
              <a:gd name="T62" fmla="*/ 127 w 127"/>
              <a:gd name="T63" fmla="*/ 54 h 204"/>
              <a:gd name="T64" fmla="*/ 123 w 127"/>
              <a:gd name="T65" fmla="*/ 43 h 204"/>
              <a:gd name="T66" fmla="*/ 119 w 127"/>
              <a:gd name="T67" fmla="*/ 32 h 204"/>
              <a:gd name="T68" fmla="*/ 112 w 127"/>
              <a:gd name="T69" fmla="*/ 23 h 204"/>
              <a:gd name="T70" fmla="*/ 104 w 127"/>
              <a:gd name="T71" fmla="*/ 13 h 204"/>
              <a:gd name="T72" fmla="*/ 95 w 127"/>
              <a:gd name="T73" fmla="*/ 8 h 204"/>
              <a:gd name="T74" fmla="*/ 84 w 127"/>
              <a:gd name="T75" fmla="*/ 2 h 204"/>
              <a:gd name="T76" fmla="*/ 71 w 127"/>
              <a:gd name="T77" fmla="*/ 0 h 204"/>
              <a:gd name="T78" fmla="*/ 71 w 127"/>
              <a:gd name="T79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7" h="204">
                <a:moveTo>
                  <a:pt x="71" y="0"/>
                </a:moveTo>
                <a:lnTo>
                  <a:pt x="71" y="0"/>
                </a:lnTo>
                <a:lnTo>
                  <a:pt x="58" y="0"/>
                </a:lnTo>
                <a:lnTo>
                  <a:pt x="46" y="4"/>
                </a:lnTo>
                <a:lnTo>
                  <a:pt x="35" y="10"/>
                </a:lnTo>
                <a:lnTo>
                  <a:pt x="26" y="15"/>
                </a:lnTo>
                <a:lnTo>
                  <a:pt x="18" y="25"/>
                </a:lnTo>
                <a:lnTo>
                  <a:pt x="11" y="34"/>
                </a:lnTo>
                <a:lnTo>
                  <a:pt x="7" y="47"/>
                </a:lnTo>
                <a:lnTo>
                  <a:pt x="5" y="58"/>
                </a:lnTo>
                <a:lnTo>
                  <a:pt x="0" y="137"/>
                </a:lnTo>
                <a:lnTo>
                  <a:pt x="0" y="137"/>
                </a:lnTo>
                <a:lnTo>
                  <a:pt x="0" y="150"/>
                </a:lnTo>
                <a:lnTo>
                  <a:pt x="2" y="161"/>
                </a:lnTo>
                <a:lnTo>
                  <a:pt x="7" y="172"/>
                </a:lnTo>
                <a:lnTo>
                  <a:pt x="13" y="181"/>
                </a:lnTo>
                <a:lnTo>
                  <a:pt x="22" y="191"/>
                </a:lnTo>
                <a:lnTo>
                  <a:pt x="32" y="196"/>
                </a:lnTo>
                <a:lnTo>
                  <a:pt x="43" y="202"/>
                </a:lnTo>
                <a:lnTo>
                  <a:pt x="56" y="204"/>
                </a:lnTo>
                <a:lnTo>
                  <a:pt x="56" y="204"/>
                </a:lnTo>
                <a:lnTo>
                  <a:pt x="69" y="204"/>
                </a:lnTo>
                <a:lnTo>
                  <a:pt x="80" y="200"/>
                </a:lnTo>
                <a:lnTo>
                  <a:pt x="91" y="194"/>
                </a:lnTo>
                <a:lnTo>
                  <a:pt x="101" y="189"/>
                </a:lnTo>
                <a:lnTo>
                  <a:pt x="108" y="179"/>
                </a:lnTo>
                <a:lnTo>
                  <a:pt x="114" y="170"/>
                </a:lnTo>
                <a:lnTo>
                  <a:pt x="119" y="157"/>
                </a:lnTo>
                <a:lnTo>
                  <a:pt x="121" y="146"/>
                </a:lnTo>
                <a:lnTo>
                  <a:pt x="127" y="68"/>
                </a:lnTo>
                <a:lnTo>
                  <a:pt x="127" y="68"/>
                </a:lnTo>
                <a:lnTo>
                  <a:pt x="127" y="54"/>
                </a:lnTo>
                <a:lnTo>
                  <a:pt x="123" y="43"/>
                </a:lnTo>
                <a:lnTo>
                  <a:pt x="119" y="32"/>
                </a:lnTo>
                <a:lnTo>
                  <a:pt x="112" y="23"/>
                </a:lnTo>
                <a:lnTo>
                  <a:pt x="104" y="13"/>
                </a:lnTo>
                <a:lnTo>
                  <a:pt x="95" y="8"/>
                </a:lnTo>
                <a:lnTo>
                  <a:pt x="84" y="2"/>
                </a:lnTo>
                <a:lnTo>
                  <a:pt x="71" y="0"/>
                </a:lnTo>
                <a:lnTo>
                  <a:pt x="7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1" name="任意多边形 70"/>
          <p:cNvSpPr/>
          <p:nvPr>
            <p:custDataLst>
              <p:tags r:id="rId12"/>
            </p:custDataLst>
          </p:nvPr>
        </p:nvSpPr>
        <p:spPr bwMode="auto">
          <a:xfrm flipH="1">
            <a:off x="3846051" y="2605681"/>
            <a:ext cx="71746" cy="116159"/>
          </a:xfrm>
          <a:custGeom>
            <a:avLst/>
            <a:gdLst>
              <a:gd name="T0" fmla="*/ 56 w 127"/>
              <a:gd name="T1" fmla="*/ 0 h 204"/>
              <a:gd name="T2" fmla="*/ 56 w 127"/>
              <a:gd name="T3" fmla="*/ 0 h 204"/>
              <a:gd name="T4" fmla="*/ 43 w 127"/>
              <a:gd name="T5" fmla="*/ 2 h 204"/>
              <a:gd name="T6" fmla="*/ 32 w 127"/>
              <a:gd name="T7" fmla="*/ 8 h 204"/>
              <a:gd name="T8" fmla="*/ 22 w 127"/>
              <a:gd name="T9" fmla="*/ 13 h 204"/>
              <a:gd name="T10" fmla="*/ 13 w 127"/>
              <a:gd name="T11" fmla="*/ 23 h 204"/>
              <a:gd name="T12" fmla="*/ 7 w 127"/>
              <a:gd name="T13" fmla="*/ 32 h 204"/>
              <a:gd name="T14" fmla="*/ 4 w 127"/>
              <a:gd name="T15" fmla="*/ 43 h 204"/>
              <a:gd name="T16" fmla="*/ 0 w 127"/>
              <a:gd name="T17" fmla="*/ 54 h 204"/>
              <a:gd name="T18" fmla="*/ 0 w 127"/>
              <a:gd name="T19" fmla="*/ 68 h 204"/>
              <a:gd name="T20" fmla="*/ 5 w 127"/>
              <a:gd name="T21" fmla="*/ 146 h 204"/>
              <a:gd name="T22" fmla="*/ 5 w 127"/>
              <a:gd name="T23" fmla="*/ 146 h 204"/>
              <a:gd name="T24" fmla="*/ 7 w 127"/>
              <a:gd name="T25" fmla="*/ 157 h 204"/>
              <a:gd name="T26" fmla="*/ 13 w 127"/>
              <a:gd name="T27" fmla="*/ 170 h 204"/>
              <a:gd name="T28" fmla="*/ 18 w 127"/>
              <a:gd name="T29" fmla="*/ 179 h 204"/>
              <a:gd name="T30" fmla="*/ 26 w 127"/>
              <a:gd name="T31" fmla="*/ 189 h 204"/>
              <a:gd name="T32" fmla="*/ 35 w 127"/>
              <a:gd name="T33" fmla="*/ 194 h 204"/>
              <a:gd name="T34" fmla="*/ 46 w 127"/>
              <a:gd name="T35" fmla="*/ 200 h 204"/>
              <a:gd name="T36" fmla="*/ 58 w 127"/>
              <a:gd name="T37" fmla="*/ 204 h 204"/>
              <a:gd name="T38" fmla="*/ 71 w 127"/>
              <a:gd name="T39" fmla="*/ 204 h 204"/>
              <a:gd name="T40" fmla="*/ 71 w 127"/>
              <a:gd name="T41" fmla="*/ 204 h 204"/>
              <a:gd name="T42" fmla="*/ 84 w 127"/>
              <a:gd name="T43" fmla="*/ 202 h 204"/>
              <a:gd name="T44" fmla="*/ 95 w 127"/>
              <a:gd name="T45" fmla="*/ 196 h 204"/>
              <a:gd name="T46" fmla="*/ 104 w 127"/>
              <a:gd name="T47" fmla="*/ 191 h 204"/>
              <a:gd name="T48" fmla="*/ 114 w 127"/>
              <a:gd name="T49" fmla="*/ 181 h 204"/>
              <a:gd name="T50" fmla="*/ 119 w 127"/>
              <a:gd name="T51" fmla="*/ 172 h 204"/>
              <a:gd name="T52" fmla="*/ 125 w 127"/>
              <a:gd name="T53" fmla="*/ 161 h 204"/>
              <a:gd name="T54" fmla="*/ 127 w 127"/>
              <a:gd name="T55" fmla="*/ 150 h 204"/>
              <a:gd name="T56" fmla="*/ 127 w 127"/>
              <a:gd name="T57" fmla="*/ 137 h 204"/>
              <a:gd name="T58" fmla="*/ 121 w 127"/>
              <a:gd name="T59" fmla="*/ 58 h 204"/>
              <a:gd name="T60" fmla="*/ 121 w 127"/>
              <a:gd name="T61" fmla="*/ 58 h 204"/>
              <a:gd name="T62" fmla="*/ 119 w 127"/>
              <a:gd name="T63" fmla="*/ 47 h 204"/>
              <a:gd name="T64" fmla="*/ 114 w 127"/>
              <a:gd name="T65" fmla="*/ 34 h 204"/>
              <a:gd name="T66" fmla="*/ 108 w 127"/>
              <a:gd name="T67" fmla="*/ 25 h 204"/>
              <a:gd name="T68" fmla="*/ 101 w 127"/>
              <a:gd name="T69" fmla="*/ 15 h 204"/>
              <a:gd name="T70" fmla="*/ 91 w 127"/>
              <a:gd name="T71" fmla="*/ 10 h 204"/>
              <a:gd name="T72" fmla="*/ 80 w 127"/>
              <a:gd name="T73" fmla="*/ 4 h 204"/>
              <a:gd name="T74" fmla="*/ 69 w 127"/>
              <a:gd name="T75" fmla="*/ 0 h 204"/>
              <a:gd name="T76" fmla="*/ 56 w 127"/>
              <a:gd name="T77" fmla="*/ 0 h 204"/>
              <a:gd name="T78" fmla="*/ 56 w 127"/>
              <a:gd name="T79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7" h="204">
                <a:moveTo>
                  <a:pt x="56" y="0"/>
                </a:moveTo>
                <a:lnTo>
                  <a:pt x="56" y="0"/>
                </a:lnTo>
                <a:lnTo>
                  <a:pt x="43" y="2"/>
                </a:lnTo>
                <a:lnTo>
                  <a:pt x="32" y="8"/>
                </a:lnTo>
                <a:lnTo>
                  <a:pt x="22" y="13"/>
                </a:lnTo>
                <a:lnTo>
                  <a:pt x="13" y="23"/>
                </a:lnTo>
                <a:lnTo>
                  <a:pt x="7" y="32"/>
                </a:lnTo>
                <a:lnTo>
                  <a:pt x="4" y="43"/>
                </a:lnTo>
                <a:lnTo>
                  <a:pt x="0" y="54"/>
                </a:lnTo>
                <a:lnTo>
                  <a:pt x="0" y="68"/>
                </a:lnTo>
                <a:lnTo>
                  <a:pt x="5" y="146"/>
                </a:lnTo>
                <a:lnTo>
                  <a:pt x="5" y="146"/>
                </a:lnTo>
                <a:lnTo>
                  <a:pt x="7" y="157"/>
                </a:lnTo>
                <a:lnTo>
                  <a:pt x="13" y="170"/>
                </a:lnTo>
                <a:lnTo>
                  <a:pt x="18" y="179"/>
                </a:lnTo>
                <a:lnTo>
                  <a:pt x="26" y="189"/>
                </a:lnTo>
                <a:lnTo>
                  <a:pt x="35" y="194"/>
                </a:lnTo>
                <a:lnTo>
                  <a:pt x="46" y="200"/>
                </a:lnTo>
                <a:lnTo>
                  <a:pt x="58" y="204"/>
                </a:lnTo>
                <a:lnTo>
                  <a:pt x="71" y="204"/>
                </a:lnTo>
                <a:lnTo>
                  <a:pt x="71" y="204"/>
                </a:lnTo>
                <a:lnTo>
                  <a:pt x="84" y="202"/>
                </a:lnTo>
                <a:lnTo>
                  <a:pt x="95" y="196"/>
                </a:lnTo>
                <a:lnTo>
                  <a:pt x="104" y="191"/>
                </a:lnTo>
                <a:lnTo>
                  <a:pt x="114" y="181"/>
                </a:lnTo>
                <a:lnTo>
                  <a:pt x="119" y="172"/>
                </a:lnTo>
                <a:lnTo>
                  <a:pt x="125" y="161"/>
                </a:lnTo>
                <a:lnTo>
                  <a:pt x="127" y="150"/>
                </a:lnTo>
                <a:lnTo>
                  <a:pt x="127" y="137"/>
                </a:lnTo>
                <a:lnTo>
                  <a:pt x="121" y="58"/>
                </a:lnTo>
                <a:lnTo>
                  <a:pt x="121" y="58"/>
                </a:lnTo>
                <a:lnTo>
                  <a:pt x="119" y="47"/>
                </a:lnTo>
                <a:lnTo>
                  <a:pt x="114" y="34"/>
                </a:lnTo>
                <a:lnTo>
                  <a:pt x="108" y="25"/>
                </a:lnTo>
                <a:lnTo>
                  <a:pt x="101" y="15"/>
                </a:lnTo>
                <a:lnTo>
                  <a:pt x="91" y="10"/>
                </a:lnTo>
                <a:lnTo>
                  <a:pt x="80" y="4"/>
                </a:lnTo>
                <a:lnTo>
                  <a:pt x="69" y="0"/>
                </a:lnTo>
                <a:lnTo>
                  <a:pt x="56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 bwMode="auto">
          <a:xfrm>
            <a:off x="3047827" y="1925377"/>
            <a:ext cx="612284" cy="529655"/>
          </a:xfrm>
          <a:custGeom>
            <a:avLst/>
            <a:gdLst>
              <a:gd name="T0" fmla="*/ 730 w 741"/>
              <a:gd name="T1" fmla="*/ 232 h 641"/>
              <a:gd name="T2" fmla="*/ 721 w 741"/>
              <a:gd name="T3" fmla="*/ 205 h 641"/>
              <a:gd name="T4" fmla="*/ 709 w 741"/>
              <a:gd name="T5" fmla="*/ 180 h 641"/>
              <a:gd name="T6" fmla="*/ 679 w 741"/>
              <a:gd name="T7" fmla="*/ 134 h 641"/>
              <a:gd name="T8" fmla="*/ 640 w 741"/>
              <a:gd name="T9" fmla="*/ 94 h 641"/>
              <a:gd name="T10" fmla="*/ 596 w 741"/>
              <a:gd name="T11" fmla="*/ 63 h 641"/>
              <a:gd name="T12" fmla="*/ 546 w 741"/>
              <a:gd name="T13" fmla="*/ 37 h 641"/>
              <a:gd name="T14" fmla="*/ 493 w 741"/>
              <a:gd name="T15" fmla="*/ 19 h 641"/>
              <a:gd name="T16" fmla="*/ 438 w 741"/>
              <a:gd name="T17" fmla="*/ 6 h 641"/>
              <a:gd name="T18" fmla="*/ 383 w 741"/>
              <a:gd name="T19" fmla="*/ 0 h 641"/>
              <a:gd name="T20" fmla="*/ 364 w 741"/>
              <a:gd name="T21" fmla="*/ 0 h 641"/>
              <a:gd name="T22" fmla="*/ 326 w 741"/>
              <a:gd name="T23" fmla="*/ 1 h 641"/>
              <a:gd name="T24" fmla="*/ 273 w 741"/>
              <a:gd name="T25" fmla="*/ 9 h 641"/>
              <a:gd name="T26" fmla="*/ 206 w 741"/>
              <a:gd name="T27" fmla="*/ 27 h 641"/>
              <a:gd name="T28" fmla="*/ 145 w 741"/>
              <a:gd name="T29" fmla="*/ 56 h 641"/>
              <a:gd name="T30" fmla="*/ 105 w 741"/>
              <a:gd name="T31" fmla="*/ 84 h 641"/>
              <a:gd name="T32" fmla="*/ 82 w 741"/>
              <a:gd name="T33" fmla="*/ 104 h 641"/>
              <a:gd name="T34" fmla="*/ 61 w 741"/>
              <a:gd name="T35" fmla="*/ 127 h 641"/>
              <a:gd name="T36" fmla="*/ 43 w 741"/>
              <a:gd name="T37" fmla="*/ 151 h 641"/>
              <a:gd name="T38" fmla="*/ 27 w 741"/>
              <a:gd name="T39" fmla="*/ 178 h 641"/>
              <a:gd name="T40" fmla="*/ 16 w 741"/>
              <a:gd name="T41" fmla="*/ 205 h 641"/>
              <a:gd name="T42" fmla="*/ 6 w 741"/>
              <a:gd name="T43" fmla="*/ 233 h 641"/>
              <a:gd name="T44" fmla="*/ 1 w 741"/>
              <a:gd name="T45" fmla="*/ 263 h 641"/>
              <a:gd name="T46" fmla="*/ 0 w 741"/>
              <a:gd name="T47" fmla="*/ 278 h 641"/>
              <a:gd name="T48" fmla="*/ 2 w 741"/>
              <a:gd name="T49" fmla="*/ 333 h 641"/>
              <a:gd name="T50" fmla="*/ 16 w 741"/>
              <a:gd name="T51" fmla="*/ 381 h 641"/>
              <a:gd name="T52" fmla="*/ 37 w 741"/>
              <a:gd name="T53" fmla="*/ 425 h 641"/>
              <a:gd name="T54" fmla="*/ 65 w 741"/>
              <a:gd name="T55" fmla="*/ 463 h 641"/>
              <a:gd name="T56" fmla="*/ 100 w 741"/>
              <a:gd name="T57" fmla="*/ 495 h 641"/>
              <a:gd name="T58" fmla="*/ 139 w 741"/>
              <a:gd name="T59" fmla="*/ 523 h 641"/>
              <a:gd name="T60" fmla="*/ 181 w 741"/>
              <a:gd name="T61" fmla="*/ 545 h 641"/>
              <a:gd name="T62" fmla="*/ 226 w 741"/>
              <a:gd name="T63" fmla="*/ 564 h 641"/>
              <a:gd name="T64" fmla="*/ 244 w 741"/>
              <a:gd name="T65" fmla="*/ 570 h 641"/>
              <a:gd name="T66" fmla="*/ 283 w 741"/>
              <a:gd name="T67" fmla="*/ 577 h 641"/>
              <a:gd name="T68" fmla="*/ 324 w 741"/>
              <a:gd name="T69" fmla="*/ 582 h 641"/>
              <a:gd name="T70" fmla="*/ 385 w 741"/>
              <a:gd name="T71" fmla="*/ 584 h 641"/>
              <a:gd name="T72" fmla="*/ 462 w 741"/>
              <a:gd name="T73" fmla="*/ 576 h 641"/>
              <a:gd name="T74" fmla="*/ 527 w 741"/>
              <a:gd name="T75" fmla="*/ 563 h 641"/>
              <a:gd name="T76" fmla="*/ 561 w 741"/>
              <a:gd name="T77" fmla="*/ 587 h 641"/>
              <a:gd name="T78" fmla="*/ 593 w 741"/>
              <a:gd name="T79" fmla="*/ 608 h 641"/>
              <a:gd name="T80" fmla="*/ 630 w 741"/>
              <a:gd name="T81" fmla="*/ 626 h 641"/>
              <a:gd name="T82" fmla="*/ 680 w 741"/>
              <a:gd name="T83" fmla="*/ 641 h 641"/>
              <a:gd name="T84" fmla="*/ 660 w 741"/>
              <a:gd name="T85" fmla="*/ 591 h 641"/>
              <a:gd name="T86" fmla="*/ 653 w 741"/>
              <a:gd name="T87" fmla="*/ 561 h 641"/>
              <a:gd name="T88" fmla="*/ 652 w 741"/>
              <a:gd name="T89" fmla="*/ 544 h 641"/>
              <a:gd name="T90" fmla="*/ 654 w 741"/>
              <a:gd name="T91" fmla="*/ 526 h 641"/>
              <a:gd name="T92" fmla="*/ 662 w 741"/>
              <a:gd name="T93" fmla="*/ 508 h 641"/>
              <a:gd name="T94" fmla="*/ 684 w 741"/>
              <a:gd name="T95" fmla="*/ 474 h 641"/>
              <a:gd name="T96" fmla="*/ 695 w 741"/>
              <a:gd name="T97" fmla="*/ 458 h 641"/>
              <a:gd name="T98" fmla="*/ 714 w 741"/>
              <a:gd name="T99" fmla="*/ 427 h 641"/>
              <a:gd name="T100" fmla="*/ 727 w 741"/>
              <a:gd name="T101" fmla="*/ 396 h 641"/>
              <a:gd name="T102" fmla="*/ 736 w 741"/>
              <a:gd name="T103" fmla="*/ 366 h 641"/>
              <a:gd name="T104" fmla="*/ 740 w 741"/>
              <a:gd name="T105" fmla="*/ 337 h 641"/>
              <a:gd name="T106" fmla="*/ 741 w 741"/>
              <a:gd name="T107" fmla="*/ 307 h 641"/>
              <a:gd name="T108" fmla="*/ 736 w 741"/>
              <a:gd name="T109" fmla="*/ 262 h 641"/>
              <a:gd name="T110" fmla="*/ 730 w 741"/>
              <a:gd name="T111" fmla="*/ 232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41" h="641">
                <a:moveTo>
                  <a:pt x="730" y="232"/>
                </a:moveTo>
                <a:lnTo>
                  <a:pt x="730" y="232"/>
                </a:lnTo>
                <a:lnTo>
                  <a:pt x="726" y="219"/>
                </a:lnTo>
                <a:lnTo>
                  <a:pt x="721" y="205"/>
                </a:lnTo>
                <a:lnTo>
                  <a:pt x="715" y="192"/>
                </a:lnTo>
                <a:lnTo>
                  <a:pt x="709" y="180"/>
                </a:lnTo>
                <a:lnTo>
                  <a:pt x="695" y="155"/>
                </a:lnTo>
                <a:lnTo>
                  <a:pt x="679" y="134"/>
                </a:lnTo>
                <a:lnTo>
                  <a:pt x="660" y="113"/>
                </a:lnTo>
                <a:lnTo>
                  <a:pt x="640" y="94"/>
                </a:lnTo>
                <a:lnTo>
                  <a:pt x="619" y="78"/>
                </a:lnTo>
                <a:lnTo>
                  <a:pt x="596" y="63"/>
                </a:lnTo>
                <a:lnTo>
                  <a:pt x="571" y="50"/>
                </a:lnTo>
                <a:lnTo>
                  <a:pt x="546" y="37"/>
                </a:lnTo>
                <a:lnTo>
                  <a:pt x="520" y="27"/>
                </a:lnTo>
                <a:lnTo>
                  <a:pt x="493" y="19"/>
                </a:lnTo>
                <a:lnTo>
                  <a:pt x="465" y="11"/>
                </a:lnTo>
                <a:lnTo>
                  <a:pt x="438" y="6"/>
                </a:lnTo>
                <a:lnTo>
                  <a:pt x="411" y="2"/>
                </a:lnTo>
                <a:lnTo>
                  <a:pt x="383" y="0"/>
                </a:lnTo>
                <a:lnTo>
                  <a:pt x="383" y="0"/>
                </a:lnTo>
                <a:lnTo>
                  <a:pt x="364" y="0"/>
                </a:lnTo>
                <a:lnTo>
                  <a:pt x="345" y="0"/>
                </a:lnTo>
                <a:lnTo>
                  <a:pt x="326" y="1"/>
                </a:lnTo>
                <a:lnTo>
                  <a:pt x="309" y="2"/>
                </a:lnTo>
                <a:lnTo>
                  <a:pt x="273" y="9"/>
                </a:lnTo>
                <a:lnTo>
                  <a:pt x="238" y="16"/>
                </a:lnTo>
                <a:lnTo>
                  <a:pt x="206" y="27"/>
                </a:lnTo>
                <a:lnTo>
                  <a:pt x="175" y="41"/>
                </a:lnTo>
                <a:lnTo>
                  <a:pt x="145" y="56"/>
                </a:lnTo>
                <a:lnTo>
                  <a:pt x="118" y="75"/>
                </a:lnTo>
                <a:lnTo>
                  <a:pt x="105" y="84"/>
                </a:lnTo>
                <a:lnTo>
                  <a:pt x="93" y="94"/>
                </a:lnTo>
                <a:lnTo>
                  <a:pt x="82" y="104"/>
                </a:lnTo>
                <a:lnTo>
                  <a:pt x="70" y="115"/>
                </a:lnTo>
                <a:lnTo>
                  <a:pt x="61" y="127"/>
                </a:lnTo>
                <a:lnTo>
                  <a:pt x="52" y="139"/>
                </a:lnTo>
                <a:lnTo>
                  <a:pt x="43" y="151"/>
                </a:lnTo>
                <a:lnTo>
                  <a:pt x="34" y="164"/>
                </a:lnTo>
                <a:lnTo>
                  <a:pt x="27" y="178"/>
                </a:lnTo>
                <a:lnTo>
                  <a:pt x="21" y="191"/>
                </a:lnTo>
                <a:lnTo>
                  <a:pt x="16" y="205"/>
                </a:lnTo>
                <a:lnTo>
                  <a:pt x="11" y="219"/>
                </a:lnTo>
                <a:lnTo>
                  <a:pt x="6" y="233"/>
                </a:lnTo>
                <a:lnTo>
                  <a:pt x="3" y="248"/>
                </a:lnTo>
                <a:lnTo>
                  <a:pt x="1" y="263"/>
                </a:lnTo>
                <a:lnTo>
                  <a:pt x="0" y="278"/>
                </a:lnTo>
                <a:lnTo>
                  <a:pt x="0" y="278"/>
                </a:lnTo>
                <a:lnTo>
                  <a:pt x="0" y="305"/>
                </a:lnTo>
                <a:lnTo>
                  <a:pt x="2" y="333"/>
                </a:lnTo>
                <a:lnTo>
                  <a:pt x="8" y="358"/>
                </a:lnTo>
                <a:lnTo>
                  <a:pt x="16" y="381"/>
                </a:lnTo>
                <a:lnTo>
                  <a:pt x="26" y="404"/>
                </a:lnTo>
                <a:lnTo>
                  <a:pt x="37" y="425"/>
                </a:lnTo>
                <a:lnTo>
                  <a:pt x="51" y="445"/>
                </a:lnTo>
                <a:lnTo>
                  <a:pt x="65" y="463"/>
                </a:lnTo>
                <a:lnTo>
                  <a:pt x="82" y="479"/>
                </a:lnTo>
                <a:lnTo>
                  <a:pt x="100" y="495"/>
                </a:lnTo>
                <a:lnTo>
                  <a:pt x="119" y="510"/>
                </a:lnTo>
                <a:lnTo>
                  <a:pt x="139" y="523"/>
                </a:lnTo>
                <a:lnTo>
                  <a:pt x="160" y="535"/>
                </a:lnTo>
                <a:lnTo>
                  <a:pt x="181" y="545"/>
                </a:lnTo>
                <a:lnTo>
                  <a:pt x="203" y="555"/>
                </a:lnTo>
                <a:lnTo>
                  <a:pt x="226" y="564"/>
                </a:lnTo>
                <a:lnTo>
                  <a:pt x="226" y="564"/>
                </a:lnTo>
                <a:lnTo>
                  <a:pt x="244" y="570"/>
                </a:lnTo>
                <a:lnTo>
                  <a:pt x="263" y="574"/>
                </a:lnTo>
                <a:lnTo>
                  <a:pt x="283" y="577"/>
                </a:lnTo>
                <a:lnTo>
                  <a:pt x="304" y="581"/>
                </a:lnTo>
                <a:lnTo>
                  <a:pt x="324" y="582"/>
                </a:lnTo>
                <a:lnTo>
                  <a:pt x="344" y="584"/>
                </a:lnTo>
                <a:lnTo>
                  <a:pt x="385" y="584"/>
                </a:lnTo>
                <a:lnTo>
                  <a:pt x="424" y="581"/>
                </a:lnTo>
                <a:lnTo>
                  <a:pt x="462" y="576"/>
                </a:lnTo>
                <a:lnTo>
                  <a:pt x="496" y="570"/>
                </a:lnTo>
                <a:lnTo>
                  <a:pt x="527" y="563"/>
                </a:lnTo>
                <a:lnTo>
                  <a:pt x="527" y="563"/>
                </a:lnTo>
                <a:lnTo>
                  <a:pt x="561" y="587"/>
                </a:lnTo>
                <a:lnTo>
                  <a:pt x="577" y="597"/>
                </a:lnTo>
                <a:lnTo>
                  <a:pt x="593" y="608"/>
                </a:lnTo>
                <a:lnTo>
                  <a:pt x="611" y="617"/>
                </a:lnTo>
                <a:lnTo>
                  <a:pt x="630" y="626"/>
                </a:lnTo>
                <a:lnTo>
                  <a:pt x="654" y="635"/>
                </a:lnTo>
                <a:lnTo>
                  <a:pt x="680" y="641"/>
                </a:lnTo>
                <a:lnTo>
                  <a:pt x="680" y="641"/>
                </a:lnTo>
                <a:lnTo>
                  <a:pt x="660" y="591"/>
                </a:lnTo>
                <a:lnTo>
                  <a:pt x="654" y="571"/>
                </a:lnTo>
                <a:lnTo>
                  <a:pt x="653" y="561"/>
                </a:lnTo>
                <a:lnTo>
                  <a:pt x="652" y="553"/>
                </a:lnTo>
                <a:lnTo>
                  <a:pt x="652" y="544"/>
                </a:lnTo>
                <a:lnTo>
                  <a:pt x="652" y="535"/>
                </a:lnTo>
                <a:lnTo>
                  <a:pt x="654" y="526"/>
                </a:lnTo>
                <a:lnTo>
                  <a:pt x="657" y="518"/>
                </a:lnTo>
                <a:lnTo>
                  <a:pt x="662" y="508"/>
                </a:lnTo>
                <a:lnTo>
                  <a:pt x="668" y="498"/>
                </a:lnTo>
                <a:lnTo>
                  <a:pt x="684" y="474"/>
                </a:lnTo>
                <a:lnTo>
                  <a:pt x="684" y="474"/>
                </a:lnTo>
                <a:lnTo>
                  <a:pt x="695" y="458"/>
                </a:lnTo>
                <a:lnTo>
                  <a:pt x="705" y="442"/>
                </a:lnTo>
                <a:lnTo>
                  <a:pt x="714" y="427"/>
                </a:lnTo>
                <a:lnTo>
                  <a:pt x="721" y="411"/>
                </a:lnTo>
                <a:lnTo>
                  <a:pt x="727" y="396"/>
                </a:lnTo>
                <a:lnTo>
                  <a:pt x="732" y="381"/>
                </a:lnTo>
                <a:lnTo>
                  <a:pt x="736" y="366"/>
                </a:lnTo>
                <a:lnTo>
                  <a:pt x="739" y="351"/>
                </a:lnTo>
                <a:lnTo>
                  <a:pt x="740" y="337"/>
                </a:lnTo>
                <a:lnTo>
                  <a:pt x="741" y="322"/>
                </a:lnTo>
                <a:lnTo>
                  <a:pt x="741" y="307"/>
                </a:lnTo>
                <a:lnTo>
                  <a:pt x="740" y="292"/>
                </a:lnTo>
                <a:lnTo>
                  <a:pt x="736" y="262"/>
                </a:lnTo>
                <a:lnTo>
                  <a:pt x="730" y="232"/>
                </a:lnTo>
                <a:lnTo>
                  <a:pt x="730" y="23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7" name="任意多边形 46"/>
          <p:cNvSpPr/>
          <p:nvPr>
            <p:custDataLst>
              <p:tags r:id="rId14"/>
            </p:custDataLst>
          </p:nvPr>
        </p:nvSpPr>
        <p:spPr bwMode="auto">
          <a:xfrm>
            <a:off x="3317199" y="2283144"/>
            <a:ext cx="72714" cy="73540"/>
          </a:xfrm>
          <a:custGeom>
            <a:avLst/>
            <a:gdLst>
              <a:gd name="T0" fmla="*/ 76 w 88"/>
              <a:gd name="T1" fmla="*/ 76 h 89"/>
              <a:gd name="T2" fmla="*/ 76 w 88"/>
              <a:gd name="T3" fmla="*/ 76 h 89"/>
              <a:gd name="T4" fmla="*/ 70 w 88"/>
              <a:gd name="T5" fmla="*/ 81 h 89"/>
              <a:gd name="T6" fmla="*/ 62 w 88"/>
              <a:gd name="T7" fmla="*/ 85 h 89"/>
              <a:gd name="T8" fmla="*/ 54 w 88"/>
              <a:gd name="T9" fmla="*/ 87 h 89"/>
              <a:gd name="T10" fmla="*/ 45 w 88"/>
              <a:gd name="T11" fmla="*/ 89 h 89"/>
              <a:gd name="T12" fmla="*/ 45 w 88"/>
              <a:gd name="T13" fmla="*/ 89 h 89"/>
              <a:gd name="T14" fmla="*/ 36 w 88"/>
              <a:gd name="T15" fmla="*/ 87 h 89"/>
              <a:gd name="T16" fmla="*/ 29 w 88"/>
              <a:gd name="T17" fmla="*/ 86 h 89"/>
              <a:gd name="T18" fmla="*/ 21 w 88"/>
              <a:gd name="T19" fmla="*/ 82 h 89"/>
              <a:gd name="T20" fmla="*/ 14 w 88"/>
              <a:gd name="T21" fmla="*/ 77 h 89"/>
              <a:gd name="T22" fmla="*/ 14 w 88"/>
              <a:gd name="T23" fmla="*/ 77 h 89"/>
              <a:gd name="T24" fmla="*/ 8 w 88"/>
              <a:gd name="T25" fmla="*/ 71 h 89"/>
              <a:gd name="T26" fmla="*/ 4 w 88"/>
              <a:gd name="T27" fmla="*/ 64 h 89"/>
              <a:gd name="T28" fmla="*/ 2 w 88"/>
              <a:gd name="T29" fmla="*/ 55 h 89"/>
              <a:gd name="T30" fmla="*/ 0 w 88"/>
              <a:gd name="T31" fmla="*/ 45 h 89"/>
              <a:gd name="T32" fmla="*/ 0 w 88"/>
              <a:gd name="T33" fmla="*/ 45 h 89"/>
              <a:gd name="T34" fmla="*/ 0 w 88"/>
              <a:gd name="T35" fmla="*/ 36 h 89"/>
              <a:gd name="T36" fmla="*/ 3 w 88"/>
              <a:gd name="T37" fmla="*/ 28 h 89"/>
              <a:gd name="T38" fmla="*/ 6 w 88"/>
              <a:gd name="T39" fmla="*/ 20 h 89"/>
              <a:gd name="T40" fmla="*/ 13 w 88"/>
              <a:gd name="T41" fmla="*/ 13 h 89"/>
              <a:gd name="T42" fmla="*/ 13 w 88"/>
              <a:gd name="T43" fmla="*/ 13 h 89"/>
              <a:gd name="T44" fmla="*/ 19 w 88"/>
              <a:gd name="T45" fmla="*/ 8 h 89"/>
              <a:gd name="T46" fmla="*/ 28 w 88"/>
              <a:gd name="T47" fmla="*/ 4 h 89"/>
              <a:gd name="T48" fmla="*/ 35 w 88"/>
              <a:gd name="T49" fmla="*/ 2 h 89"/>
              <a:gd name="T50" fmla="*/ 44 w 88"/>
              <a:gd name="T51" fmla="*/ 0 h 89"/>
              <a:gd name="T52" fmla="*/ 44 w 88"/>
              <a:gd name="T53" fmla="*/ 0 h 89"/>
              <a:gd name="T54" fmla="*/ 54 w 88"/>
              <a:gd name="T55" fmla="*/ 0 h 89"/>
              <a:gd name="T56" fmla="*/ 61 w 88"/>
              <a:gd name="T57" fmla="*/ 3 h 89"/>
              <a:gd name="T58" fmla="*/ 69 w 88"/>
              <a:gd name="T59" fmla="*/ 7 h 89"/>
              <a:gd name="T60" fmla="*/ 76 w 88"/>
              <a:gd name="T61" fmla="*/ 13 h 89"/>
              <a:gd name="T62" fmla="*/ 76 w 88"/>
              <a:gd name="T63" fmla="*/ 13 h 89"/>
              <a:gd name="T64" fmla="*/ 81 w 88"/>
              <a:gd name="T65" fmla="*/ 19 h 89"/>
              <a:gd name="T66" fmla="*/ 86 w 88"/>
              <a:gd name="T67" fmla="*/ 26 h 89"/>
              <a:gd name="T68" fmla="*/ 88 w 88"/>
              <a:gd name="T69" fmla="*/ 35 h 89"/>
              <a:gd name="T70" fmla="*/ 88 w 88"/>
              <a:gd name="T71" fmla="*/ 44 h 89"/>
              <a:gd name="T72" fmla="*/ 88 w 88"/>
              <a:gd name="T73" fmla="*/ 44 h 89"/>
              <a:gd name="T74" fmla="*/ 88 w 88"/>
              <a:gd name="T75" fmla="*/ 54 h 89"/>
              <a:gd name="T76" fmla="*/ 86 w 88"/>
              <a:gd name="T77" fmla="*/ 62 h 89"/>
              <a:gd name="T78" fmla="*/ 82 w 88"/>
              <a:gd name="T79" fmla="*/ 70 h 89"/>
              <a:gd name="T80" fmla="*/ 76 w 88"/>
              <a:gd name="T81" fmla="*/ 76 h 89"/>
              <a:gd name="T82" fmla="*/ 76 w 88"/>
              <a:gd name="T83" fmla="*/ 76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88" h="89">
                <a:moveTo>
                  <a:pt x="76" y="76"/>
                </a:moveTo>
                <a:lnTo>
                  <a:pt x="76" y="76"/>
                </a:lnTo>
                <a:lnTo>
                  <a:pt x="70" y="81"/>
                </a:lnTo>
                <a:lnTo>
                  <a:pt x="62" y="85"/>
                </a:lnTo>
                <a:lnTo>
                  <a:pt x="54" y="87"/>
                </a:lnTo>
                <a:lnTo>
                  <a:pt x="45" y="89"/>
                </a:lnTo>
                <a:lnTo>
                  <a:pt x="45" y="89"/>
                </a:lnTo>
                <a:lnTo>
                  <a:pt x="36" y="87"/>
                </a:lnTo>
                <a:lnTo>
                  <a:pt x="29" y="86"/>
                </a:lnTo>
                <a:lnTo>
                  <a:pt x="21" y="82"/>
                </a:lnTo>
                <a:lnTo>
                  <a:pt x="14" y="77"/>
                </a:lnTo>
                <a:lnTo>
                  <a:pt x="14" y="77"/>
                </a:lnTo>
                <a:lnTo>
                  <a:pt x="8" y="71"/>
                </a:lnTo>
                <a:lnTo>
                  <a:pt x="4" y="64"/>
                </a:lnTo>
                <a:lnTo>
                  <a:pt x="2" y="55"/>
                </a:lnTo>
                <a:lnTo>
                  <a:pt x="0" y="45"/>
                </a:lnTo>
                <a:lnTo>
                  <a:pt x="0" y="45"/>
                </a:lnTo>
                <a:lnTo>
                  <a:pt x="0" y="36"/>
                </a:lnTo>
                <a:lnTo>
                  <a:pt x="3" y="28"/>
                </a:lnTo>
                <a:lnTo>
                  <a:pt x="6" y="20"/>
                </a:lnTo>
                <a:lnTo>
                  <a:pt x="13" y="13"/>
                </a:lnTo>
                <a:lnTo>
                  <a:pt x="13" y="13"/>
                </a:lnTo>
                <a:lnTo>
                  <a:pt x="19" y="8"/>
                </a:lnTo>
                <a:lnTo>
                  <a:pt x="28" y="4"/>
                </a:lnTo>
                <a:lnTo>
                  <a:pt x="35" y="2"/>
                </a:lnTo>
                <a:lnTo>
                  <a:pt x="44" y="0"/>
                </a:lnTo>
                <a:lnTo>
                  <a:pt x="44" y="0"/>
                </a:lnTo>
                <a:lnTo>
                  <a:pt x="54" y="0"/>
                </a:lnTo>
                <a:lnTo>
                  <a:pt x="61" y="3"/>
                </a:lnTo>
                <a:lnTo>
                  <a:pt x="69" y="7"/>
                </a:lnTo>
                <a:lnTo>
                  <a:pt x="76" y="13"/>
                </a:lnTo>
                <a:lnTo>
                  <a:pt x="76" y="13"/>
                </a:lnTo>
                <a:lnTo>
                  <a:pt x="81" y="19"/>
                </a:lnTo>
                <a:lnTo>
                  <a:pt x="86" y="26"/>
                </a:lnTo>
                <a:lnTo>
                  <a:pt x="88" y="35"/>
                </a:lnTo>
                <a:lnTo>
                  <a:pt x="88" y="44"/>
                </a:lnTo>
                <a:lnTo>
                  <a:pt x="88" y="44"/>
                </a:lnTo>
                <a:lnTo>
                  <a:pt x="88" y="54"/>
                </a:lnTo>
                <a:lnTo>
                  <a:pt x="86" y="62"/>
                </a:lnTo>
                <a:lnTo>
                  <a:pt x="82" y="70"/>
                </a:lnTo>
                <a:lnTo>
                  <a:pt x="76" y="76"/>
                </a:lnTo>
                <a:lnTo>
                  <a:pt x="76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8" name="任意多边形 47"/>
          <p:cNvSpPr/>
          <p:nvPr>
            <p:custDataLst>
              <p:tags r:id="rId15"/>
            </p:custDataLst>
          </p:nvPr>
        </p:nvSpPr>
        <p:spPr bwMode="auto">
          <a:xfrm>
            <a:off x="3236222" y="1987332"/>
            <a:ext cx="242931" cy="273502"/>
          </a:xfrm>
          <a:custGeom>
            <a:avLst/>
            <a:gdLst>
              <a:gd name="T0" fmla="*/ 280 w 294"/>
              <a:gd name="T1" fmla="*/ 168 h 331"/>
              <a:gd name="T2" fmla="*/ 261 w 294"/>
              <a:gd name="T3" fmla="*/ 192 h 331"/>
              <a:gd name="T4" fmla="*/ 211 w 294"/>
              <a:gd name="T5" fmla="*/ 239 h 331"/>
              <a:gd name="T6" fmla="*/ 190 w 294"/>
              <a:gd name="T7" fmla="*/ 263 h 331"/>
              <a:gd name="T8" fmla="*/ 183 w 294"/>
              <a:gd name="T9" fmla="*/ 280 h 331"/>
              <a:gd name="T10" fmla="*/ 178 w 294"/>
              <a:gd name="T11" fmla="*/ 300 h 331"/>
              <a:gd name="T12" fmla="*/ 170 w 294"/>
              <a:gd name="T13" fmla="*/ 319 h 331"/>
              <a:gd name="T14" fmla="*/ 157 w 294"/>
              <a:gd name="T15" fmla="*/ 330 h 331"/>
              <a:gd name="T16" fmla="*/ 143 w 294"/>
              <a:gd name="T17" fmla="*/ 331 h 331"/>
              <a:gd name="T18" fmla="*/ 123 w 294"/>
              <a:gd name="T19" fmla="*/ 326 h 331"/>
              <a:gd name="T20" fmla="*/ 113 w 294"/>
              <a:gd name="T21" fmla="*/ 316 h 331"/>
              <a:gd name="T22" fmla="*/ 107 w 294"/>
              <a:gd name="T23" fmla="*/ 293 h 331"/>
              <a:gd name="T24" fmla="*/ 108 w 294"/>
              <a:gd name="T25" fmla="*/ 269 h 331"/>
              <a:gd name="T26" fmla="*/ 113 w 294"/>
              <a:gd name="T27" fmla="*/ 249 h 331"/>
              <a:gd name="T28" fmla="*/ 128 w 294"/>
              <a:gd name="T29" fmla="*/ 224 h 331"/>
              <a:gd name="T30" fmla="*/ 148 w 294"/>
              <a:gd name="T31" fmla="*/ 202 h 331"/>
              <a:gd name="T32" fmla="*/ 194 w 294"/>
              <a:gd name="T33" fmla="*/ 158 h 331"/>
              <a:gd name="T34" fmla="*/ 209 w 294"/>
              <a:gd name="T35" fmla="*/ 140 h 331"/>
              <a:gd name="T36" fmla="*/ 213 w 294"/>
              <a:gd name="T37" fmla="*/ 129 h 331"/>
              <a:gd name="T38" fmla="*/ 213 w 294"/>
              <a:gd name="T39" fmla="*/ 105 h 331"/>
              <a:gd name="T40" fmla="*/ 195 w 294"/>
              <a:gd name="T41" fmla="*/ 78 h 331"/>
              <a:gd name="T42" fmla="*/ 175 w 294"/>
              <a:gd name="T43" fmla="*/ 65 h 331"/>
              <a:gd name="T44" fmla="*/ 150 w 294"/>
              <a:gd name="T45" fmla="*/ 62 h 331"/>
              <a:gd name="T46" fmla="*/ 111 w 294"/>
              <a:gd name="T47" fmla="*/ 72 h 331"/>
              <a:gd name="T48" fmla="*/ 95 w 294"/>
              <a:gd name="T49" fmla="*/ 88 h 331"/>
              <a:gd name="T50" fmla="*/ 77 w 294"/>
              <a:gd name="T51" fmla="*/ 127 h 331"/>
              <a:gd name="T52" fmla="*/ 71 w 294"/>
              <a:gd name="T53" fmla="*/ 142 h 331"/>
              <a:gd name="T54" fmla="*/ 57 w 294"/>
              <a:gd name="T55" fmla="*/ 156 h 331"/>
              <a:gd name="T56" fmla="*/ 40 w 294"/>
              <a:gd name="T57" fmla="*/ 161 h 331"/>
              <a:gd name="T58" fmla="*/ 24 w 294"/>
              <a:gd name="T59" fmla="*/ 158 h 331"/>
              <a:gd name="T60" fmla="*/ 11 w 294"/>
              <a:gd name="T61" fmla="*/ 150 h 331"/>
              <a:gd name="T62" fmla="*/ 0 w 294"/>
              <a:gd name="T63" fmla="*/ 131 h 331"/>
              <a:gd name="T64" fmla="*/ 0 w 294"/>
              <a:gd name="T65" fmla="*/ 111 h 331"/>
              <a:gd name="T66" fmla="*/ 16 w 294"/>
              <a:gd name="T67" fmla="*/ 68 h 331"/>
              <a:gd name="T68" fmla="*/ 39 w 294"/>
              <a:gd name="T69" fmla="*/ 42 h 331"/>
              <a:gd name="T70" fmla="*/ 68 w 294"/>
              <a:gd name="T71" fmla="*/ 19 h 331"/>
              <a:gd name="T72" fmla="*/ 127 w 294"/>
              <a:gd name="T73" fmla="*/ 1 h 331"/>
              <a:gd name="T74" fmla="*/ 170 w 294"/>
              <a:gd name="T75" fmla="*/ 1 h 331"/>
              <a:gd name="T76" fmla="*/ 225 w 294"/>
              <a:gd name="T77" fmla="*/ 14 h 331"/>
              <a:gd name="T78" fmla="*/ 255 w 294"/>
              <a:gd name="T79" fmla="*/ 33 h 331"/>
              <a:gd name="T80" fmla="*/ 276 w 294"/>
              <a:gd name="T81" fmla="*/ 57 h 331"/>
              <a:gd name="T82" fmla="*/ 293 w 294"/>
              <a:gd name="T83" fmla="*/ 100 h 331"/>
              <a:gd name="T84" fmla="*/ 294 w 294"/>
              <a:gd name="T85" fmla="*/ 127 h 331"/>
              <a:gd name="T86" fmla="*/ 286 w 294"/>
              <a:gd name="T87" fmla="*/ 16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94" h="331">
                <a:moveTo>
                  <a:pt x="286" y="160"/>
                </a:moveTo>
                <a:lnTo>
                  <a:pt x="286" y="160"/>
                </a:lnTo>
                <a:lnTo>
                  <a:pt x="280" y="168"/>
                </a:lnTo>
                <a:lnTo>
                  <a:pt x="275" y="177"/>
                </a:lnTo>
                <a:lnTo>
                  <a:pt x="268" y="185"/>
                </a:lnTo>
                <a:lnTo>
                  <a:pt x="261" y="192"/>
                </a:lnTo>
                <a:lnTo>
                  <a:pt x="261" y="192"/>
                </a:lnTo>
                <a:lnTo>
                  <a:pt x="211" y="239"/>
                </a:lnTo>
                <a:lnTo>
                  <a:pt x="211" y="239"/>
                </a:lnTo>
                <a:lnTo>
                  <a:pt x="196" y="255"/>
                </a:lnTo>
                <a:lnTo>
                  <a:pt x="196" y="255"/>
                </a:lnTo>
                <a:lnTo>
                  <a:pt x="190" y="263"/>
                </a:lnTo>
                <a:lnTo>
                  <a:pt x="186" y="269"/>
                </a:lnTo>
                <a:lnTo>
                  <a:pt x="186" y="269"/>
                </a:lnTo>
                <a:lnTo>
                  <a:pt x="183" y="280"/>
                </a:lnTo>
                <a:lnTo>
                  <a:pt x="183" y="280"/>
                </a:lnTo>
                <a:lnTo>
                  <a:pt x="178" y="300"/>
                </a:lnTo>
                <a:lnTo>
                  <a:pt x="178" y="300"/>
                </a:lnTo>
                <a:lnTo>
                  <a:pt x="176" y="307"/>
                </a:lnTo>
                <a:lnTo>
                  <a:pt x="174" y="314"/>
                </a:lnTo>
                <a:lnTo>
                  <a:pt x="170" y="319"/>
                </a:lnTo>
                <a:lnTo>
                  <a:pt x="167" y="324"/>
                </a:lnTo>
                <a:lnTo>
                  <a:pt x="162" y="327"/>
                </a:lnTo>
                <a:lnTo>
                  <a:pt x="157" y="330"/>
                </a:lnTo>
                <a:lnTo>
                  <a:pt x="150" y="331"/>
                </a:lnTo>
                <a:lnTo>
                  <a:pt x="143" y="331"/>
                </a:lnTo>
                <a:lnTo>
                  <a:pt x="143" y="331"/>
                </a:lnTo>
                <a:lnTo>
                  <a:pt x="136" y="331"/>
                </a:lnTo>
                <a:lnTo>
                  <a:pt x="129" y="329"/>
                </a:lnTo>
                <a:lnTo>
                  <a:pt x="123" y="326"/>
                </a:lnTo>
                <a:lnTo>
                  <a:pt x="117" y="321"/>
                </a:lnTo>
                <a:lnTo>
                  <a:pt x="117" y="321"/>
                </a:lnTo>
                <a:lnTo>
                  <a:pt x="113" y="316"/>
                </a:lnTo>
                <a:lnTo>
                  <a:pt x="109" y="309"/>
                </a:lnTo>
                <a:lnTo>
                  <a:pt x="107" y="301"/>
                </a:lnTo>
                <a:lnTo>
                  <a:pt x="107" y="293"/>
                </a:lnTo>
                <a:lnTo>
                  <a:pt x="107" y="293"/>
                </a:lnTo>
                <a:lnTo>
                  <a:pt x="107" y="280"/>
                </a:lnTo>
                <a:lnTo>
                  <a:pt x="108" y="269"/>
                </a:lnTo>
                <a:lnTo>
                  <a:pt x="111" y="259"/>
                </a:lnTo>
                <a:lnTo>
                  <a:pt x="113" y="249"/>
                </a:lnTo>
                <a:lnTo>
                  <a:pt x="113" y="249"/>
                </a:lnTo>
                <a:lnTo>
                  <a:pt x="118" y="240"/>
                </a:lnTo>
                <a:lnTo>
                  <a:pt x="122" y="232"/>
                </a:lnTo>
                <a:lnTo>
                  <a:pt x="128" y="224"/>
                </a:lnTo>
                <a:lnTo>
                  <a:pt x="133" y="217"/>
                </a:lnTo>
                <a:lnTo>
                  <a:pt x="133" y="217"/>
                </a:lnTo>
                <a:lnTo>
                  <a:pt x="148" y="202"/>
                </a:lnTo>
                <a:lnTo>
                  <a:pt x="168" y="183"/>
                </a:lnTo>
                <a:lnTo>
                  <a:pt x="168" y="183"/>
                </a:lnTo>
                <a:lnTo>
                  <a:pt x="194" y="158"/>
                </a:lnTo>
                <a:lnTo>
                  <a:pt x="194" y="158"/>
                </a:lnTo>
                <a:lnTo>
                  <a:pt x="201" y="150"/>
                </a:lnTo>
                <a:lnTo>
                  <a:pt x="209" y="140"/>
                </a:lnTo>
                <a:lnTo>
                  <a:pt x="209" y="140"/>
                </a:lnTo>
                <a:lnTo>
                  <a:pt x="210" y="134"/>
                </a:lnTo>
                <a:lnTo>
                  <a:pt x="213" y="129"/>
                </a:lnTo>
                <a:lnTo>
                  <a:pt x="214" y="117"/>
                </a:lnTo>
                <a:lnTo>
                  <a:pt x="214" y="117"/>
                </a:lnTo>
                <a:lnTo>
                  <a:pt x="213" y="105"/>
                </a:lnTo>
                <a:lnTo>
                  <a:pt x="209" y="95"/>
                </a:lnTo>
                <a:lnTo>
                  <a:pt x="204" y="85"/>
                </a:lnTo>
                <a:lnTo>
                  <a:pt x="195" y="78"/>
                </a:lnTo>
                <a:lnTo>
                  <a:pt x="195" y="78"/>
                </a:lnTo>
                <a:lnTo>
                  <a:pt x="186" y="70"/>
                </a:lnTo>
                <a:lnTo>
                  <a:pt x="175" y="65"/>
                </a:lnTo>
                <a:lnTo>
                  <a:pt x="163" y="63"/>
                </a:lnTo>
                <a:lnTo>
                  <a:pt x="150" y="62"/>
                </a:lnTo>
                <a:lnTo>
                  <a:pt x="150" y="62"/>
                </a:lnTo>
                <a:lnTo>
                  <a:pt x="134" y="63"/>
                </a:lnTo>
                <a:lnTo>
                  <a:pt x="122" y="67"/>
                </a:lnTo>
                <a:lnTo>
                  <a:pt x="111" y="72"/>
                </a:lnTo>
                <a:lnTo>
                  <a:pt x="102" y="79"/>
                </a:lnTo>
                <a:lnTo>
                  <a:pt x="102" y="79"/>
                </a:lnTo>
                <a:lnTo>
                  <a:pt x="95" y="88"/>
                </a:lnTo>
                <a:lnTo>
                  <a:pt x="88" y="99"/>
                </a:lnTo>
                <a:lnTo>
                  <a:pt x="82" y="113"/>
                </a:lnTo>
                <a:lnTo>
                  <a:pt x="77" y="127"/>
                </a:lnTo>
                <a:lnTo>
                  <a:pt x="77" y="127"/>
                </a:lnTo>
                <a:lnTo>
                  <a:pt x="75" y="135"/>
                </a:lnTo>
                <a:lnTo>
                  <a:pt x="71" y="142"/>
                </a:lnTo>
                <a:lnTo>
                  <a:pt x="67" y="147"/>
                </a:lnTo>
                <a:lnTo>
                  <a:pt x="62" y="152"/>
                </a:lnTo>
                <a:lnTo>
                  <a:pt x="57" y="156"/>
                </a:lnTo>
                <a:lnTo>
                  <a:pt x="52" y="158"/>
                </a:lnTo>
                <a:lnTo>
                  <a:pt x="46" y="161"/>
                </a:lnTo>
                <a:lnTo>
                  <a:pt x="40" y="161"/>
                </a:lnTo>
                <a:lnTo>
                  <a:pt x="40" y="161"/>
                </a:lnTo>
                <a:lnTo>
                  <a:pt x="31" y="161"/>
                </a:lnTo>
                <a:lnTo>
                  <a:pt x="24" y="158"/>
                </a:lnTo>
                <a:lnTo>
                  <a:pt x="18" y="155"/>
                </a:lnTo>
                <a:lnTo>
                  <a:pt x="11" y="150"/>
                </a:lnTo>
                <a:lnTo>
                  <a:pt x="11" y="150"/>
                </a:lnTo>
                <a:lnTo>
                  <a:pt x="6" y="144"/>
                </a:lnTo>
                <a:lnTo>
                  <a:pt x="3" y="137"/>
                </a:lnTo>
                <a:lnTo>
                  <a:pt x="0" y="131"/>
                </a:lnTo>
                <a:lnTo>
                  <a:pt x="0" y="125"/>
                </a:lnTo>
                <a:lnTo>
                  <a:pt x="0" y="125"/>
                </a:lnTo>
                <a:lnTo>
                  <a:pt x="0" y="111"/>
                </a:lnTo>
                <a:lnTo>
                  <a:pt x="4" y="96"/>
                </a:lnTo>
                <a:lnTo>
                  <a:pt x="9" y="83"/>
                </a:lnTo>
                <a:lnTo>
                  <a:pt x="16" y="68"/>
                </a:lnTo>
                <a:lnTo>
                  <a:pt x="16" y="68"/>
                </a:lnTo>
                <a:lnTo>
                  <a:pt x="26" y="54"/>
                </a:lnTo>
                <a:lnTo>
                  <a:pt x="39" y="42"/>
                </a:lnTo>
                <a:lnTo>
                  <a:pt x="52" y="29"/>
                </a:lnTo>
                <a:lnTo>
                  <a:pt x="68" y="19"/>
                </a:lnTo>
                <a:lnTo>
                  <a:pt x="68" y="19"/>
                </a:lnTo>
                <a:lnTo>
                  <a:pt x="87" y="11"/>
                </a:lnTo>
                <a:lnTo>
                  <a:pt x="106" y="4"/>
                </a:lnTo>
                <a:lnTo>
                  <a:pt x="127" y="1"/>
                </a:lnTo>
                <a:lnTo>
                  <a:pt x="149" y="0"/>
                </a:lnTo>
                <a:lnTo>
                  <a:pt x="149" y="0"/>
                </a:lnTo>
                <a:lnTo>
                  <a:pt x="170" y="1"/>
                </a:lnTo>
                <a:lnTo>
                  <a:pt x="189" y="3"/>
                </a:lnTo>
                <a:lnTo>
                  <a:pt x="208" y="7"/>
                </a:lnTo>
                <a:lnTo>
                  <a:pt x="225" y="14"/>
                </a:lnTo>
                <a:lnTo>
                  <a:pt x="225" y="14"/>
                </a:lnTo>
                <a:lnTo>
                  <a:pt x="240" y="23"/>
                </a:lnTo>
                <a:lnTo>
                  <a:pt x="255" y="33"/>
                </a:lnTo>
                <a:lnTo>
                  <a:pt x="266" y="44"/>
                </a:lnTo>
                <a:lnTo>
                  <a:pt x="276" y="57"/>
                </a:lnTo>
                <a:lnTo>
                  <a:pt x="276" y="57"/>
                </a:lnTo>
                <a:lnTo>
                  <a:pt x="285" y="70"/>
                </a:lnTo>
                <a:lnTo>
                  <a:pt x="289" y="85"/>
                </a:lnTo>
                <a:lnTo>
                  <a:pt x="293" y="100"/>
                </a:lnTo>
                <a:lnTo>
                  <a:pt x="294" y="115"/>
                </a:lnTo>
                <a:lnTo>
                  <a:pt x="294" y="115"/>
                </a:lnTo>
                <a:lnTo>
                  <a:pt x="294" y="127"/>
                </a:lnTo>
                <a:lnTo>
                  <a:pt x="292" y="139"/>
                </a:lnTo>
                <a:lnTo>
                  <a:pt x="289" y="150"/>
                </a:lnTo>
                <a:lnTo>
                  <a:pt x="286" y="160"/>
                </a:lnTo>
                <a:lnTo>
                  <a:pt x="286" y="1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3" name="椭圆 72"/>
          <p:cNvSpPr/>
          <p:nvPr>
            <p:custDataLst>
              <p:tags r:id="rId16"/>
            </p:custDataLst>
          </p:nvPr>
        </p:nvSpPr>
        <p:spPr>
          <a:xfrm>
            <a:off x="6039223" y="4067920"/>
            <a:ext cx="182770" cy="1827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17"/>
            </p:custDataLst>
          </p:nvPr>
        </p:nvSpPr>
        <p:spPr bwMode="auto">
          <a:xfrm>
            <a:off x="6878955" y="5019675"/>
            <a:ext cx="2880995" cy="1216025"/>
          </a:xfrm>
          <a:prstGeom prst="rect">
            <a:avLst/>
          </a:prstGeom>
        </p:spPr>
        <p:txBody>
          <a:bodyPr wrap="square" lIns="90000" tIns="0" rIns="90000" bIns="46800" anchor="t" anchorCtr="1">
            <a:norm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50">
                <a:solidFill>
                  <a:schemeClr val="dk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销售量</a:t>
            </a:r>
            <a:endParaRPr lang="zh-CN" altLang="en-US" sz="2000" spc="150">
              <a:solidFill>
                <a:schemeClr val="dk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50">
                <a:solidFill>
                  <a:schemeClr val="dk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产品差异性</a:t>
            </a:r>
            <a:endParaRPr lang="zh-CN" altLang="en-US" sz="2000" spc="150">
              <a:solidFill>
                <a:schemeClr val="dk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8"/>
            </p:custDataLst>
          </p:nvPr>
        </p:nvSpPr>
        <p:spPr bwMode="auto">
          <a:xfrm>
            <a:off x="6497320" y="4428490"/>
            <a:ext cx="3262630" cy="462280"/>
          </a:xfrm>
          <a:prstGeom prst="rect">
            <a:avLst/>
          </a:prstGeom>
        </p:spPr>
        <p:txBody>
          <a:bodyPr wrap="square" lIns="90000" tIns="46800" rIns="90000" bIns="0" anchor="b" anchorCtr="1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spc="3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爆品卖点文案提炼</a:t>
            </a:r>
            <a:endParaRPr lang="zh-CN" altLang="en-US" sz="2400" b="1" spc="3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椭圆 13"/>
          <p:cNvSpPr/>
          <p:nvPr>
            <p:custDataLst>
              <p:tags r:id="rId19"/>
            </p:custDataLst>
          </p:nvPr>
        </p:nvSpPr>
        <p:spPr>
          <a:xfrm>
            <a:off x="8219417" y="4067920"/>
            <a:ext cx="182770" cy="182770"/>
          </a:xfrm>
          <a:prstGeom prst="ellipse">
            <a:avLst/>
          </a:prstGeom>
          <a:solidFill>
            <a:srgbClr val="5268A5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8" name="任意多边形 87"/>
          <p:cNvSpPr/>
          <p:nvPr>
            <p:custDataLst>
              <p:tags r:id="rId20"/>
            </p:custDataLst>
          </p:nvPr>
        </p:nvSpPr>
        <p:spPr bwMode="auto">
          <a:xfrm flipH="1">
            <a:off x="7981346" y="2414360"/>
            <a:ext cx="669624" cy="1653560"/>
          </a:xfrm>
          <a:custGeom>
            <a:avLst/>
            <a:gdLst>
              <a:gd name="T0" fmla="*/ 937 w 1176"/>
              <a:gd name="T1" fmla="*/ 1835 h 2904"/>
              <a:gd name="T2" fmla="*/ 1107 w 1176"/>
              <a:gd name="T3" fmla="*/ 1699 h 2904"/>
              <a:gd name="T4" fmla="*/ 1172 w 1176"/>
              <a:gd name="T5" fmla="*/ 1536 h 2904"/>
              <a:gd name="T6" fmla="*/ 1159 w 1176"/>
              <a:gd name="T7" fmla="*/ 1398 h 2904"/>
              <a:gd name="T8" fmla="*/ 1034 w 1176"/>
              <a:gd name="T9" fmla="*/ 1223 h 2904"/>
              <a:gd name="T10" fmla="*/ 860 w 1176"/>
              <a:gd name="T11" fmla="*/ 1120 h 2904"/>
              <a:gd name="T12" fmla="*/ 674 w 1176"/>
              <a:gd name="T13" fmla="*/ 1034 h 2904"/>
              <a:gd name="T14" fmla="*/ 965 w 1176"/>
              <a:gd name="T15" fmla="*/ 948 h 2904"/>
              <a:gd name="T16" fmla="*/ 1071 w 1176"/>
              <a:gd name="T17" fmla="*/ 844 h 2904"/>
              <a:gd name="T18" fmla="*/ 1135 w 1176"/>
              <a:gd name="T19" fmla="*/ 695 h 2904"/>
              <a:gd name="T20" fmla="*/ 1148 w 1176"/>
              <a:gd name="T21" fmla="*/ 530 h 2904"/>
              <a:gd name="T22" fmla="*/ 1107 w 1176"/>
              <a:gd name="T23" fmla="*/ 344 h 2904"/>
              <a:gd name="T24" fmla="*/ 1008 w 1176"/>
              <a:gd name="T25" fmla="*/ 185 h 2904"/>
              <a:gd name="T26" fmla="*/ 864 w 1176"/>
              <a:gd name="T27" fmla="*/ 68 h 2904"/>
              <a:gd name="T28" fmla="*/ 685 w 1176"/>
              <a:gd name="T29" fmla="*/ 6 h 2904"/>
              <a:gd name="T30" fmla="*/ 517 w 1176"/>
              <a:gd name="T31" fmla="*/ 6 h 2904"/>
              <a:gd name="T32" fmla="*/ 336 w 1176"/>
              <a:gd name="T33" fmla="*/ 66 h 2904"/>
              <a:gd name="T34" fmla="*/ 191 w 1176"/>
              <a:gd name="T35" fmla="*/ 181 h 2904"/>
              <a:gd name="T36" fmla="*/ 90 w 1176"/>
              <a:gd name="T37" fmla="*/ 338 h 2904"/>
              <a:gd name="T38" fmla="*/ 47 w 1176"/>
              <a:gd name="T39" fmla="*/ 525 h 2904"/>
              <a:gd name="T40" fmla="*/ 67 w 1176"/>
              <a:gd name="T41" fmla="*/ 695 h 2904"/>
              <a:gd name="T42" fmla="*/ 41 w 1176"/>
              <a:gd name="T43" fmla="*/ 823 h 2904"/>
              <a:gd name="T44" fmla="*/ 2 w 1176"/>
              <a:gd name="T45" fmla="*/ 975 h 2904"/>
              <a:gd name="T46" fmla="*/ 88 w 1176"/>
              <a:gd name="T47" fmla="*/ 1122 h 2904"/>
              <a:gd name="T48" fmla="*/ 11 w 1176"/>
              <a:gd name="T49" fmla="*/ 1374 h 2904"/>
              <a:gd name="T50" fmla="*/ 38 w 1176"/>
              <a:gd name="T51" fmla="*/ 1497 h 2904"/>
              <a:gd name="T52" fmla="*/ 138 w 1176"/>
              <a:gd name="T53" fmla="*/ 1549 h 2904"/>
              <a:gd name="T54" fmla="*/ 271 w 1176"/>
              <a:gd name="T55" fmla="*/ 1518 h 2904"/>
              <a:gd name="T56" fmla="*/ 293 w 1176"/>
              <a:gd name="T57" fmla="*/ 1753 h 2904"/>
              <a:gd name="T58" fmla="*/ 230 w 1176"/>
              <a:gd name="T59" fmla="*/ 2606 h 2904"/>
              <a:gd name="T60" fmla="*/ 82 w 1176"/>
              <a:gd name="T61" fmla="*/ 2671 h 2904"/>
              <a:gd name="T62" fmla="*/ 41 w 1176"/>
              <a:gd name="T63" fmla="*/ 2757 h 2904"/>
              <a:gd name="T64" fmla="*/ 56 w 1176"/>
              <a:gd name="T65" fmla="*/ 2839 h 2904"/>
              <a:gd name="T66" fmla="*/ 159 w 1176"/>
              <a:gd name="T67" fmla="*/ 2891 h 2904"/>
              <a:gd name="T68" fmla="*/ 375 w 1176"/>
              <a:gd name="T69" fmla="*/ 2900 h 2904"/>
              <a:gd name="T70" fmla="*/ 519 w 1176"/>
              <a:gd name="T71" fmla="*/ 2835 h 2904"/>
              <a:gd name="T72" fmla="*/ 588 w 1176"/>
              <a:gd name="T73" fmla="*/ 2712 h 2904"/>
              <a:gd name="T74" fmla="*/ 629 w 1176"/>
              <a:gd name="T75" fmla="*/ 2824 h 2904"/>
              <a:gd name="T76" fmla="*/ 732 w 1176"/>
              <a:gd name="T77" fmla="*/ 2876 h 2904"/>
              <a:gd name="T78" fmla="*/ 1032 w 1176"/>
              <a:gd name="T79" fmla="*/ 2871 h 2904"/>
              <a:gd name="T80" fmla="*/ 1099 w 1176"/>
              <a:gd name="T81" fmla="*/ 2816 h 2904"/>
              <a:gd name="T82" fmla="*/ 1084 w 1176"/>
              <a:gd name="T83" fmla="*/ 2718 h 2904"/>
              <a:gd name="T84" fmla="*/ 993 w 1176"/>
              <a:gd name="T85" fmla="*/ 2621 h 2904"/>
              <a:gd name="T86" fmla="*/ 330 w 1176"/>
              <a:gd name="T87" fmla="*/ 1346 h 2904"/>
              <a:gd name="T88" fmla="*/ 302 w 1176"/>
              <a:gd name="T89" fmla="*/ 1139 h 2904"/>
              <a:gd name="T90" fmla="*/ 474 w 1176"/>
              <a:gd name="T91" fmla="*/ 1029 h 2904"/>
              <a:gd name="T92" fmla="*/ 332 w 1176"/>
              <a:gd name="T93" fmla="*/ 1396 h 2904"/>
              <a:gd name="T94" fmla="*/ 502 w 1176"/>
              <a:gd name="T95" fmla="*/ 2283 h 2904"/>
              <a:gd name="T96" fmla="*/ 532 w 1176"/>
              <a:gd name="T97" fmla="*/ 2040 h 2904"/>
              <a:gd name="T98" fmla="*/ 573 w 1176"/>
              <a:gd name="T99" fmla="*/ 2008 h 2904"/>
              <a:gd name="T100" fmla="*/ 614 w 1176"/>
              <a:gd name="T101" fmla="*/ 2152 h 2904"/>
              <a:gd name="T102" fmla="*/ 601 w 1176"/>
              <a:gd name="T103" fmla="*/ 2667 h 2904"/>
              <a:gd name="T104" fmla="*/ 851 w 1176"/>
              <a:gd name="T105" fmla="*/ 1372 h 2904"/>
              <a:gd name="T106" fmla="*/ 926 w 1176"/>
              <a:gd name="T107" fmla="*/ 1447 h 2904"/>
              <a:gd name="T108" fmla="*/ 935 w 1176"/>
              <a:gd name="T109" fmla="*/ 1516 h 2904"/>
              <a:gd name="T110" fmla="*/ 844 w 1176"/>
              <a:gd name="T111" fmla="*/ 1607 h 2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76" h="2904">
                <a:moveTo>
                  <a:pt x="834" y="2581"/>
                </a:moveTo>
                <a:lnTo>
                  <a:pt x="814" y="1883"/>
                </a:lnTo>
                <a:lnTo>
                  <a:pt x="814" y="1883"/>
                </a:lnTo>
                <a:lnTo>
                  <a:pt x="831" y="1878"/>
                </a:lnTo>
                <a:lnTo>
                  <a:pt x="875" y="1863"/>
                </a:lnTo>
                <a:lnTo>
                  <a:pt x="905" y="1850"/>
                </a:lnTo>
                <a:lnTo>
                  <a:pt x="937" y="1835"/>
                </a:lnTo>
                <a:lnTo>
                  <a:pt x="972" y="1816"/>
                </a:lnTo>
                <a:lnTo>
                  <a:pt x="1008" y="1792"/>
                </a:lnTo>
                <a:lnTo>
                  <a:pt x="1043" y="1766"/>
                </a:lnTo>
                <a:lnTo>
                  <a:pt x="1060" y="1751"/>
                </a:lnTo>
                <a:lnTo>
                  <a:pt x="1077" y="1734"/>
                </a:lnTo>
                <a:lnTo>
                  <a:pt x="1092" y="1717"/>
                </a:lnTo>
                <a:lnTo>
                  <a:pt x="1107" y="1699"/>
                </a:lnTo>
                <a:lnTo>
                  <a:pt x="1120" y="1680"/>
                </a:lnTo>
                <a:lnTo>
                  <a:pt x="1133" y="1659"/>
                </a:lnTo>
                <a:lnTo>
                  <a:pt x="1144" y="1637"/>
                </a:lnTo>
                <a:lnTo>
                  <a:pt x="1153" y="1613"/>
                </a:lnTo>
                <a:lnTo>
                  <a:pt x="1163" y="1589"/>
                </a:lnTo>
                <a:lnTo>
                  <a:pt x="1168" y="1564"/>
                </a:lnTo>
                <a:lnTo>
                  <a:pt x="1172" y="1536"/>
                </a:lnTo>
                <a:lnTo>
                  <a:pt x="1176" y="1508"/>
                </a:lnTo>
                <a:lnTo>
                  <a:pt x="1176" y="1478"/>
                </a:lnTo>
                <a:lnTo>
                  <a:pt x="1174" y="1447"/>
                </a:lnTo>
                <a:lnTo>
                  <a:pt x="1174" y="1447"/>
                </a:lnTo>
                <a:lnTo>
                  <a:pt x="1170" y="1434"/>
                </a:lnTo>
                <a:lnTo>
                  <a:pt x="1166" y="1419"/>
                </a:lnTo>
                <a:lnTo>
                  <a:pt x="1159" y="1398"/>
                </a:lnTo>
                <a:lnTo>
                  <a:pt x="1150" y="1376"/>
                </a:lnTo>
                <a:lnTo>
                  <a:pt x="1137" y="1348"/>
                </a:lnTo>
                <a:lnTo>
                  <a:pt x="1120" y="1318"/>
                </a:lnTo>
                <a:lnTo>
                  <a:pt x="1097" y="1288"/>
                </a:lnTo>
                <a:lnTo>
                  <a:pt x="1069" y="1254"/>
                </a:lnTo>
                <a:lnTo>
                  <a:pt x="1053" y="1240"/>
                </a:lnTo>
                <a:lnTo>
                  <a:pt x="1034" y="1223"/>
                </a:lnTo>
                <a:lnTo>
                  <a:pt x="1015" y="1208"/>
                </a:lnTo>
                <a:lnTo>
                  <a:pt x="995" y="1191"/>
                </a:lnTo>
                <a:lnTo>
                  <a:pt x="970" y="1176"/>
                </a:lnTo>
                <a:lnTo>
                  <a:pt x="946" y="1161"/>
                </a:lnTo>
                <a:lnTo>
                  <a:pt x="920" y="1146"/>
                </a:lnTo>
                <a:lnTo>
                  <a:pt x="892" y="1133"/>
                </a:lnTo>
                <a:lnTo>
                  <a:pt x="860" y="1120"/>
                </a:lnTo>
                <a:lnTo>
                  <a:pt x="827" y="1109"/>
                </a:lnTo>
                <a:lnTo>
                  <a:pt x="793" y="1098"/>
                </a:lnTo>
                <a:lnTo>
                  <a:pt x="756" y="1087"/>
                </a:lnTo>
                <a:lnTo>
                  <a:pt x="715" y="1077"/>
                </a:lnTo>
                <a:lnTo>
                  <a:pt x="674" y="1070"/>
                </a:lnTo>
                <a:lnTo>
                  <a:pt x="674" y="1034"/>
                </a:lnTo>
                <a:lnTo>
                  <a:pt x="674" y="1034"/>
                </a:lnTo>
                <a:lnTo>
                  <a:pt x="724" y="1029"/>
                </a:lnTo>
                <a:lnTo>
                  <a:pt x="773" y="1021"/>
                </a:lnTo>
                <a:lnTo>
                  <a:pt x="821" y="1012"/>
                </a:lnTo>
                <a:lnTo>
                  <a:pt x="864" y="997"/>
                </a:lnTo>
                <a:lnTo>
                  <a:pt x="907" y="980"/>
                </a:lnTo>
                <a:lnTo>
                  <a:pt x="946" y="960"/>
                </a:lnTo>
                <a:lnTo>
                  <a:pt x="965" y="948"/>
                </a:lnTo>
                <a:lnTo>
                  <a:pt x="982" y="935"/>
                </a:lnTo>
                <a:lnTo>
                  <a:pt x="998" y="922"/>
                </a:lnTo>
                <a:lnTo>
                  <a:pt x="1015" y="909"/>
                </a:lnTo>
                <a:lnTo>
                  <a:pt x="1030" y="894"/>
                </a:lnTo>
                <a:lnTo>
                  <a:pt x="1045" y="878"/>
                </a:lnTo>
                <a:lnTo>
                  <a:pt x="1058" y="861"/>
                </a:lnTo>
                <a:lnTo>
                  <a:pt x="1071" y="844"/>
                </a:lnTo>
                <a:lnTo>
                  <a:pt x="1084" y="825"/>
                </a:lnTo>
                <a:lnTo>
                  <a:pt x="1096" y="807"/>
                </a:lnTo>
                <a:lnTo>
                  <a:pt x="1105" y="786"/>
                </a:lnTo>
                <a:lnTo>
                  <a:pt x="1114" y="764"/>
                </a:lnTo>
                <a:lnTo>
                  <a:pt x="1122" y="741"/>
                </a:lnTo>
                <a:lnTo>
                  <a:pt x="1129" y="719"/>
                </a:lnTo>
                <a:lnTo>
                  <a:pt x="1135" y="695"/>
                </a:lnTo>
                <a:lnTo>
                  <a:pt x="1140" y="670"/>
                </a:lnTo>
                <a:lnTo>
                  <a:pt x="1144" y="644"/>
                </a:lnTo>
                <a:lnTo>
                  <a:pt x="1148" y="616"/>
                </a:lnTo>
                <a:lnTo>
                  <a:pt x="1150" y="588"/>
                </a:lnTo>
                <a:lnTo>
                  <a:pt x="1150" y="560"/>
                </a:lnTo>
                <a:lnTo>
                  <a:pt x="1150" y="560"/>
                </a:lnTo>
                <a:lnTo>
                  <a:pt x="1148" y="530"/>
                </a:lnTo>
                <a:lnTo>
                  <a:pt x="1146" y="502"/>
                </a:lnTo>
                <a:lnTo>
                  <a:pt x="1144" y="474"/>
                </a:lnTo>
                <a:lnTo>
                  <a:pt x="1138" y="448"/>
                </a:lnTo>
                <a:lnTo>
                  <a:pt x="1133" y="420"/>
                </a:lnTo>
                <a:lnTo>
                  <a:pt x="1125" y="394"/>
                </a:lnTo>
                <a:lnTo>
                  <a:pt x="1116" y="368"/>
                </a:lnTo>
                <a:lnTo>
                  <a:pt x="1107" y="344"/>
                </a:lnTo>
                <a:lnTo>
                  <a:pt x="1096" y="318"/>
                </a:lnTo>
                <a:lnTo>
                  <a:pt x="1084" y="293"/>
                </a:lnTo>
                <a:lnTo>
                  <a:pt x="1071" y="271"/>
                </a:lnTo>
                <a:lnTo>
                  <a:pt x="1056" y="249"/>
                </a:lnTo>
                <a:lnTo>
                  <a:pt x="1041" y="226"/>
                </a:lnTo>
                <a:lnTo>
                  <a:pt x="1025" y="204"/>
                </a:lnTo>
                <a:lnTo>
                  <a:pt x="1008" y="185"/>
                </a:lnTo>
                <a:lnTo>
                  <a:pt x="989" y="165"/>
                </a:lnTo>
                <a:lnTo>
                  <a:pt x="970" y="146"/>
                </a:lnTo>
                <a:lnTo>
                  <a:pt x="952" y="129"/>
                </a:lnTo>
                <a:lnTo>
                  <a:pt x="931" y="112"/>
                </a:lnTo>
                <a:lnTo>
                  <a:pt x="909" y="96"/>
                </a:lnTo>
                <a:lnTo>
                  <a:pt x="887" y="81"/>
                </a:lnTo>
                <a:lnTo>
                  <a:pt x="864" y="68"/>
                </a:lnTo>
                <a:lnTo>
                  <a:pt x="840" y="55"/>
                </a:lnTo>
                <a:lnTo>
                  <a:pt x="816" y="43"/>
                </a:lnTo>
                <a:lnTo>
                  <a:pt x="791" y="34"/>
                </a:lnTo>
                <a:lnTo>
                  <a:pt x="765" y="25"/>
                </a:lnTo>
                <a:lnTo>
                  <a:pt x="739" y="17"/>
                </a:lnTo>
                <a:lnTo>
                  <a:pt x="713" y="12"/>
                </a:lnTo>
                <a:lnTo>
                  <a:pt x="685" y="6"/>
                </a:lnTo>
                <a:lnTo>
                  <a:pt x="657" y="2"/>
                </a:lnTo>
                <a:lnTo>
                  <a:pt x="629" y="0"/>
                </a:lnTo>
                <a:lnTo>
                  <a:pt x="601" y="0"/>
                </a:lnTo>
                <a:lnTo>
                  <a:pt x="601" y="0"/>
                </a:lnTo>
                <a:lnTo>
                  <a:pt x="573" y="0"/>
                </a:lnTo>
                <a:lnTo>
                  <a:pt x="545" y="2"/>
                </a:lnTo>
                <a:lnTo>
                  <a:pt x="517" y="6"/>
                </a:lnTo>
                <a:lnTo>
                  <a:pt x="489" y="12"/>
                </a:lnTo>
                <a:lnTo>
                  <a:pt x="463" y="17"/>
                </a:lnTo>
                <a:lnTo>
                  <a:pt x="437" y="25"/>
                </a:lnTo>
                <a:lnTo>
                  <a:pt x="411" y="34"/>
                </a:lnTo>
                <a:lnTo>
                  <a:pt x="385" y="43"/>
                </a:lnTo>
                <a:lnTo>
                  <a:pt x="360" y="55"/>
                </a:lnTo>
                <a:lnTo>
                  <a:pt x="336" y="66"/>
                </a:lnTo>
                <a:lnTo>
                  <a:pt x="314" y="81"/>
                </a:lnTo>
                <a:lnTo>
                  <a:pt x="291" y="94"/>
                </a:lnTo>
                <a:lnTo>
                  <a:pt x="269" y="111"/>
                </a:lnTo>
                <a:lnTo>
                  <a:pt x="248" y="125"/>
                </a:lnTo>
                <a:lnTo>
                  <a:pt x="228" y="144"/>
                </a:lnTo>
                <a:lnTo>
                  <a:pt x="209" y="163"/>
                </a:lnTo>
                <a:lnTo>
                  <a:pt x="191" y="181"/>
                </a:lnTo>
                <a:lnTo>
                  <a:pt x="174" y="202"/>
                </a:lnTo>
                <a:lnTo>
                  <a:pt x="157" y="222"/>
                </a:lnTo>
                <a:lnTo>
                  <a:pt x="142" y="243"/>
                </a:lnTo>
                <a:lnTo>
                  <a:pt x="127" y="267"/>
                </a:lnTo>
                <a:lnTo>
                  <a:pt x="114" y="290"/>
                </a:lnTo>
                <a:lnTo>
                  <a:pt x="101" y="314"/>
                </a:lnTo>
                <a:lnTo>
                  <a:pt x="90" y="338"/>
                </a:lnTo>
                <a:lnTo>
                  <a:pt x="80" y="362"/>
                </a:lnTo>
                <a:lnTo>
                  <a:pt x="71" y="389"/>
                </a:lnTo>
                <a:lnTo>
                  <a:pt x="64" y="415"/>
                </a:lnTo>
                <a:lnTo>
                  <a:pt x="58" y="443"/>
                </a:lnTo>
                <a:lnTo>
                  <a:pt x="52" y="469"/>
                </a:lnTo>
                <a:lnTo>
                  <a:pt x="51" y="497"/>
                </a:lnTo>
                <a:lnTo>
                  <a:pt x="47" y="525"/>
                </a:lnTo>
                <a:lnTo>
                  <a:pt x="47" y="555"/>
                </a:lnTo>
                <a:lnTo>
                  <a:pt x="47" y="555"/>
                </a:lnTo>
                <a:lnTo>
                  <a:pt x="49" y="585"/>
                </a:lnTo>
                <a:lnTo>
                  <a:pt x="51" y="613"/>
                </a:lnTo>
                <a:lnTo>
                  <a:pt x="54" y="641"/>
                </a:lnTo>
                <a:lnTo>
                  <a:pt x="60" y="669"/>
                </a:lnTo>
                <a:lnTo>
                  <a:pt x="67" y="695"/>
                </a:lnTo>
                <a:lnTo>
                  <a:pt x="77" y="721"/>
                </a:lnTo>
                <a:lnTo>
                  <a:pt x="88" y="745"/>
                </a:lnTo>
                <a:lnTo>
                  <a:pt x="99" y="769"/>
                </a:lnTo>
                <a:lnTo>
                  <a:pt x="99" y="769"/>
                </a:lnTo>
                <a:lnTo>
                  <a:pt x="77" y="784"/>
                </a:lnTo>
                <a:lnTo>
                  <a:pt x="58" y="803"/>
                </a:lnTo>
                <a:lnTo>
                  <a:pt x="41" y="823"/>
                </a:lnTo>
                <a:lnTo>
                  <a:pt x="26" y="844"/>
                </a:lnTo>
                <a:lnTo>
                  <a:pt x="15" y="868"/>
                </a:lnTo>
                <a:lnTo>
                  <a:pt x="8" y="894"/>
                </a:lnTo>
                <a:lnTo>
                  <a:pt x="2" y="920"/>
                </a:lnTo>
                <a:lnTo>
                  <a:pt x="0" y="948"/>
                </a:lnTo>
                <a:lnTo>
                  <a:pt x="0" y="948"/>
                </a:lnTo>
                <a:lnTo>
                  <a:pt x="2" y="975"/>
                </a:lnTo>
                <a:lnTo>
                  <a:pt x="6" y="1001"/>
                </a:lnTo>
                <a:lnTo>
                  <a:pt x="13" y="1025"/>
                </a:lnTo>
                <a:lnTo>
                  <a:pt x="24" y="1047"/>
                </a:lnTo>
                <a:lnTo>
                  <a:pt x="38" y="1068"/>
                </a:lnTo>
                <a:lnTo>
                  <a:pt x="52" y="1088"/>
                </a:lnTo>
                <a:lnTo>
                  <a:pt x="69" y="1105"/>
                </a:lnTo>
                <a:lnTo>
                  <a:pt x="88" y="1122"/>
                </a:lnTo>
                <a:lnTo>
                  <a:pt x="88" y="1122"/>
                </a:lnTo>
                <a:lnTo>
                  <a:pt x="69" y="1176"/>
                </a:lnTo>
                <a:lnTo>
                  <a:pt x="49" y="1234"/>
                </a:lnTo>
                <a:lnTo>
                  <a:pt x="30" y="1292"/>
                </a:lnTo>
                <a:lnTo>
                  <a:pt x="23" y="1320"/>
                </a:lnTo>
                <a:lnTo>
                  <a:pt x="15" y="1348"/>
                </a:lnTo>
                <a:lnTo>
                  <a:pt x="11" y="1374"/>
                </a:lnTo>
                <a:lnTo>
                  <a:pt x="8" y="1400"/>
                </a:lnTo>
                <a:lnTo>
                  <a:pt x="8" y="1424"/>
                </a:lnTo>
                <a:lnTo>
                  <a:pt x="11" y="1449"/>
                </a:lnTo>
                <a:lnTo>
                  <a:pt x="19" y="1469"/>
                </a:lnTo>
                <a:lnTo>
                  <a:pt x="24" y="1478"/>
                </a:lnTo>
                <a:lnTo>
                  <a:pt x="30" y="1488"/>
                </a:lnTo>
                <a:lnTo>
                  <a:pt x="38" y="1497"/>
                </a:lnTo>
                <a:lnTo>
                  <a:pt x="45" y="1506"/>
                </a:lnTo>
                <a:lnTo>
                  <a:pt x="54" y="1514"/>
                </a:lnTo>
                <a:lnTo>
                  <a:pt x="66" y="1521"/>
                </a:lnTo>
                <a:lnTo>
                  <a:pt x="66" y="1521"/>
                </a:lnTo>
                <a:lnTo>
                  <a:pt x="90" y="1534"/>
                </a:lnTo>
                <a:lnTo>
                  <a:pt x="116" y="1544"/>
                </a:lnTo>
                <a:lnTo>
                  <a:pt x="138" y="1549"/>
                </a:lnTo>
                <a:lnTo>
                  <a:pt x="163" y="1551"/>
                </a:lnTo>
                <a:lnTo>
                  <a:pt x="183" y="1549"/>
                </a:lnTo>
                <a:lnTo>
                  <a:pt x="204" y="1546"/>
                </a:lnTo>
                <a:lnTo>
                  <a:pt x="224" y="1542"/>
                </a:lnTo>
                <a:lnTo>
                  <a:pt x="241" y="1534"/>
                </a:lnTo>
                <a:lnTo>
                  <a:pt x="258" y="1527"/>
                </a:lnTo>
                <a:lnTo>
                  <a:pt x="271" y="1518"/>
                </a:lnTo>
                <a:lnTo>
                  <a:pt x="295" y="1501"/>
                </a:lnTo>
                <a:lnTo>
                  <a:pt x="308" y="1488"/>
                </a:lnTo>
                <a:lnTo>
                  <a:pt x="314" y="1484"/>
                </a:lnTo>
                <a:lnTo>
                  <a:pt x="314" y="1484"/>
                </a:lnTo>
                <a:lnTo>
                  <a:pt x="308" y="1549"/>
                </a:lnTo>
                <a:lnTo>
                  <a:pt x="301" y="1633"/>
                </a:lnTo>
                <a:lnTo>
                  <a:pt x="293" y="1753"/>
                </a:lnTo>
                <a:lnTo>
                  <a:pt x="286" y="1908"/>
                </a:lnTo>
                <a:lnTo>
                  <a:pt x="280" y="2100"/>
                </a:lnTo>
                <a:lnTo>
                  <a:pt x="276" y="2329"/>
                </a:lnTo>
                <a:lnTo>
                  <a:pt x="274" y="2600"/>
                </a:lnTo>
                <a:lnTo>
                  <a:pt x="274" y="2600"/>
                </a:lnTo>
                <a:lnTo>
                  <a:pt x="261" y="2600"/>
                </a:lnTo>
                <a:lnTo>
                  <a:pt x="230" y="2606"/>
                </a:lnTo>
                <a:lnTo>
                  <a:pt x="209" y="2609"/>
                </a:lnTo>
                <a:lnTo>
                  <a:pt x="187" y="2615"/>
                </a:lnTo>
                <a:lnTo>
                  <a:pt x="163" y="2624"/>
                </a:lnTo>
                <a:lnTo>
                  <a:pt x="138" y="2634"/>
                </a:lnTo>
                <a:lnTo>
                  <a:pt x="114" y="2647"/>
                </a:lnTo>
                <a:lnTo>
                  <a:pt x="92" y="2662"/>
                </a:lnTo>
                <a:lnTo>
                  <a:pt x="82" y="2671"/>
                </a:lnTo>
                <a:lnTo>
                  <a:pt x="73" y="2680"/>
                </a:lnTo>
                <a:lnTo>
                  <a:pt x="66" y="2690"/>
                </a:lnTo>
                <a:lnTo>
                  <a:pt x="58" y="2701"/>
                </a:lnTo>
                <a:lnTo>
                  <a:pt x="51" y="2714"/>
                </a:lnTo>
                <a:lnTo>
                  <a:pt x="47" y="2727"/>
                </a:lnTo>
                <a:lnTo>
                  <a:pt x="43" y="2742"/>
                </a:lnTo>
                <a:lnTo>
                  <a:pt x="41" y="2757"/>
                </a:lnTo>
                <a:lnTo>
                  <a:pt x="41" y="2772"/>
                </a:lnTo>
                <a:lnTo>
                  <a:pt x="41" y="2788"/>
                </a:lnTo>
                <a:lnTo>
                  <a:pt x="45" y="2807"/>
                </a:lnTo>
                <a:lnTo>
                  <a:pt x="51" y="2826"/>
                </a:lnTo>
                <a:lnTo>
                  <a:pt x="51" y="2826"/>
                </a:lnTo>
                <a:lnTo>
                  <a:pt x="51" y="2830"/>
                </a:lnTo>
                <a:lnTo>
                  <a:pt x="56" y="2839"/>
                </a:lnTo>
                <a:lnTo>
                  <a:pt x="66" y="2850"/>
                </a:lnTo>
                <a:lnTo>
                  <a:pt x="75" y="2858"/>
                </a:lnTo>
                <a:lnTo>
                  <a:pt x="84" y="2865"/>
                </a:lnTo>
                <a:lnTo>
                  <a:pt x="99" y="2872"/>
                </a:lnTo>
                <a:lnTo>
                  <a:pt x="116" y="2880"/>
                </a:lnTo>
                <a:lnTo>
                  <a:pt x="135" y="2886"/>
                </a:lnTo>
                <a:lnTo>
                  <a:pt x="159" y="2891"/>
                </a:lnTo>
                <a:lnTo>
                  <a:pt x="187" y="2897"/>
                </a:lnTo>
                <a:lnTo>
                  <a:pt x="219" y="2900"/>
                </a:lnTo>
                <a:lnTo>
                  <a:pt x="256" y="2902"/>
                </a:lnTo>
                <a:lnTo>
                  <a:pt x="297" y="2904"/>
                </a:lnTo>
                <a:lnTo>
                  <a:pt x="297" y="2904"/>
                </a:lnTo>
                <a:lnTo>
                  <a:pt x="340" y="2902"/>
                </a:lnTo>
                <a:lnTo>
                  <a:pt x="375" y="2900"/>
                </a:lnTo>
                <a:lnTo>
                  <a:pt x="407" y="2895"/>
                </a:lnTo>
                <a:lnTo>
                  <a:pt x="435" y="2889"/>
                </a:lnTo>
                <a:lnTo>
                  <a:pt x="459" y="2880"/>
                </a:lnTo>
                <a:lnTo>
                  <a:pt x="478" y="2871"/>
                </a:lnTo>
                <a:lnTo>
                  <a:pt x="495" y="2861"/>
                </a:lnTo>
                <a:lnTo>
                  <a:pt x="508" y="2848"/>
                </a:lnTo>
                <a:lnTo>
                  <a:pt x="519" y="2835"/>
                </a:lnTo>
                <a:lnTo>
                  <a:pt x="528" y="2820"/>
                </a:lnTo>
                <a:lnTo>
                  <a:pt x="536" y="2805"/>
                </a:lnTo>
                <a:lnTo>
                  <a:pt x="541" y="2788"/>
                </a:lnTo>
                <a:lnTo>
                  <a:pt x="549" y="2751"/>
                </a:lnTo>
                <a:lnTo>
                  <a:pt x="556" y="2712"/>
                </a:lnTo>
                <a:lnTo>
                  <a:pt x="588" y="2712"/>
                </a:lnTo>
                <a:lnTo>
                  <a:pt x="588" y="2712"/>
                </a:lnTo>
                <a:lnTo>
                  <a:pt x="590" y="2719"/>
                </a:lnTo>
                <a:lnTo>
                  <a:pt x="592" y="2738"/>
                </a:lnTo>
                <a:lnTo>
                  <a:pt x="599" y="2764"/>
                </a:lnTo>
                <a:lnTo>
                  <a:pt x="605" y="2779"/>
                </a:lnTo>
                <a:lnTo>
                  <a:pt x="610" y="2794"/>
                </a:lnTo>
                <a:lnTo>
                  <a:pt x="620" y="2809"/>
                </a:lnTo>
                <a:lnTo>
                  <a:pt x="629" y="2824"/>
                </a:lnTo>
                <a:lnTo>
                  <a:pt x="640" y="2839"/>
                </a:lnTo>
                <a:lnTo>
                  <a:pt x="653" y="2850"/>
                </a:lnTo>
                <a:lnTo>
                  <a:pt x="670" y="2861"/>
                </a:lnTo>
                <a:lnTo>
                  <a:pt x="687" y="2871"/>
                </a:lnTo>
                <a:lnTo>
                  <a:pt x="707" y="2874"/>
                </a:lnTo>
                <a:lnTo>
                  <a:pt x="732" y="2876"/>
                </a:lnTo>
                <a:lnTo>
                  <a:pt x="732" y="2876"/>
                </a:lnTo>
                <a:lnTo>
                  <a:pt x="786" y="2878"/>
                </a:lnTo>
                <a:lnTo>
                  <a:pt x="847" y="2882"/>
                </a:lnTo>
                <a:lnTo>
                  <a:pt x="913" y="2884"/>
                </a:lnTo>
                <a:lnTo>
                  <a:pt x="944" y="2882"/>
                </a:lnTo>
                <a:lnTo>
                  <a:pt x="976" y="2880"/>
                </a:lnTo>
                <a:lnTo>
                  <a:pt x="1006" y="2876"/>
                </a:lnTo>
                <a:lnTo>
                  <a:pt x="1032" y="2871"/>
                </a:lnTo>
                <a:lnTo>
                  <a:pt x="1054" y="2861"/>
                </a:lnTo>
                <a:lnTo>
                  <a:pt x="1066" y="2856"/>
                </a:lnTo>
                <a:lnTo>
                  <a:pt x="1073" y="2850"/>
                </a:lnTo>
                <a:lnTo>
                  <a:pt x="1082" y="2843"/>
                </a:lnTo>
                <a:lnTo>
                  <a:pt x="1088" y="2835"/>
                </a:lnTo>
                <a:lnTo>
                  <a:pt x="1094" y="2826"/>
                </a:lnTo>
                <a:lnTo>
                  <a:pt x="1099" y="2816"/>
                </a:lnTo>
                <a:lnTo>
                  <a:pt x="1101" y="2805"/>
                </a:lnTo>
                <a:lnTo>
                  <a:pt x="1101" y="2794"/>
                </a:lnTo>
                <a:lnTo>
                  <a:pt x="1101" y="2781"/>
                </a:lnTo>
                <a:lnTo>
                  <a:pt x="1099" y="2768"/>
                </a:lnTo>
                <a:lnTo>
                  <a:pt x="1099" y="2768"/>
                </a:lnTo>
                <a:lnTo>
                  <a:pt x="1092" y="2740"/>
                </a:lnTo>
                <a:lnTo>
                  <a:pt x="1084" y="2718"/>
                </a:lnTo>
                <a:lnTo>
                  <a:pt x="1075" y="2697"/>
                </a:lnTo>
                <a:lnTo>
                  <a:pt x="1064" y="2678"/>
                </a:lnTo>
                <a:lnTo>
                  <a:pt x="1053" y="2663"/>
                </a:lnTo>
                <a:lnTo>
                  <a:pt x="1040" y="2650"/>
                </a:lnTo>
                <a:lnTo>
                  <a:pt x="1025" y="2639"/>
                </a:lnTo>
                <a:lnTo>
                  <a:pt x="1010" y="2630"/>
                </a:lnTo>
                <a:lnTo>
                  <a:pt x="993" y="2621"/>
                </a:lnTo>
                <a:lnTo>
                  <a:pt x="974" y="2615"/>
                </a:lnTo>
                <a:lnTo>
                  <a:pt x="933" y="2604"/>
                </a:lnTo>
                <a:lnTo>
                  <a:pt x="834" y="2581"/>
                </a:lnTo>
                <a:lnTo>
                  <a:pt x="834" y="2581"/>
                </a:lnTo>
                <a:close/>
                <a:moveTo>
                  <a:pt x="332" y="1396"/>
                </a:moveTo>
                <a:lnTo>
                  <a:pt x="332" y="1396"/>
                </a:lnTo>
                <a:lnTo>
                  <a:pt x="330" y="1346"/>
                </a:lnTo>
                <a:lnTo>
                  <a:pt x="327" y="1299"/>
                </a:lnTo>
                <a:lnTo>
                  <a:pt x="321" y="1254"/>
                </a:lnTo>
                <a:lnTo>
                  <a:pt x="314" y="1217"/>
                </a:lnTo>
                <a:lnTo>
                  <a:pt x="301" y="1161"/>
                </a:lnTo>
                <a:lnTo>
                  <a:pt x="295" y="1141"/>
                </a:lnTo>
                <a:lnTo>
                  <a:pt x="295" y="1141"/>
                </a:lnTo>
                <a:lnTo>
                  <a:pt x="302" y="1139"/>
                </a:lnTo>
                <a:lnTo>
                  <a:pt x="314" y="1133"/>
                </a:lnTo>
                <a:lnTo>
                  <a:pt x="338" y="1120"/>
                </a:lnTo>
                <a:lnTo>
                  <a:pt x="368" y="1101"/>
                </a:lnTo>
                <a:lnTo>
                  <a:pt x="398" y="1081"/>
                </a:lnTo>
                <a:lnTo>
                  <a:pt x="452" y="1045"/>
                </a:lnTo>
                <a:lnTo>
                  <a:pt x="474" y="1029"/>
                </a:lnTo>
                <a:lnTo>
                  <a:pt x="474" y="1029"/>
                </a:lnTo>
                <a:lnTo>
                  <a:pt x="442" y="1096"/>
                </a:lnTo>
                <a:lnTo>
                  <a:pt x="414" y="1161"/>
                </a:lnTo>
                <a:lnTo>
                  <a:pt x="390" y="1223"/>
                </a:lnTo>
                <a:lnTo>
                  <a:pt x="370" y="1279"/>
                </a:lnTo>
                <a:lnTo>
                  <a:pt x="342" y="1365"/>
                </a:lnTo>
                <a:lnTo>
                  <a:pt x="332" y="1396"/>
                </a:lnTo>
                <a:lnTo>
                  <a:pt x="332" y="1396"/>
                </a:lnTo>
                <a:close/>
                <a:moveTo>
                  <a:pt x="601" y="2667"/>
                </a:moveTo>
                <a:lnTo>
                  <a:pt x="521" y="2667"/>
                </a:lnTo>
                <a:lnTo>
                  <a:pt x="521" y="2667"/>
                </a:lnTo>
                <a:lnTo>
                  <a:pt x="513" y="2566"/>
                </a:lnTo>
                <a:lnTo>
                  <a:pt x="506" y="2462"/>
                </a:lnTo>
                <a:lnTo>
                  <a:pt x="502" y="2342"/>
                </a:lnTo>
                <a:lnTo>
                  <a:pt x="502" y="2283"/>
                </a:lnTo>
                <a:lnTo>
                  <a:pt x="504" y="2223"/>
                </a:lnTo>
                <a:lnTo>
                  <a:pt x="508" y="2167"/>
                </a:lnTo>
                <a:lnTo>
                  <a:pt x="513" y="2117"/>
                </a:lnTo>
                <a:lnTo>
                  <a:pt x="517" y="2094"/>
                </a:lnTo>
                <a:lnTo>
                  <a:pt x="521" y="2074"/>
                </a:lnTo>
                <a:lnTo>
                  <a:pt x="526" y="2055"/>
                </a:lnTo>
                <a:lnTo>
                  <a:pt x="532" y="2040"/>
                </a:lnTo>
                <a:lnTo>
                  <a:pt x="539" y="2027"/>
                </a:lnTo>
                <a:lnTo>
                  <a:pt x="547" y="2018"/>
                </a:lnTo>
                <a:lnTo>
                  <a:pt x="556" y="2010"/>
                </a:lnTo>
                <a:lnTo>
                  <a:pt x="566" y="2007"/>
                </a:lnTo>
                <a:lnTo>
                  <a:pt x="566" y="2007"/>
                </a:lnTo>
                <a:lnTo>
                  <a:pt x="569" y="2007"/>
                </a:lnTo>
                <a:lnTo>
                  <a:pt x="573" y="2008"/>
                </a:lnTo>
                <a:lnTo>
                  <a:pt x="579" y="2012"/>
                </a:lnTo>
                <a:lnTo>
                  <a:pt x="584" y="2020"/>
                </a:lnTo>
                <a:lnTo>
                  <a:pt x="592" y="2033"/>
                </a:lnTo>
                <a:lnTo>
                  <a:pt x="597" y="2049"/>
                </a:lnTo>
                <a:lnTo>
                  <a:pt x="603" y="2076"/>
                </a:lnTo>
                <a:lnTo>
                  <a:pt x="609" y="2109"/>
                </a:lnTo>
                <a:lnTo>
                  <a:pt x="614" y="2152"/>
                </a:lnTo>
                <a:lnTo>
                  <a:pt x="616" y="2204"/>
                </a:lnTo>
                <a:lnTo>
                  <a:pt x="618" y="2270"/>
                </a:lnTo>
                <a:lnTo>
                  <a:pt x="618" y="2346"/>
                </a:lnTo>
                <a:lnTo>
                  <a:pt x="614" y="2438"/>
                </a:lnTo>
                <a:lnTo>
                  <a:pt x="610" y="2544"/>
                </a:lnTo>
                <a:lnTo>
                  <a:pt x="601" y="2667"/>
                </a:lnTo>
                <a:lnTo>
                  <a:pt x="601" y="2667"/>
                </a:lnTo>
                <a:close/>
                <a:moveTo>
                  <a:pt x="737" y="1335"/>
                </a:moveTo>
                <a:lnTo>
                  <a:pt x="737" y="1335"/>
                </a:lnTo>
                <a:lnTo>
                  <a:pt x="765" y="1340"/>
                </a:lnTo>
                <a:lnTo>
                  <a:pt x="791" y="1348"/>
                </a:lnTo>
                <a:lnTo>
                  <a:pt x="814" y="1355"/>
                </a:lnTo>
                <a:lnTo>
                  <a:pt x="834" y="1365"/>
                </a:lnTo>
                <a:lnTo>
                  <a:pt x="851" y="1372"/>
                </a:lnTo>
                <a:lnTo>
                  <a:pt x="868" y="1381"/>
                </a:lnTo>
                <a:lnTo>
                  <a:pt x="881" y="1393"/>
                </a:lnTo>
                <a:lnTo>
                  <a:pt x="892" y="1402"/>
                </a:lnTo>
                <a:lnTo>
                  <a:pt x="907" y="1419"/>
                </a:lnTo>
                <a:lnTo>
                  <a:pt x="918" y="1434"/>
                </a:lnTo>
                <a:lnTo>
                  <a:pt x="924" y="1443"/>
                </a:lnTo>
                <a:lnTo>
                  <a:pt x="926" y="1447"/>
                </a:lnTo>
                <a:lnTo>
                  <a:pt x="926" y="1447"/>
                </a:lnTo>
                <a:lnTo>
                  <a:pt x="929" y="1460"/>
                </a:lnTo>
                <a:lnTo>
                  <a:pt x="933" y="1473"/>
                </a:lnTo>
                <a:lnTo>
                  <a:pt x="935" y="1484"/>
                </a:lnTo>
                <a:lnTo>
                  <a:pt x="937" y="1495"/>
                </a:lnTo>
                <a:lnTo>
                  <a:pt x="935" y="1505"/>
                </a:lnTo>
                <a:lnTo>
                  <a:pt x="935" y="1516"/>
                </a:lnTo>
                <a:lnTo>
                  <a:pt x="928" y="1534"/>
                </a:lnTo>
                <a:lnTo>
                  <a:pt x="918" y="1551"/>
                </a:lnTo>
                <a:lnTo>
                  <a:pt x="907" y="1564"/>
                </a:lnTo>
                <a:lnTo>
                  <a:pt x="892" y="1577"/>
                </a:lnTo>
                <a:lnTo>
                  <a:pt x="877" y="1589"/>
                </a:lnTo>
                <a:lnTo>
                  <a:pt x="860" y="1598"/>
                </a:lnTo>
                <a:lnTo>
                  <a:pt x="844" y="1607"/>
                </a:lnTo>
                <a:lnTo>
                  <a:pt x="814" y="1618"/>
                </a:lnTo>
                <a:lnTo>
                  <a:pt x="793" y="1624"/>
                </a:lnTo>
                <a:lnTo>
                  <a:pt x="784" y="1628"/>
                </a:lnTo>
                <a:lnTo>
                  <a:pt x="737" y="13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9" name="任意多边形 88"/>
          <p:cNvSpPr/>
          <p:nvPr>
            <p:custDataLst>
              <p:tags r:id="rId21"/>
            </p:custDataLst>
          </p:nvPr>
        </p:nvSpPr>
        <p:spPr bwMode="auto">
          <a:xfrm flipH="1">
            <a:off x="7958569" y="2387028"/>
            <a:ext cx="714038" cy="1703668"/>
          </a:xfrm>
          <a:custGeom>
            <a:avLst/>
            <a:gdLst>
              <a:gd name="T0" fmla="*/ 1168 w 1256"/>
              <a:gd name="T1" fmla="*/ 347 h 2991"/>
              <a:gd name="T2" fmla="*/ 907 w 1256"/>
              <a:gd name="T3" fmla="*/ 61 h 2991"/>
              <a:gd name="T4" fmla="*/ 562 w 1256"/>
              <a:gd name="T5" fmla="*/ 5 h 2991"/>
              <a:gd name="T6" fmla="*/ 222 w 1256"/>
              <a:gd name="T7" fmla="*/ 179 h 2991"/>
              <a:gd name="T8" fmla="*/ 47 w 1256"/>
              <a:gd name="T9" fmla="*/ 524 h 2991"/>
              <a:gd name="T10" fmla="*/ 39 w 1256"/>
              <a:gd name="T11" fmla="*/ 860 h 2991"/>
              <a:gd name="T12" fmla="*/ 54 w 1256"/>
              <a:gd name="T13" fmla="*/ 1151 h 2991"/>
              <a:gd name="T14" fmla="*/ 15 w 1256"/>
              <a:gd name="T15" fmla="*/ 1508 h 2991"/>
              <a:gd name="T16" fmla="*/ 183 w 1256"/>
              <a:gd name="T17" fmla="*/ 1638 h 2991"/>
              <a:gd name="T18" fmla="*/ 295 w 1256"/>
              <a:gd name="T19" fmla="*/ 1717 h 2991"/>
              <a:gd name="T20" fmla="*/ 125 w 1256"/>
              <a:gd name="T21" fmla="*/ 2661 h 2991"/>
              <a:gd name="T22" fmla="*/ 47 w 1256"/>
              <a:gd name="T23" fmla="*/ 2881 h 2991"/>
              <a:gd name="T24" fmla="*/ 338 w 1256"/>
              <a:gd name="T25" fmla="*/ 2991 h 2991"/>
              <a:gd name="T26" fmla="*/ 605 w 1256"/>
              <a:gd name="T27" fmla="*/ 2870 h 2991"/>
              <a:gd name="T28" fmla="*/ 717 w 1256"/>
              <a:gd name="T29" fmla="*/ 2960 h 2991"/>
              <a:gd name="T30" fmla="*/ 1135 w 1256"/>
              <a:gd name="T31" fmla="*/ 2948 h 2991"/>
              <a:gd name="T32" fmla="*/ 1149 w 1256"/>
              <a:gd name="T33" fmla="*/ 2715 h 2991"/>
              <a:gd name="T34" fmla="*/ 896 w 1256"/>
              <a:gd name="T35" fmla="*/ 1987 h 2991"/>
              <a:gd name="T36" fmla="*/ 1148 w 1256"/>
              <a:gd name="T37" fmla="*/ 1814 h 2991"/>
              <a:gd name="T38" fmla="*/ 1256 w 1256"/>
              <a:gd name="T39" fmla="*/ 1545 h 2991"/>
              <a:gd name="T40" fmla="*/ 1034 w 1256"/>
              <a:gd name="T41" fmla="*/ 1183 h 2991"/>
              <a:gd name="T42" fmla="*/ 1082 w 1256"/>
              <a:gd name="T43" fmla="*/ 995 h 2991"/>
              <a:gd name="T44" fmla="*/ 1228 w 1256"/>
              <a:gd name="T45" fmla="*/ 694 h 2991"/>
              <a:gd name="T46" fmla="*/ 659 w 1256"/>
              <a:gd name="T47" fmla="*/ 1077 h 2991"/>
              <a:gd name="T48" fmla="*/ 692 w 1256"/>
              <a:gd name="T49" fmla="*/ 1168 h 2991"/>
              <a:gd name="T50" fmla="*/ 1036 w 1256"/>
              <a:gd name="T51" fmla="*/ 1291 h 2991"/>
              <a:gd name="T52" fmla="*/ 1170 w 1256"/>
              <a:gd name="T53" fmla="*/ 1582 h 2991"/>
              <a:gd name="T54" fmla="*/ 896 w 1256"/>
              <a:gd name="T55" fmla="*/ 1868 h 2991"/>
              <a:gd name="T56" fmla="*/ 812 w 1256"/>
              <a:gd name="T57" fmla="*/ 1991 h 2991"/>
              <a:gd name="T58" fmla="*/ 950 w 1256"/>
              <a:gd name="T59" fmla="*/ 2683 h 2991"/>
              <a:gd name="T60" fmla="*/ 1095 w 1256"/>
              <a:gd name="T61" fmla="*/ 2838 h 2991"/>
              <a:gd name="T62" fmla="*/ 789 w 1256"/>
              <a:gd name="T63" fmla="*/ 2889 h 2991"/>
              <a:gd name="T64" fmla="*/ 681 w 1256"/>
              <a:gd name="T65" fmla="*/ 2726 h 2991"/>
              <a:gd name="T66" fmla="*/ 677 w 1256"/>
              <a:gd name="T67" fmla="*/ 2073 h 2991"/>
              <a:gd name="T68" fmla="*/ 575 w 1256"/>
              <a:gd name="T69" fmla="*/ 2000 h 2991"/>
              <a:gd name="T70" fmla="*/ 498 w 1256"/>
              <a:gd name="T71" fmla="*/ 2542 h 2991"/>
              <a:gd name="T72" fmla="*/ 500 w 1256"/>
              <a:gd name="T73" fmla="*/ 2892 h 2991"/>
              <a:gd name="T74" fmla="*/ 131 w 1256"/>
              <a:gd name="T75" fmla="*/ 2864 h 2991"/>
              <a:gd name="T76" fmla="*/ 237 w 1256"/>
              <a:gd name="T77" fmla="*/ 2708 h 2991"/>
              <a:gd name="T78" fmla="*/ 360 w 1256"/>
              <a:gd name="T79" fmla="*/ 2667 h 2991"/>
              <a:gd name="T80" fmla="*/ 429 w 1256"/>
              <a:gd name="T81" fmla="*/ 1403 h 2991"/>
              <a:gd name="T82" fmla="*/ 567 w 1256"/>
              <a:gd name="T83" fmla="*/ 1116 h 2991"/>
              <a:gd name="T84" fmla="*/ 504 w 1256"/>
              <a:gd name="T85" fmla="*/ 983 h 2991"/>
              <a:gd name="T86" fmla="*/ 308 w 1256"/>
              <a:gd name="T87" fmla="*/ 750 h 2991"/>
              <a:gd name="T88" fmla="*/ 123 w 1256"/>
              <a:gd name="T89" fmla="*/ 616 h 2991"/>
              <a:gd name="T90" fmla="*/ 297 w 1256"/>
              <a:gd name="T91" fmla="*/ 222 h 2991"/>
              <a:gd name="T92" fmla="*/ 674 w 1256"/>
              <a:gd name="T93" fmla="*/ 84 h 2991"/>
              <a:gd name="T94" fmla="*/ 972 w 1256"/>
              <a:gd name="T95" fmla="*/ 213 h 2991"/>
              <a:gd name="T96" fmla="*/ 1133 w 1256"/>
              <a:gd name="T97" fmla="*/ 506 h 2991"/>
              <a:gd name="T98" fmla="*/ 1110 w 1256"/>
              <a:gd name="T99" fmla="*/ 815 h 2991"/>
              <a:gd name="T100" fmla="*/ 899 w 1256"/>
              <a:gd name="T101" fmla="*/ 1004 h 2991"/>
              <a:gd name="T102" fmla="*/ 282 w 1256"/>
              <a:gd name="T103" fmla="*/ 1498 h 2991"/>
              <a:gd name="T104" fmla="*/ 136 w 1256"/>
              <a:gd name="T105" fmla="*/ 1538 h 2991"/>
              <a:gd name="T106" fmla="*/ 105 w 1256"/>
              <a:gd name="T107" fmla="*/ 1364 h 2991"/>
              <a:gd name="T108" fmla="*/ 101 w 1256"/>
              <a:gd name="T109" fmla="*/ 1073 h 2991"/>
              <a:gd name="T110" fmla="*/ 134 w 1256"/>
              <a:gd name="T111" fmla="*/ 875 h 2991"/>
              <a:gd name="T112" fmla="*/ 308 w 1256"/>
              <a:gd name="T113" fmla="*/ 838 h 2991"/>
              <a:gd name="T114" fmla="*/ 418 w 1256"/>
              <a:gd name="T115" fmla="*/ 1015 h 2991"/>
              <a:gd name="T116" fmla="*/ 313 w 1256"/>
              <a:gd name="T117" fmla="*/ 1153 h 2991"/>
              <a:gd name="T118" fmla="*/ 427 w 1256"/>
              <a:gd name="T119" fmla="*/ 1176 h 2991"/>
              <a:gd name="T120" fmla="*/ 593 w 1256"/>
              <a:gd name="T121" fmla="*/ 2670 h 2991"/>
              <a:gd name="T122" fmla="*/ 610 w 1256"/>
              <a:gd name="T123" fmla="*/ 2381 h 2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56" h="2991">
                <a:moveTo>
                  <a:pt x="1228" y="694"/>
                </a:moveTo>
                <a:lnTo>
                  <a:pt x="1228" y="694"/>
                </a:lnTo>
                <a:lnTo>
                  <a:pt x="1230" y="664"/>
                </a:lnTo>
                <a:lnTo>
                  <a:pt x="1230" y="634"/>
                </a:lnTo>
                <a:lnTo>
                  <a:pt x="1230" y="605"/>
                </a:lnTo>
                <a:lnTo>
                  <a:pt x="1228" y="575"/>
                </a:lnTo>
                <a:lnTo>
                  <a:pt x="1226" y="547"/>
                </a:lnTo>
                <a:lnTo>
                  <a:pt x="1220" y="517"/>
                </a:lnTo>
                <a:lnTo>
                  <a:pt x="1215" y="487"/>
                </a:lnTo>
                <a:lnTo>
                  <a:pt x="1209" y="459"/>
                </a:lnTo>
                <a:lnTo>
                  <a:pt x="1200" y="431"/>
                </a:lnTo>
                <a:lnTo>
                  <a:pt x="1190" y="401"/>
                </a:lnTo>
                <a:lnTo>
                  <a:pt x="1181" y="375"/>
                </a:lnTo>
                <a:lnTo>
                  <a:pt x="1168" y="347"/>
                </a:lnTo>
                <a:lnTo>
                  <a:pt x="1155" y="321"/>
                </a:lnTo>
                <a:lnTo>
                  <a:pt x="1142" y="295"/>
                </a:lnTo>
                <a:lnTo>
                  <a:pt x="1127" y="269"/>
                </a:lnTo>
                <a:lnTo>
                  <a:pt x="1110" y="244"/>
                </a:lnTo>
                <a:lnTo>
                  <a:pt x="1110" y="244"/>
                </a:lnTo>
                <a:lnTo>
                  <a:pt x="1092" y="218"/>
                </a:lnTo>
                <a:lnTo>
                  <a:pt x="1071" y="194"/>
                </a:lnTo>
                <a:lnTo>
                  <a:pt x="1051" y="172"/>
                </a:lnTo>
                <a:lnTo>
                  <a:pt x="1030" y="149"/>
                </a:lnTo>
                <a:lnTo>
                  <a:pt x="1006" y="131"/>
                </a:lnTo>
                <a:lnTo>
                  <a:pt x="983" y="110"/>
                </a:lnTo>
                <a:lnTo>
                  <a:pt x="959" y="93"/>
                </a:lnTo>
                <a:lnTo>
                  <a:pt x="933" y="76"/>
                </a:lnTo>
                <a:lnTo>
                  <a:pt x="907" y="61"/>
                </a:lnTo>
                <a:lnTo>
                  <a:pt x="881" y="48"/>
                </a:lnTo>
                <a:lnTo>
                  <a:pt x="853" y="37"/>
                </a:lnTo>
                <a:lnTo>
                  <a:pt x="825" y="28"/>
                </a:lnTo>
                <a:lnTo>
                  <a:pt x="797" y="19"/>
                </a:lnTo>
                <a:lnTo>
                  <a:pt x="767" y="11"/>
                </a:lnTo>
                <a:lnTo>
                  <a:pt x="737" y="5"/>
                </a:lnTo>
                <a:lnTo>
                  <a:pt x="707" y="2"/>
                </a:lnTo>
                <a:lnTo>
                  <a:pt x="707" y="2"/>
                </a:lnTo>
                <a:lnTo>
                  <a:pt x="677" y="0"/>
                </a:lnTo>
                <a:lnTo>
                  <a:pt x="648" y="0"/>
                </a:lnTo>
                <a:lnTo>
                  <a:pt x="648" y="0"/>
                </a:lnTo>
                <a:lnTo>
                  <a:pt x="620" y="0"/>
                </a:lnTo>
                <a:lnTo>
                  <a:pt x="590" y="2"/>
                </a:lnTo>
                <a:lnTo>
                  <a:pt x="562" y="5"/>
                </a:lnTo>
                <a:lnTo>
                  <a:pt x="534" y="11"/>
                </a:lnTo>
                <a:lnTo>
                  <a:pt x="508" y="17"/>
                </a:lnTo>
                <a:lnTo>
                  <a:pt x="480" y="24"/>
                </a:lnTo>
                <a:lnTo>
                  <a:pt x="453" y="32"/>
                </a:lnTo>
                <a:lnTo>
                  <a:pt x="427" y="43"/>
                </a:lnTo>
                <a:lnTo>
                  <a:pt x="401" y="54"/>
                </a:lnTo>
                <a:lnTo>
                  <a:pt x="377" y="65"/>
                </a:lnTo>
                <a:lnTo>
                  <a:pt x="353" y="78"/>
                </a:lnTo>
                <a:lnTo>
                  <a:pt x="328" y="93"/>
                </a:lnTo>
                <a:lnTo>
                  <a:pt x="306" y="108"/>
                </a:lnTo>
                <a:lnTo>
                  <a:pt x="284" y="125"/>
                </a:lnTo>
                <a:lnTo>
                  <a:pt x="261" y="142"/>
                </a:lnTo>
                <a:lnTo>
                  <a:pt x="241" y="160"/>
                </a:lnTo>
                <a:lnTo>
                  <a:pt x="222" y="179"/>
                </a:lnTo>
                <a:lnTo>
                  <a:pt x="202" y="200"/>
                </a:lnTo>
                <a:lnTo>
                  <a:pt x="185" y="220"/>
                </a:lnTo>
                <a:lnTo>
                  <a:pt x="166" y="242"/>
                </a:lnTo>
                <a:lnTo>
                  <a:pt x="149" y="265"/>
                </a:lnTo>
                <a:lnTo>
                  <a:pt x="134" y="287"/>
                </a:lnTo>
                <a:lnTo>
                  <a:pt x="119" y="312"/>
                </a:lnTo>
                <a:lnTo>
                  <a:pt x="106" y="336"/>
                </a:lnTo>
                <a:lnTo>
                  <a:pt x="95" y="362"/>
                </a:lnTo>
                <a:lnTo>
                  <a:pt x="84" y="388"/>
                </a:lnTo>
                <a:lnTo>
                  <a:pt x="73" y="414"/>
                </a:lnTo>
                <a:lnTo>
                  <a:pt x="65" y="440"/>
                </a:lnTo>
                <a:lnTo>
                  <a:pt x="58" y="468"/>
                </a:lnTo>
                <a:lnTo>
                  <a:pt x="50" y="496"/>
                </a:lnTo>
                <a:lnTo>
                  <a:pt x="47" y="524"/>
                </a:lnTo>
                <a:lnTo>
                  <a:pt x="43" y="554"/>
                </a:lnTo>
                <a:lnTo>
                  <a:pt x="43" y="554"/>
                </a:lnTo>
                <a:lnTo>
                  <a:pt x="39" y="588"/>
                </a:lnTo>
                <a:lnTo>
                  <a:pt x="39" y="623"/>
                </a:lnTo>
                <a:lnTo>
                  <a:pt x="41" y="655"/>
                </a:lnTo>
                <a:lnTo>
                  <a:pt x="47" y="687"/>
                </a:lnTo>
                <a:lnTo>
                  <a:pt x="52" y="718"/>
                </a:lnTo>
                <a:lnTo>
                  <a:pt x="62" y="750"/>
                </a:lnTo>
                <a:lnTo>
                  <a:pt x="71" y="780"/>
                </a:lnTo>
                <a:lnTo>
                  <a:pt x="84" y="808"/>
                </a:lnTo>
                <a:lnTo>
                  <a:pt x="84" y="808"/>
                </a:lnTo>
                <a:lnTo>
                  <a:pt x="67" y="825"/>
                </a:lnTo>
                <a:lnTo>
                  <a:pt x="52" y="842"/>
                </a:lnTo>
                <a:lnTo>
                  <a:pt x="39" y="860"/>
                </a:lnTo>
                <a:lnTo>
                  <a:pt x="28" y="879"/>
                </a:lnTo>
                <a:lnTo>
                  <a:pt x="19" y="899"/>
                </a:lnTo>
                <a:lnTo>
                  <a:pt x="11" y="922"/>
                </a:lnTo>
                <a:lnTo>
                  <a:pt x="6" y="944"/>
                </a:lnTo>
                <a:lnTo>
                  <a:pt x="2" y="967"/>
                </a:lnTo>
                <a:lnTo>
                  <a:pt x="2" y="967"/>
                </a:lnTo>
                <a:lnTo>
                  <a:pt x="0" y="991"/>
                </a:lnTo>
                <a:lnTo>
                  <a:pt x="0" y="1017"/>
                </a:lnTo>
                <a:lnTo>
                  <a:pt x="4" y="1041"/>
                </a:lnTo>
                <a:lnTo>
                  <a:pt x="9" y="1064"/>
                </a:lnTo>
                <a:lnTo>
                  <a:pt x="17" y="1088"/>
                </a:lnTo>
                <a:lnTo>
                  <a:pt x="26" y="1110"/>
                </a:lnTo>
                <a:lnTo>
                  <a:pt x="39" y="1131"/>
                </a:lnTo>
                <a:lnTo>
                  <a:pt x="54" y="1151"/>
                </a:lnTo>
                <a:lnTo>
                  <a:pt x="54" y="1151"/>
                </a:lnTo>
                <a:lnTo>
                  <a:pt x="73" y="1174"/>
                </a:lnTo>
                <a:lnTo>
                  <a:pt x="73" y="1174"/>
                </a:lnTo>
                <a:lnTo>
                  <a:pt x="50" y="1248"/>
                </a:lnTo>
                <a:lnTo>
                  <a:pt x="50" y="1248"/>
                </a:lnTo>
                <a:lnTo>
                  <a:pt x="24" y="1340"/>
                </a:lnTo>
                <a:lnTo>
                  <a:pt x="24" y="1340"/>
                </a:lnTo>
                <a:lnTo>
                  <a:pt x="19" y="1357"/>
                </a:lnTo>
                <a:lnTo>
                  <a:pt x="13" y="1377"/>
                </a:lnTo>
                <a:lnTo>
                  <a:pt x="9" y="1403"/>
                </a:lnTo>
                <a:lnTo>
                  <a:pt x="7" y="1431"/>
                </a:lnTo>
                <a:lnTo>
                  <a:pt x="7" y="1461"/>
                </a:lnTo>
                <a:lnTo>
                  <a:pt x="11" y="1493"/>
                </a:lnTo>
                <a:lnTo>
                  <a:pt x="15" y="1508"/>
                </a:lnTo>
                <a:lnTo>
                  <a:pt x="21" y="1523"/>
                </a:lnTo>
                <a:lnTo>
                  <a:pt x="28" y="1539"/>
                </a:lnTo>
                <a:lnTo>
                  <a:pt x="35" y="1554"/>
                </a:lnTo>
                <a:lnTo>
                  <a:pt x="35" y="1554"/>
                </a:lnTo>
                <a:lnTo>
                  <a:pt x="47" y="1569"/>
                </a:lnTo>
                <a:lnTo>
                  <a:pt x="58" y="1584"/>
                </a:lnTo>
                <a:lnTo>
                  <a:pt x="73" y="1595"/>
                </a:lnTo>
                <a:lnTo>
                  <a:pt x="88" y="1607"/>
                </a:lnTo>
                <a:lnTo>
                  <a:pt x="105" y="1618"/>
                </a:lnTo>
                <a:lnTo>
                  <a:pt x="123" y="1625"/>
                </a:lnTo>
                <a:lnTo>
                  <a:pt x="142" y="1631"/>
                </a:lnTo>
                <a:lnTo>
                  <a:pt x="164" y="1637"/>
                </a:lnTo>
                <a:lnTo>
                  <a:pt x="164" y="1637"/>
                </a:lnTo>
                <a:lnTo>
                  <a:pt x="183" y="1638"/>
                </a:lnTo>
                <a:lnTo>
                  <a:pt x="202" y="1640"/>
                </a:lnTo>
                <a:lnTo>
                  <a:pt x="202" y="1640"/>
                </a:lnTo>
                <a:lnTo>
                  <a:pt x="202" y="1640"/>
                </a:lnTo>
                <a:lnTo>
                  <a:pt x="216" y="1640"/>
                </a:lnTo>
                <a:lnTo>
                  <a:pt x="231" y="1638"/>
                </a:lnTo>
                <a:lnTo>
                  <a:pt x="246" y="1635"/>
                </a:lnTo>
                <a:lnTo>
                  <a:pt x="259" y="1631"/>
                </a:lnTo>
                <a:lnTo>
                  <a:pt x="272" y="1625"/>
                </a:lnTo>
                <a:lnTo>
                  <a:pt x="286" y="1618"/>
                </a:lnTo>
                <a:lnTo>
                  <a:pt x="297" y="1610"/>
                </a:lnTo>
                <a:lnTo>
                  <a:pt x="308" y="1601"/>
                </a:lnTo>
                <a:lnTo>
                  <a:pt x="308" y="1601"/>
                </a:lnTo>
                <a:lnTo>
                  <a:pt x="300" y="1661"/>
                </a:lnTo>
                <a:lnTo>
                  <a:pt x="295" y="1717"/>
                </a:lnTo>
                <a:lnTo>
                  <a:pt x="289" y="1814"/>
                </a:lnTo>
                <a:lnTo>
                  <a:pt x="287" y="1883"/>
                </a:lnTo>
                <a:lnTo>
                  <a:pt x="286" y="1913"/>
                </a:lnTo>
                <a:lnTo>
                  <a:pt x="286" y="1913"/>
                </a:lnTo>
                <a:lnTo>
                  <a:pt x="282" y="2105"/>
                </a:lnTo>
                <a:lnTo>
                  <a:pt x="280" y="2308"/>
                </a:lnTo>
                <a:lnTo>
                  <a:pt x="276" y="2618"/>
                </a:lnTo>
                <a:lnTo>
                  <a:pt x="276" y="2618"/>
                </a:lnTo>
                <a:lnTo>
                  <a:pt x="250" y="2622"/>
                </a:lnTo>
                <a:lnTo>
                  <a:pt x="220" y="2626"/>
                </a:lnTo>
                <a:lnTo>
                  <a:pt x="187" y="2635"/>
                </a:lnTo>
                <a:lnTo>
                  <a:pt x="155" y="2646"/>
                </a:lnTo>
                <a:lnTo>
                  <a:pt x="140" y="2652"/>
                </a:lnTo>
                <a:lnTo>
                  <a:pt x="125" y="2661"/>
                </a:lnTo>
                <a:lnTo>
                  <a:pt x="110" y="2670"/>
                </a:lnTo>
                <a:lnTo>
                  <a:pt x="97" y="2680"/>
                </a:lnTo>
                <a:lnTo>
                  <a:pt x="84" y="2691"/>
                </a:lnTo>
                <a:lnTo>
                  <a:pt x="75" y="2704"/>
                </a:lnTo>
                <a:lnTo>
                  <a:pt x="65" y="2719"/>
                </a:lnTo>
                <a:lnTo>
                  <a:pt x="58" y="2734"/>
                </a:lnTo>
                <a:lnTo>
                  <a:pt x="58" y="2734"/>
                </a:lnTo>
                <a:lnTo>
                  <a:pt x="50" y="2754"/>
                </a:lnTo>
                <a:lnTo>
                  <a:pt x="45" y="2773"/>
                </a:lnTo>
                <a:lnTo>
                  <a:pt x="41" y="2790"/>
                </a:lnTo>
                <a:lnTo>
                  <a:pt x="39" y="2805"/>
                </a:lnTo>
                <a:lnTo>
                  <a:pt x="37" y="2835"/>
                </a:lnTo>
                <a:lnTo>
                  <a:pt x="41" y="2859"/>
                </a:lnTo>
                <a:lnTo>
                  <a:pt x="47" y="2881"/>
                </a:lnTo>
                <a:lnTo>
                  <a:pt x="54" y="2900"/>
                </a:lnTo>
                <a:lnTo>
                  <a:pt x="62" y="2917"/>
                </a:lnTo>
                <a:lnTo>
                  <a:pt x="71" y="2932"/>
                </a:lnTo>
                <a:lnTo>
                  <a:pt x="75" y="2937"/>
                </a:lnTo>
                <a:lnTo>
                  <a:pt x="75" y="2937"/>
                </a:lnTo>
                <a:lnTo>
                  <a:pt x="80" y="2945"/>
                </a:lnTo>
                <a:lnTo>
                  <a:pt x="88" y="2952"/>
                </a:lnTo>
                <a:lnTo>
                  <a:pt x="101" y="2962"/>
                </a:lnTo>
                <a:lnTo>
                  <a:pt x="123" y="2969"/>
                </a:lnTo>
                <a:lnTo>
                  <a:pt x="155" y="2978"/>
                </a:lnTo>
                <a:lnTo>
                  <a:pt x="202" y="2984"/>
                </a:lnTo>
                <a:lnTo>
                  <a:pt x="261" y="2990"/>
                </a:lnTo>
                <a:lnTo>
                  <a:pt x="338" y="2991"/>
                </a:lnTo>
                <a:lnTo>
                  <a:pt x="338" y="2991"/>
                </a:lnTo>
                <a:lnTo>
                  <a:pt x="379" y="2991"/>
                </a:lnTo>
                <a:lnTo>
                  <a:pt x="429" y="2988"/>
                </a:lnTo>
                <a:lnTo>
                  <a:pt x="457" y="2986"/>
                </a:lnTo>
                <a:lnTo>
                  <a:pt x="483" y="2982"/>
                </a:lnTo>
                <a:lnTo>
                  <a:pt x="508" y="2976"/>
                </a:lnTo>
                <a:lnTo>
                  <a:pt x="528" y="2971"/>
                </a:lnTo>
                <a:lnTo>
                  <a:pt x="528" y="2971"/>
                </a:lnTo>
                <a:lnTo>
                  <a:pt x="547" y="2963"/>
                </a:lnTo>
                <a:lnTo>
                  <a:pt x="562" y="2952"/>
                </a:lnTo>
                <a:lnTo>
                  <a:pt x="573" y="2939"/>
                </a:lnTo>
                <a:lnTo>
                  <a:pt x="584" y="2926"/>
                </a:lnTo>
                <a:lnTo>
                  <a:pt x="593" y="2909"/>
                </a:lnTo>
                <a:lnTo>
                  <a:pt x="599" y="2891"/>
                </a:lnTo>
                <a:lnTo>
                  <a:pt x="605" y="2870"/>
                </a:lnTo>
                <a:lnTo>
                  <a:pt x="608" y="2850"/>
                </a:lnTo>
                <a:lnTo>
                  <a:pt x="608" y="2850"/>
                </a:lnTo>
                <a:lnTo>
                  <a:pt x="612" y="2864"/>
                </a:lnTo>
                <a:lnTo>
                  <a:pt x="618" y="2879"/>
                </a:lnTo>
                <a:lnTo>
                  <a:pt x="625" y="2892"/>
                </a:lnTo>
                <a:lnTo>
                  <a:pt x="633" y="2906"/>
                </a:lnTo>
                <a:lnTo>
                  <a:pt x="633" y="2906"/>
                </a:lnTo>
                <a:lnTo>
                  <a:pt x="642" y="2917"/>
                </a:lnTo>
                <a:lnTo>
                  <a:pt x="653" y="2928"/>
                </a:lnTo>
                <a:lnTo>
                  <a:pt x="664" y="2937"/>
                </a:lnTo>
                <a:lnTo>
                  <a:pt x="675" y="2945"/>
                </a:lnTo>
                <a:lnTo>
                  <a:pt x="689" y="2950"/>
                </a:lnTo>
                <a:lnTo>
                  <a:pt x="702" y="2956"/>
                </a:lnTo>
                <a:lnTo>
                  <a:pt x="717" y="2960"/>
                </a:lnTo>
                <a:lnTo>
                  <a:pt x="731" y="2963"/>
                </a:lnTo>
                <a:lnTo>
                  <a:pt x="731" y="2963"/>
                </a:lnTo>
                <a:lnTo>
                  <a:pt x="780" y="2969"/>
                </a:lnTo>
                <a:lnTo>
                  <a:pt x="830" y="2973"/>
                </a:lnTo>
                <a:lnTo>
                  <a:pt x="883" y="2975"/>
                </a:lnTo>
                <a:lnTo>
                  <a:pt x="937" y="2976"/>
                </a:lnTo>
                <a:lnTo>
                  <a:pt x="937" y="2976"/>
                </a:lnTo>
                <a:lnTo>
                  <a:pt x="937" y="2976"/>
                </a:lnTo>
                <a:lnTo>
                  <a:pt x="991" y="2975"/>
                </a:lnTo>
                <a:lnTo>
                  <a:pt x="1047" y="2971"/>
                </a:lnTo>
                <a:lnTo>
                  <a:pt x="1073" y="2969"/>
                </a:lnTo>
                <a:lnTo>
                  <a:pt x="1097" y="2963"/>
                </a:lnTo>
                <a:lnTo>
                  <a:pt x="1118" y="2958"/>
                </a:lnTo>
                <a:lnTo>
                  <a:pt x="1135" y="2948"/>
                </a:lnTo>
                <a:lnTo>
                  <a:pt x="1135" y="2948"/>
                </a:lnTo>
                <a:lnTo>
                  <a:pt x="1142" y="2943"/>
                </a:lnTo>
                <a:lnTo>
                  <a:pt x="1148" y="2937"/>
                </a:lnTo>
                <a:lnTo>
                  <a:pt x="1155" y="2928"/>
                </a:lnTo>
                <a:lnTo>
                  <a:pt x="1161" y="2919"/>
                </a:lnTo>
                <a:lnTo>
                  <a:pt x="1170" y="2898"/>
                </a:lnTo>
                <a:lnTo>
                  <a:pt x="1176" y="2874"/>
                </a:lnTo>
                <a:lnTo>
                  <a:pt x="1179" y="2850"/>
                </a:lnTo>
                <a:lnTo>
                  <a:pt x="1179" y="2822"/>
                </a:lnTo>
                <a:lnTo>
                  <a:pt x="1177" y="2794"/>
                </a:lnTo>
                <a:lnTo>
                  <a:pt x="1170" y="2766"/>
                </a:lnTo>
                <a:lnTo>
                  <a:pt x="1170" y="2766"/>
                </a:lnTo>
                <a:lnTo>
                  <a:pt x="1162" y="2741"/>
                </a:lnTo>
                <a:lnTo>
                  <a:pt x="1149" y="2715"/>
                </a:lnTo>
                <a:lnTo>
                  <a:pt x="1140" y="2700"/>
                </a:lnTo>
                <a:lnTo>
                  <a:pt x="1131" y="2687"/>
                </a:lnTo>
                <a:lnTo>
                  <a:pt x="1118" y="2674"/>
                </a:lnTo>
                <a:lnTo>
                  <a:pt x="1105" y="2661"/>
                </a:lnTo>
                <a:lnTo>
                  <a:pt x="1090" y="2650"/>
                </a:lnTo>
                <a:lnTo>
                  <a:pt x="1071" y="2637"/>
                </a:lnTo>
                <a:lnTo>
                  <a:pt x="1052" y="2627"/>
                </a:lnTo>
                <a:lnTo>
                  <a:pt x="1030" y="2618"/>
                </a:lnTo>
                <a:lnTo>
                  <a:pt x="1006" y="2609"/>
                </a:lnTo>
                <a:lnTo>
                  <a:pt x="980" y="2601"/>
                </a:lnTo>
                <a:lnTo>
                  <a:pt x="950" y="2598"/>
                </a:lnTo>
                <a:lnTo>
                  <a:pt x="916" y="2594"/>
                </a:lnTo>
                <a:lnTo>
                  <a:pt x="916" y="2594"/>
                </a:lnTo>
                <a:lnTo>
                  <a:pt x="896" y="1987"/>
                </a:lnTo>
                <a:lnTo>
                  <a:pt x="896" y="1987"/>
                </a:lnTo>
                <a:lnTo>
                  <a:pt x="896" y="1954"/>
                </a:lnTo>
                <a:lnTo>
                  <a:pt x="896" y="1954"/>
                </a:lnTo>
                <a:lnTo>
                  <a:pt x="924" y="1946"/>
                </a:lnTo>
                <a:lnTo>
                  <a:pt x="954" y="1937"/>
                </a:lnTo>
                <a:lnTo>
                  <a:pt x="983" y="1926"/>
                </a:lnTo>
                <a:lnTo>
                  <a:pt x="1011" y="1913"/>
                </a:lnTo>
                <a:lnTo>
                  <a:pt x="1039" y="1898"/>
                </a:lnTo>
                <a:lnTo>
                  <a:pt x="1065" y="1881"/>
                </a:lnTo>
                <a:lnTo>
                  <a:pt x="1092" y="1862"/>
                </a:lnTo>
                <a:lnTo>
                  <a:pt x="1114" y="1844"/>
                </a:lnTo>
                <a:lnTo>
                  <a:pt x="1114" y="1844"/>
                </a:lnTo>
                <a:lnTo>
                  <a:pt x="1131" y="1829"/>
                </a:lnTo>
                <a:lnTo>
                  <a:pt x="1148" y="1814"/>
                </a:lnTo>
                <a:lnTo>
                  <a:pt x="1162" y="1797"/>
                </a:lnTo>
                <a:lnTo>
                  <a:pt x="1176" y="1780"/>
                </a:lnTo>
                <a:lnTo>
                  <a:pt x="1189" y="1763"/>
                </a:lnTo>
                <a:lnTo>
                  <a:pt x="1200" y="1745"/>
                </a:lnTo>
                <a:lnTo>
                  <a:pt x="1211" y="1728"/>
                </a:lnTo>
                <a:lnTo>
                  <a:pt x="1220" y="1709"/>
                </a:lnTo>
                <a:lnTo>
                  <a:pt x="1228" y="1689"/>
                </a:lnTo>
                <a:lnTo>
                  <a:pt x="1235" y="1670"/>
                </a:lnTo>
                <a:lnTo>
                  <a:pt x="1241" y="1650"/>
                </a:lnTo>
                <a:lnTo>
                  <a:pt x="1246" y="1629"/>
                </a:lnTo>
                <a:lnTo>
                  <a:pt x="1250" y="1609"/>
                </a:lnTo>
                <a:lnTo>
                  <a:pt x="1254" y="1588"/>
                </a:lnTo>
                <a:lnTo>
                  <a:pt x="1254" y="1566"/>
                </a:lnTo>
                <a:lnTo>
                  <a:pt x="1256" y="1545"/>
                </a:lnTo>
                <a:lnTo>
                  <a:pt x="1256" y="1545"/>
                </a:lnTo>
                <a:lnTo>
                  <a:pt x="1254" y="1523"/>
                </a:lnTo>
                <a:lnTo>
                  <a:pt x="1252" y="1502"/>
                </a:lnTo>
                <a:lnTo>
                  <a:pt x="1250" y="1484"/>
                </a:lnTo>
                <a:lnTo>
                  <a:pt x="1245" y="1463"/>
                </a:lnTo>
                <a:lnTo>
                  <a:pt x="1233" y="1426"/>
                </a:lnTo>
                <a:lnTo>
                  <a:pt x="1218" y="1388"/>
                </a:lnTo>
                <a:lnTo>
                  <a:pt x="1200" y="1353"/>
                </a:lnTo>
                <a:lnTo>
                  <a:pt x="1179" y="1319"/>
                </a:lnTo>
                <a:lnTo>
                  <a:pt x="1153" y="1288"/>
                </a:lnTo>
                <a:lnTo>
                  <a:pt x="1127" y="1260"/>
                </a:lnTo>
                <a:lnTo>
                  <a:pt x="1097" y="1232"/>
                </a:lnTo>
                <a:lnTo>
                  <a:pt x="1065" y="1205"/>
                </a:lnTo>
                <a:lnTo>
                  <a:pt x="1034" y="1183"/>
                </a:lnTo>
                <a:lnTo>
                  <a:pt x="1000" y="1163"/>
                </a:lnTo>
                <a:lnTo>
                  <a:pt x="965" y="1144"/>
                </a:lnTo>
                <a:lnTo>
                  <a:pt x="929" y="1127"/>
                </a:lnTo>
                <a:lnTo>
                  <a:pt x="894" y="1112"/>
                </a:lnTo>
                <a:lnTo>
                  <a:pt x="858" y="1101"/>
                </a:lnTo>
                <a:lnTo>
                  <a:pt x="858" y="1101"/>
                </a:lnTo>
                <a:lnTo>
                  <a:pt x="903" y="1090"/>
                </a:lnTo>
                <a:lnTo>
                  <a:pt x="944" y="1077"/>
                </a:lnTo>
                <a:lnTo>
                  <a:pt x="983" y="1060"/>
                </a:lnTo>
                <a:lnTo>
                  <a:pt x="1021" y="1039"/>
                </a:lnTo>
                <a:lnTo>
                  <a:pt x="1021" y="1039"/>
                </a:lnTo>
                <a:lnTo>
                  <a:pt x="1041" y="1026"/>
                </a:lnTo>
                <a:lnTo>
                  <a:pt x="1062" y="1011"/>
                </a:lnTo>
                <a:lnTo>
                  <a:pt x="1082" y="995"/>
                </a:lnTo>
                <a:lnTo>
                  <a:pt x="1101" y="978"/>
                </a:lnTo>
                <a:lnTo>
                  <a:pt x="1118" y="959"/>
                </a:lnTo>
                <a:lnTo>
                  <a:pt x="1133" y="940"/>
                </a:lnTo>
                <a:lnTo>
                  <a:pt x="1148" y="920"/>
                </a:lnTo>
                <a:lnTo>
                  <a:pt x="1162" y="898"/>
                </a:lnTo>
                <a:lnTo>
                  <a:pt x="1176" y="875"/>
                </a:lnTo>
                <a:lnTo>
                  <a:pt x="1187" y="851"/>
                </a:lnTo>
                <a:lnTo>
                  <a:pt x="1196" y="827"/>
                </a:lnTo>
                <a:lnTo>
                  <a:pt x="1205" y="802"/>
                </a:lnTo>
                <a:lnTo>
                  <a:pt x="1213" y="776"/>
                </a:lnTo>
                <a:lnTo>
                  <a:pt x="1218" y="750"/>
                </a:lnTo>
                <a:lnTo>
                  <a:pt x="1224" y="722"/>
                </a:lnTo>
                <a:lnTo>
                  <a:pt x="1228" y="694"/>
                </a:lnTo>
                <a:lnTo>
                  <a:pt x="1228" y="694"/>
                </a:lnTo>
                <a:close/>
                <a:moveTo>
                  <a:pt x="810" y="1024"/>
                </a:moveTo>
                <a:lnTo>
                  <a:pt x="810" y="1024"/>
                </a:lnTo>
                <a:lnTo>
                  <a:pt x="797" y="1026"/>
                </a:lnTo>
                <a:lnTo>
                  <a:pt x="780" y="1026"/>
                </a:lnTo>
                <a:lnTo>
                  <a:pt x="780" y="1026"/>
                </a:lnTo>
                <a:lnTo>
                  <a:pt x="758" y="1026"/>
                </a:lnTo>
                <a:lnTo>
                  <a:pt x="733" y="1028"/>
                </a:lnTo>
                <a:lnTo>
                  <a:pt x="711" y="1034"/>
                </a:lnTo>
                <a:lnTo>
                  <a:pt x="702" y="1037"/>
                </a:lnTo>
                <a:lnTo>
                  <a:pt x="692" y="1043"/>
                </a:lnTo>
                <a:lnTo>
                  <a:pt x="692" y="1043"/>
                </a:lnTo>
                <a:lnTo>
                  <a:pt x="677" y="1054"/>
                </a:lnTo>
                <a:lnTo>
                  <a:pt x="666" y="1065"/>
                </a:lnTo>
                <a:lnTo>
                  <a:pt x="659" y="1077"/>
                </a:lnTo>
                <a:lnTo>
                  <a:pt x="655" y="1090"/>
                </a:lnTo>
                <a:lnTo>
                  <a:pt x="651" y="1101"/>
                </a:lnTo>
                <a:lnTo>
                  <a:pt x="651" y="1112"/>
                </a:lnTo>
                <a:lnTo>
                  <a:pt x="653" y="1129"/>
                </a:lnTo>
                <a:lnTo>
                  <a:pt x="653" y="1131"/>
                </a:lnTo>
                <a:lnTo>
                  <a:pt x="653" y="1131"/>
                </a:lnTo>
                <a:lnTo>
                  <a:pt x="655" y="1140"/>
                </a:lnTo>
                <a:lnTo>
                  <a:pt x="659" y="1148"/>
                </a:lnTo>
                <a:lnTo>
                  <a:pt x="664" y="1153"/>
                </a:lnTo>
                <a:lnTo>
                  <a:pt x="670" y="1161"/>
                </a:lnTo>
                <a:lnTo>
                  <a:pt x="670" y="1161"/>
                </a:lnTo>
                <a:lnTo>
                  <a:pt x="677" y="1164"/>
                </a:lnTo>
                <a:lnTo>
                  <a:pt x="685" y="1166"/>
                </a:lnTo>
                <a:lnTo>
                  <a:pt x="692" y="1168"/>
                </a:lnTo>
                <a:lnTo>
                  <a:pt x="702" y="1168"/>
                </a:lnTo>
                <a:lnTo>
                  <a:pt x="702" y="1168"/>
                </a:lnTo>
                <a:lnTo>
                  <a:pt x="730" y="1166"/>
                </a:lnTo>
                <a:lnTo>
                  <a:pt x="730" y="1166"/>
                </a:lnTo>
                <a:lnTo>
                  <a:pt x="763" y="1168"/>
                </a:lnTo>
                <a:lnTo>
                  <a:pt x="799" y="1174"/>
                </a:lnTo>
                <a:lnTo>
                  <a:pt x="834" y="1183"/>
                </a:lnTo>
                <a:lnTo>
                  <a:pt x="871" y="1194"/>
                </a:lnTo>
                <a:lnTo>
                  <a:pt x="909" y="1211"/>
                </a:lnTo>
                <a:lnTo>
                  <a:pt x="944" y="1228"/>
                </a:lnTo>
                <a:lnTo>
                  <a:pt x="980" y="1248"/>
                </a:lnTo>
                <a:lnTo>
                  <a:pt x="1013" y="1273"/>
                </a:lnTo>
                <a:lnTo>
                  <a:pt x="1013" y="1273"/>
                </a:lnTo>
                <a:lnTo>
                  <a:pt x="1036" y="1291"/>
                </a:lnTo>
                <a:lnTo>
                  <a:pt x="1062" y="1314"/>
                </a:lnTo>
                <a:lnTo>
                  <a:pt x="1088" y="1342"/>
                </a:lnTo>
                <a:lnTo>
                  <a:pt x="1114" y="1373"/>
                </a:lnTo>
                <a:lnTo>
                  <a:pt x="1125" y="1392"/>
                </a:lnTo>
                <a:lnTo>
                  <a:pt x="1136" y="1411"/>
                </a:lnTo>
                <a:lnTo>
                  <a:pt x="1146" y="1431"/>
                </a:lnTo>
                <a:lnTo>
                  <a:pt x="1155" y="1452"/>
                </a:lnTo>
                <a:lnTo>
                  <a:pt x="1161" y="1474"/>
                </a:lnTo>
                <a:lnTo>
                  <a:pt x="1166" y="1497"/>
                </a:lnTo>
                <a:lnTo>
                  <a:pt x="1170" y="1521"/>
                </a:lnTo>
                <a:lnTo>
                  <a:pt x="1172" y="1545"/>
                </a:lnTo>
                <a:lnTo>
                  <a:pt x="1172" y="1545"/>
                </a:lnTo>
                <a:lnTo>
                  <a:pt x="1170" y="1564"/>
                </a:lnTo>
                <a:lnTo>
                  <a:pt x="1170" y="1582"/>
                </a:lnTo>
                <a:lnTo>
                  <a:pt x="1166" y="1601"/>
                </a:lnTo>
                <a:lnTo>
                  <a:pt x="1162" y="1618"/>
                </a:lnTo>
                <a:lnTo>
                  <a:pt x="1153" y="1651"/>
                </a:lnTo>
                <a:lnTo>
                  <a:pt x="1138" y="1683"/>
                </a:lnTo>
                <a:lnTo>
                  <a:pt x="1121" y="1711"/>
                </a:lnTo>
                <a:lnTo>
                  <a:pt x="1103" y="1737"/>
                </a:lnTo>
                <a:lnTo>
                  <a:pt x="1080" y="1762"/>
                </a:lnTo>
                <a:lnTo>
                  <a:pt x="1056" y="1782"/>
                </a:lnTo>
                <a:lnTo>
                  <a:pt x="1030" y="1803"/>
                </a:lnTo>
                <a:lnTo>
                  <a:pt x="1004" y="1819"/>
                </a:lnTo>
                <a:lnTo>
                  <a:pt x="978" y="1834"/>
                </a:lnTo>
                <a:lnTo>
                  <a:pt x="950" y="1847"/>
                </a:lnTo>
                <a:lnTo>
                  <a:pt x="922" y="1859"/>
                </a:lnTo>
                <a:lnTo>
                  <a:pt x="896" y="1868"/>
                </a:lnTo>
                <a:lnTo>
                  <a:pt x="870" y="1874"/>
                </a:lnTo>
                <a:lnTo>
                  <a:pt x="845" y="1879"/>
                </a:lnTo>
                <a:lnTo>
                  <a:pt x="845" y="1879"/>
                </a:lnTo>
                <a:lnTo>
                  <a:pt x="836" y="1881"/>
                </a:lnTo>
                <a:lnTo>
                  <a:pt x="828" y="1885"/>
                </a:lnTo>
                <a:lnTo>
                  <a:pt x="823" y="1888"/>
                </a:lnTo>
                <a:lnTo>
                  <a:pt x="817" y="1894"/>
                </a:lnTo>
                <a:lnTo>
                  <a:pt x="814" y="1900"/>
                </a:lnTo>
                <a:lnTo>
                  <a:pt x="810" y="1907"/>
                </a:lnTo>
                <a:lnTo>
                  <a:pt x="808" y="1915"/>
                </a:lnTo>
                <a:lnTo>
                  <a:pt x="808" y="1924"/>
                </a:lnTo>
                <a:lnTo>
                  <a:pt x="808" y="1924"/>
                </a:lnTo>
                <a:lnTo>
                  <a:pt x="812" y="1991"/>
                </a:lnTo>
                <a:lnTo>
                  <a:pt x="812" y="1991"/>
                </a:lnTo>
                <a:lnTo>
                  <a:pt x="827" y="2381"/>
                </a:lnTo>
                <a:lnTo>
                  <a:pt x="834" y="2637"/>
                </a:lnTo>
                <a:lnTo>
                  <a:pt x="834" y="2637"/>
                </a:lnTo>
                <a:lnTo>
                  <a:pt x="836" y="2644"/>
                </a:lnTo>
                <a:lnTo>
                  <a:pt x="838" y="2652"/>
                </a:lnTo>
                <a:lnTo>
                  <a:pt x="842" y="2659"/>
                </a:lnTo>
                <a:lnTo>
                  <a:pt x="847" y="2665"/>
                </a:lnTo>
                <a:lnTo>
                  <a:pt x="853" y="2670"/>
                </a:lnTo>
                <a:lnTo>
                  <a:pt x="860" y="2674"/>
                </a:lnTo>
                <a:lnTo>
                  <a:pt x="868" y="2676"/>
                </a:lnTo>
                <a:lnTo>
                  <a:pt x="877" y="2676"/>
                </a:lnTo>
                <a:lnTo>
                  <a:pt x="877" y="2676"/>
                </a:lnTo>
                <a:lnTo>
                  <a:pt x="914" y="2678"/>
                </a:lnTo>
                <a:lnTo>
                  <a:pt x="950" y="2683"/>
                </a:lnTo>
                <a:lnTo>
                  <a:pt x="980" y="2691"/>
                </a:lnTo>
                <a:lnTo>
                  <a:pt x="1008" y="2700"/>
                </a:lnTo>
                <a:lnTo>
                  <a:pt x="1032" y="2713"/>
                </a:lnTo>
                <a:lnTo>
                  <a:pt x="1043" y="2721"/>
                </a:lnTo>
                <a:lnTo>
                  <a:pt x="1052" y="2730"/>
                </a:lnTo>
                <a:lnTo>
                  <a:pt x="1062" y="2738"/>
                </a:lnTo>
                <a:lnTo>
                  <a:pt x="1069" y="2749"/>
                </a:lnTo>
                <a:lnTo>
                  <a:pt x="1077" y="2758"/>
                </a:lnTo>
                <a:lnTo>
                  <a:pt x="1082" y="2769"/>
                </a:lnTo>
                <a:lnTo>
                  <a:pt x="1082" y="2769"/>
                </a:lnTo>
                <a:lnTo>
                  <a:pt x="1090" y="2788"/>
                </a:lnTo>
                <a:lnTo>
                  <a:pt x="1093" y="2807"/>
                </a:lnTo>
                <a:lnTo>
                  <a:pt x="1095" y="2823"/>
                </a:lnTo>
                <a:lnTo>
                  <a:pt x="1095" y="2838"/>
                </a:lnTo>
                <a:lnTo>
                  <a:pt x="1095" y="2853"/>
                </a:lnTo>
                <a:lnTo>
                  <a:pt x="1092" y="2866"/>
                </a:lnTo>
                <a:lnTo>
                  <a:pt x="1090" y="2876"/>
                </a:lnTo>
                <a:lnTo>
                  <a:pt x="1086" y="2881"/>
                </a:lnTo>
                <a:lnTo>
                  <a:pt x="1086" y="2881"/>
                </a:lnTo>
                <a:lnTo>
                  <a:pt x="1069" y="2887"/>
                </a:lnTo>
                <a:lnTo>
                  <a:pt x="1037" y="2891"/>
                </a:lnTo>
                <a:lnTo>
                  <a:pt x="995" y="2894"/>
                </a:lnTo>
                <a:lnTo>
                  <a:pt x="937" y="2896"/>
                </a:lnTo>
                <a:lnTo>
                  <a:pt x="937" y="2896"/>
                </a:lnTo>
                <a:lnTo>
                  <a:pt x="937" y="2896"/>
                </a:lnTo>
                <a:lnTo>
                  <a:pt x="886" y="2894"/>
                </a:lnTo>
                <a:lnTo>
                  <a:pt x="838" y="2892"/>
                </a:lnTo>
                <a:lnTo>
                  <a:pt x="789" y="2889"/>
                </a:lnTo>
                <a:lnTo>
                  <a:pt x="745" y="2883"/>
                </a:lnTo>
                <a:lnTo>
                  <a:pt x="745" y="2883"/>
                </a:lnTo>
                <a:lnTo>
                  <a:pt x="731" y="2879"/>
                </a:lnTo>
                <a:lnTo>
                  <a:pt x="720" y="2874"/>
                </a:lnTo>
                <a:lnTo>
                  <a:pt x="711" y="2866"/>
                </a:lnTo>
                <a:lnTo>
                  <a:pt x="702" y="2857"/>
                </a:lnTo>
                <a:lnTo>
                  <a:pt x="702" y="2857"/>
                </a:lnTo>
                <a:lnTo>
                  <a:pt x="698" y="2848"/>
                </a:lnTo>
                <a:lnTo>
                  <a:pt x="692" y="2838"/>
                </a:lnTo>
                <a:lnTo>
                  <a:pt x="687" y="2816"/>
                </a:lnTo>
                <a:lnTo>
                  <a:pt x="681" y="2794"/>
                </a:lnTo>
                <a:lnTo>
                  <a:pt x="679" y="2769"/>
                </a:lnTo>
                <a:lnTo>
                  <a:pt x="679" y="2747"/>
                </a:lnTo>
                <a:lnTo>
                  <a:pt x="681" y="2726"/>
                </a:lnTo>
                <a:lnTo>
                  <a:pt x="685" y="2693"/>
                </a:lnTo>
                <a:lnTo>
                  <a:pt x="685" y="2693"/>
                </a:lnTo>
                <a:lnTo>
                  <a:pt x="687" y="2685"/>
                </a:lnTo>
                <a:lnTo>
                  <a:pt x="687" y="2685"/>
                </a:lnTo>
                <a:lnTo>
                  <a:pt x="689" y="2579"/>
                </a:lnTo>
                <a:lnTo>
                  <a:pt x="690" y="2471"/>
                </a:lnTo>
                <a:lnTo>
                  <a:pt x="690" y="2471"/>
                </a:lnTo>
                <a:lnTo>
                  <a:pt x="694" y="2370"/>
                </a:lnTo>
                <a:lnTo>
                  <a:pt x="696" y="2278"/>
                </a:lnTo>
                <a:lnTo>
                  <a:pt x="694" y="2196"/>
                </a:lnTo>
                <a:lnTo>
                  <a:pt x="692" y="2161"/>
                </a:lnTo>
                <a:lnTo>
                  <a:pt x="689" y="2129"/>
                </a:lnTo>
                <a:lnTo>
                  <a:pt x="683" y="2099"/>
                </a:lnTo>
                <a:lnTo>
                  <a:pt x="677" y="2073"/>
                </a:lnTo>
                <a:lnTo>
                  <a:pt x="668" y="2051"/>
                </a:lnTo>
                <a:lnTo>
                  <a:pt x="659" y="2032"/>
                </a:lnTo>
                <a:lnTo>
                  <a:pt x="648" y="2017"/>
                </a:lnTo>
                <a:lnTo>
                  <a:pt x="640" y="2010"/>
                </a:lnTo>
                <a:lnTo>
                  <a:pt x="633" y="2006"/>
                </a:lnTo>
                <a:lnTo>
                  <a:pt x="625" y="2000"/>
                </a:lnTo>
                <a:lnTo>
                  <a:pt x="616" y="1999"/>
                </a:lnTo>
                <a:lnTo>
                  <a:pt x="606" y="1997"/>
                </a:lnTo>
                <a:lnTo>
                  <a:pt x="597" y="1995"/>
                </a:lnTo>
                <a:lnTo>
                  <a:pt x="597" y="1995"/>
                </a:lnTo>
                <a:lnTo>
                  <a:pt x="593" y="1995"/>
                </a:lnTo>
                <a:lnTo>
                  <a:pt x="593" y="1995"/>
                </a:lnTo>
                <a:lnTo>
                  <a:pt x="584" y="1997"/>
                </a:lnTo>
                <a:lnTo>
                  <a:pt x="575" y="2000"/>
                </a:lnTo>
                <a:lnTo>
                  <a:pt x="564" y="2006"/>
                </a:lnTo>
                <a:lnTo>
                  <a:pt x="552" y="2017"/>
                </a:lnTo>
                <a:lnTo>
                  <a:pt x="552" y="2017"/>
                </a:lnTo>
                <a:lnTo>
                  <a:pt x="547" y="2027"/>
                </a:lnTo>
                <a:lnTo>
                  <a:pt x="543" y="2038"/>
                </a:lnTo>
                <a:lnTo>
                  <a:pt x="534" y="2064"/>
                </a:lnTo>
                <a:lnTo>
                  <a:pt x="524" y="2097"/>
                </a:lnTo>
                <a:lnTo>
                  <a:pt x="519" y="2139"/>
                </a:lnTo>
                <a:lnTo>
                  <a:pt x="513" y="2183"/>
                </a:lnTo>
                <a:lnTo>
                  <a:pt x="508" y="2232"/>
                </a:lnTo>
                <a:lnTo>
                  <a:pt x="504" y="2282"/>
                </a:lnTo>
                <a:lnTo>
                  <a:pt x="500" y="2336"/>
                </a:lnTo>
                <a:lnTo>
                  <a:pt x="498" y="2443"/>
                </a:lnTo>
                <a:lnTo>
                  <a:pt x="498" y="2542"/>
                </a:lnTo>
                <a:lnTo>
                  <a:pt x="500" y="2586"/>
                </a:lnTo>
                <a:lnTo>
                  <a:pt x="504" y="2626"/>
                </a:lnTo>
                <a:lnTo>
                  <a:pt x="508" y="2661"/>
                </a:lnTo>
                <a:lnTo>
                  <a:pt x="511" y="2687"/>
                </a:lnTo>
                <a:lnTo>
                  <a:pt x="511" y="2687"/>
                </a:lnTo>
                <a:lnTo>
                  <a:pt x="519" y="2730"/>
                </a:lnTo>
                <a:lnTo>
                  <a:pt x="524" y="2769"/>
                </a:lnTo>
                <a:lnTo>
                  <a:pt x="526" y="2803"/>
                </a:lnTo>
                <a:lnTo>
                  <a:pt x="524" y="2833"/>
                </a:lnTo>
                <a:lnTo>
                  <a:pt x="521" y="2855"/>
                </a:lnTo>
                <a:lnTo>
                  <a:pt x="517" y="2874"/>
                </a:lnTo>
                <a:lnTo>
                  <a:pt x="509" y="2885"/>
                </a:lnTo>
                <a:lnTo>
                  <a:pt x="504" y="2891"/>
                </a:lnTo>
                <a:lnTo>
                  <a:pt x="500" y="2892"/>
                </a:lnTo>
                <a:lnTo>
                  <a:pt x="500" y="2892"/>
                </a:lnTo>
                <a:lnTo>
                  <a:pt x="474" y="2898"/>
                </a:lnTo>
                <a:lnTo>
                  <a:pt x="437" y="2904"/>
                </a:lnTo>
                <a:lnTo>
                  <a:pt x="392" y="2906"/>
                </a:lnTo>
                <a:lnTo>
                  <a:pt x="338" y="2907"/>
                </a:lnTo>
                <a:lnTo>
                  <a:pt x="338" y="2907"/>
                </a:lnTo>
                <a:lnTo>
                  <a:pt x="269" y="2906"/>
                </a:lnTo>
                <a:lnTo>
                  <a:pt x="211" y="2902"/>
                </a:lnTo>
                <a:lnTo>
                  <a:pt x="168" y="2894"/>
                </a:lnTo>
                <a:lnTo>
                  <a:pt x="153" y="2892"/>
                </a:lnTo>
                <a:lnTo>
                  <a:pt x="144" y="2889"/>
                </a:lnTo>
                <a:lnTo>
                  <a:pt x="144" y="2887"/>
                </a:lnTo>
                <a:lnTo>
                  <a:pt x="144" y="2887"/>
                </a:lnTo>
                <a:lnTo>
                  <a:pt x="131" y="2864"/>
                </a:lnTo>
                <a:lnTo>
                  <a:pt x="125" y="2853"/>
                </a:lnTo>
                <a:lnTo>
                  <a:pt x="123" y="2840"/>
                </a:lnTo>
                <a:lnTo>
                  <a:pt x="121" y="2825"/>
                </a:lnTo>
                <a:lnTo>
                  <a:pt x="123" y="2808"/>
                </a:lnTo>
                <a:lnTo>
                  <a:pt x="129" y="2788"/>
                </a:lnTo>
                <a:lnTo>
                  <a:pt x="136" y="2766"/>
                </a:lnTo>
                <a:lnTo>
                  <a:pt x="136" y="2766"/>
                </a:lnTo>
                <a:lnTo>
                  <a:pt x="140" y="2756"/>
                </a:lnTo>
                <a:lnTo>
                  <a:pt x="147" y="2749"/>
                </a:lnTo>
                <a:lnTo>
                  <a:pt x="155" y="2741"/>
                </a:lnTo>
                <a:lnTo>
                  <a:pt x="162" y="2734"/>
                </a:lnTo>
                <a:lnTo>
                  <a:pt x="185" y="2723"/>
                </a:lnTo>
                <a:lnTo>
                  <a:pt x="211" y="2715"/>
                </a:lnTo>
                <a:lnTo>
                  <a:pt x="237" y="2708"/>
                </a:lnTo>
                <a:lnTo>
                  <a:pt x="265" y="2704"/>
                </a:lnTo>
                <a:lnTo>
                  <a:pt x="293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27" y="2700"/>
                </a:lnTo>
                <a:lnTo>
                  <a:pt x="334" y="2697"/>
                </a:lnTo>
                <a:lnTo>
                  <a:pt x="341" y="2693"/>
                </a:lnTo>
                <a:lnTo>
                  <a:pt x="347" y="2689"/>
                </a:lnTo>
                <a:lnTo>
                  <a:pt x="347" y="2689"/>
                </a:lnTo>
                <a:lnTo>
                  <a:pt x="353" y="2682"/>
                </a:lnTo>
                <a:lnTo>
                  <a:pt x="356" y="2674"/>
                </a:lnTo>
                <a:lnTo>
                  <a:pt x="360" y="2667"/>
                </a:lnTo>
                <a:lnTo>
                  <a:pt x="360" y="2659"/>
                </a:lnTo>
                <a:lnTo>
                  <a:pt x="360" y="2659"/>
                </a:lnTo>
                <a:lnTo>
                  <a:pt x="362" y="2390"/>
                </a:lnTo>
                <a:lnTo>
                  <a:pt x="366" y="2148"/>
                </a:lnTo>
                <a:lnTo>
                  <a:pt x="371" y="1915"/>
                </a:lnTo>
                <a:lnTo>
                  <a:pt x="371" y="1915"/>
                </a:lnTo>
                <a:lnTo>
                  <a:pt x="371" y="1887"/>
                </a:lnTo>
                <a:lnTo>
                  <a:pt x="373" y="1818"/>
                </a:lnTo>
                <a:lnTo>
                  <a:pt x="381" y="1717"/>
                </a:lnTo>
                <a:lnTo>
                  <a:pt x="386" y="1657"/>
                </a:lnTo>
                <a:lnTo>
                  <a:pt x="394" y="1595"/>
                </a:lnTo>
                <a:lnTo>
                  <a:pt x="403" y="1532"/>
                </a:lnTo>
                <a:lnTo>
                  <a:pt x="414" y="1467"/>
                </a:lnTo>
                <a:lnTo>
                  <a:pt x="429" y="1403"/>
                </a:lnTo>
                <a:lnTo>
                  <a:pt x="446" y="1344"/>
                </a:lnTo>
                <a:lnTo>
                  <a:pt x="457" y="1314"/>
                </a:lnTo>
                <a:lnTo>
                  <a:pt x="467" y="1286"/>
                </a:lnTo>
                <a:lnTo>
                  <a:pt x="478" y="1260"/>
                </a:lnTo>
                <a:lnTo>
                  <a:pt x="491" y="1233"/>
                </a:lnTo>
                <a:lnTo>
                  <a:pt x="504" y="1211"/>
                </a:lnTo>
                <a:lnTo>
                  <a:pt x="519" y="1189"/>
                </a:lnTo>
                <a:lnTo>
                  <a:pt x="534" y="1170"/>
                </a:lnTo>
                <a:lnTo>
                  <a:pt x="549" y="1153"/>
                </a:lnTo>
                <a:lnTo>
                  <a:pt x="549" y="1153"/>
                </a:lnTo>
                <a:lnTo>
                  <a:pt x="556" y="1146"/>
                </a:lnTo>
                <a:lnTo>
                  <a:pt x="560" y="1136"/>
                </a:lnTo>
                <a:lnTo>
                  <a:pt x="564" y="1127"/>
                </a:lnTo>
                <a:lnTo>
                  <a:pt x="567" y="1116"/>
                </a:lnTo>
                <a:lnTo>
                  <a:pt x="569" y="1097"/>
                </a:lnTo>
                <a:lnTo>
                  <a:pt x="571" y="1082"/>
                </a:lnTo>
                <a:lnTo>
                  <a:pt x="571" y="1082"/>
                </a:lnTo>
                <a:lnTo>
                  <a:pt x="569" y="1071"/>
                </a:lnTo>
                <a:lnTo>
                  <a:pt x="567" y="1062"/>
                </a:lnTo>
                <a:lnTo>
                  <a:pt x="562" y="1045"/>
                </a:lnTo>
                <a:lnTo>
                  <a:pt x="552" y="1034"/>
                </a:lnTo>
                <a:lnTo>
                  <a:pt x="545" y="1026"/>
                </a:lnTo>
                <a:lnTo>
                  <a:pt x="545" y="1026"/>
                </a:lnTo>
                <a:lnTo>
                  <a:pt x="536" y="1019"/>
                </a:lnTo>
                <a:lnTo>
                  <a:pt x="526" y="1015"/>
                </a:lnTo>
                <a:lnTo>
                  <a:pt x="504" y="1006"/>
                </a:lnTo>
                <a:lnTo>
                  <a:pt x="504" y="1006"/>
                </a:lnTo>
                <a:lnTo>
                  <a:pt x="504" y="983"/>
                </a:lnTo>
                <a:lnTo>
                  <a:pt x="502" y="961"/>
                </a:lnTo>
                <a:lnTo>
                  <a:pt x="496" y="940"/>
                </a:lnTo>
                <a:lnTo>
                  <a:pt x="491" y="918"/>
                </a:lnTo>
                <a:lnTo>
                  <a:pt x="483" y="898"/>
                </a:lnTo>
                <a:lnTo>
                  <a:pt x="474" y="877"/>
                </a:lnTo>
                <a:lnTo>
                  <a:pt x="463" y="858"/>
                </a:lnTo>
                <a:lnTo>
                  <a:pt x="450" y="840"/>
                </a:lnTo>
                <a:lnTo>
                  <a:pt x="450" y="840"/>
                </a:lnTo>
                <a:lnTo>
                  <a:pt x="431" y="817"/>
                </a:lnTo>
                <a:lnTo>
                  <a:pt x="409" y="799"/>
                </a:lnTo>
                <a:lnTo>
                  <a:pt x="386" y="782"/>
                </a:lnTo>
                <a:lnTo>
                  <a:pt x="362" y="769"/>
                </a:lnTo>
                <a:lnTo>
                  <a:pt x="336" y="758"/>
                </a:lnTo>
                <a:lnTo>
                  <a:pt x="308" y="750"/>
                </a:lnTo>
                <a:lnTo>
                  <a:pt x="280" y="746"/>
                </a:lnTo>
                <a:lnTo>
                  <a:pt x="252" y="744"/>
                </a:lnTo>
                <a:lnTo>
                  <a:pt x="252" y="744"/>
                </a:lnTo>
                <a:lnTo>
                  <a:pt x="226" y="744"/>
                </a:lnTo>
                <a:lnTo>
                  <a:pt x="202" y="748"/>
                </a:lnTo>
                <a:lnTo>
                  <a:pt x="179" y="754"/>
                </a:lnTo>
                <a:lnTo>
                  <a:pt x="155" y="763"/>
                </a:lnTo>
                <a:lnTo>
                  <a:pt x="155" y="763"/>
                </a:lnTo>
                <a:lnTo>
                  <a:pt x="146" y="741"/>
                </a:lnTo>
                <a:lnTo>
                  <a:pt x="138" y="717"/>
                </a:lnTo>
                <a:lnTo>
                  <a:pt x="133" y="692"/>
                </a:lnTo>
                <a:lnTo>
                  <a:pt x="129" y="668"/>
                </a:lnTo>
                <a:lnTo>
                  <a:pt x="125" y="642"/>
                </a:lnTo>
                <a:lnTo>
                  <a:pt x="123" y="616"/>
                </a:lnTo>
                <a:lnTo>
                  <a:pt x="123" y="590"/>
                </a:lnTo>
                <a:lnTo>
                  <a:pt x="125" y="563"/>
                </a:lnTo>
                <a:lnTo>
                  <a:pt x="125" y="563"/>
                </a:lnTo>
                <a:lnTo>
                  <a:pt x="129" y="537"/>
                </a:lnTo>
                <a:lnTo>
                  <a:pt x="133" y="513"/>
                </a:lnTo>
                <a:lnTo>
                  <a:pt x="138" y="489"/>
                </a:lnTo>
                <a:lnTo>
                  <a:pt x="146" y="465"/>
                </a:lnTo>
                <a:lnTo>
                  <a:pt x="153" y="442"/>
                </a:lnTo>
                <a:lnTo>
                  <a:pt x="162" y="418"/>
                </a:lnTo>
                <a:lnTo>
                  <a:pt x="181" y="375"/>
                </a:lnTo>
                <a:lnTo>
                  <a:pt x="205" y="332"/>
                </a:lnTo>
                <a:lnTo>
                  <a:pt x="233" y="293"/>
                </a:lnTo>
                <a:lnTo>
                  <a:pt x="263" y="256"/>
                </a:lnTo>
                <a:lnTo>
                  <a:pt x="297" y="222"/>
                </a:lnTo>
                <a:lnTo>
                  <a:pt x="334" y="192"/>
                </a:lnTo>
                <a:lnTo>
                  <a:pt x="373" y="164"/>
                </a:lnTo>
                <a:lnTo>
                  <a:pt x="414" y="140"/>
                </a:lnTo>
                <a:lnTo>
                  <a:pt x="457" y="121"/>
                </a:lnTo>
                <a:lnTo>
                  <a:pt x="480" y="112"/>
                </a:lnTo>
                <a:lnTo>
                  <a:pt x="504" y="104"/>
                </a:lnTo>
                <a:lnTo>
                  <a:pt x="526" y="99"/>
                </a:lnTo>
                <a:lnTo>
                  <a:pt x="550" y="93"/>
                </a:lnTo>
                <a:lnTo>
                  <a:pt x="575" y="89"/>
                </a:lnTo>
                <a:lnTo>
                  <a:pt x="599" y="86"/>
                </a:lnTo>
                <a:lnTo>
                  <a:pt x="623" y="84"/>
                </a:lnTo>
                <a:lnTo>
                  <a:pt x="648" y="84"/>
                </a:lnTo>
                <a:lnTo>
                  <a:pt x="648" y="84"/>
                </a:lnTo>
                <a:lnTo>
                  <a:pt x="674" y="84"/>
                </a:lnTo>
                <a:lnTo>
                  <a:pt x="700" y="86"/>
                </a:lnTo>
                <a:lnTo>
                  <a:pt x="700" y="86"/>
                </a:lnTo>
                <a:lnTo>
                  <a:pt x="724" y="89"/>
                </a:lnTo>
                <a:lnTo>
                  <a:pt x="750" y="93"/>
                </a:lnTo>
                <a:lnTo>
                  <a:pt x="774" y="101"/>
                </a:lnTo>
                <a:lnTo>
                  <a:pt x="799" y="108"/>
                </a:lnTo>
                <a:lnTo>
                  <a:pt x="823" y="116"/>
                </a:lnTo>
                <a:lnTo>
                  <a:pt x="845" y="127"/>
                </a:lnTo>
                <a:lnTo>
                  <a:pt x="868" y="138"/>
                </a:lnTo>
                <a:lnTo>
                  <a:pt x="890" y="149"/>
                </a:lnTo>
                <a:lnTo>
                  <a:pt x="912" y="164"/>
                </a:lnTo>
                <a:lnTo>
                  <a:pt x="933" y="179"/>
                </a:lnTo>
                <a:lnTo>
                  <a:pt x="954" y="194"/>
                </a:lnTo>
                <a:lnTo>
                  <a:pt x="972" y="213"/>
                </a:lnTo>
                <a:lnTo>
                  <a:pt x="991" y="229"/>
                </a:lnTo>
                <a:lnTo>
                  <a:pt x="1008" y="250"/>
                </a:lnTo>
                <a:lnTo>
                  <a:pt x="1026" y="270"/>
                </a:lnTo>
                <a:lnTo>
                  <a:pt x="1041" y="293"/>
                </a:lnTo>
                <a:lnTo>
                  <a:pt x="1041" y="293"/>
                </a:lnTo>
                <a:lnTo>
                  <a:pt x="1056" y="313"/>
                </a:lnTo>
                <a:lnTo>
                  <a:pt x="1069" y="336"/>
                </a:lnTo>
                <a:lnTo>
                  <a:pt x="1080" y="358"/>
                </a:lnTo>
                <a:lnTo>
                  <a:pt x="1093" y="382"/>
                </a:lnTo>
                <a:lnTo>
                  <a:pt x="1103" y="407"/>
                </a:lnTo>
                <a:lnTo>
                  <a:pt x="1112" y="431"/>
                </a:lnTo>
                <a:lnTo>
                  <a:pt x="1120" y="455"/>
                </a:lnTo>
                <a:lnTo>
                  <a:pt x="1127" y="479"/>
                </a:lnTo>
                <a:lnTo>
                  <a:pt x="1133" y="506"/>
                </a:lnTo>
                <a:lnTo>
                  <a:pt x="1138" y="530"/>
                </a:lnTo>
                <a:lnTo>
                  <a:pt x="1142" y="556"/>
                </a:lnTo>
                <a:lnTo>
                  <a:pt x="1144" y="582"/>
                </a:lnTo>
                <a:lnTo>
                  <a:pt x="1146" y="608"/>
                </a:lnTo>
                <a:lnTo>
                  <a:pt x="1146" y="634"/>
                </a:lnTo>
                <a:lnTo>
                  <a:pt x="1146" y="659"/>
                </a:lnTo>
                <a:lnTo>
                  <a:pt x="1144" y="685"/>
                </a:lnTo>
                <a:lnTo>
                  <a:pt x="1144" y="685"/>
                </a:lnTo>
                <a:lnTo>
                  <a:pt x="1140" y="709"/>
                </a:lnTo>
                <a:lnTo>
                  <a:pt x="1136" y="731"/>
                </a:lnTo>
                <a:lnTo>
                  <a:pt x="1131" y="754"/>
                </a:lnTo>
                <a:lnTo>
                  <a:pt x="1125" y="774"/>
                </a:lnTo>
                <a:lnTo>
                  <a:pt x="1118" y="795"/>
                </a:lnTo>
                <a:lnTo>
                  <a:pt x="1110" y="815"/>
                </a:lnTo>
                <a:lnTo>
                  <a:pt x="1101" y="834"/>
                </a:lnTo>
                <a:lnTo>
                  <a:pt x="1092" y="853"/>
                </a:lnTo>
                <a:lnTo>
                  <a:pt x="1080" y="870"/>
                </a:lnTo>
                <a:lnTo>
                  <a:pt x="1067" y="886"/>
                </a:lnTo>
                <a:lnTo>
                  <a:pt x="1054" y="903"/>
                </a:lnTo>
                <a:lnTo>
                  <a:pt x="1041" y="918"/>
                </a:lnTo>
                <a:lnTo>
                  <a:pt x="1026" y="931"/>
                </a:lnTo>
                <a:lnTo>
                  <a:pt x="1011" y="944"/>
                </a:lnTo>
                <a:lnTo>
                  <a:pt x="995" y="957"/>
                </a:lnTo>
                <a:lnTo>
                  <a:pt x="978" y="968"/>
                </a:lnTo>
                <a:lnTo>
                  <a:pt x="978" y="968"/>
                </a:lnTo>
                <a:lnTo>
                  <a:pt x="959" y="978"/>
                </a:lnTo>
                <a:lnTo>
                  <a:pt x="940" y="987"/>
                </a:lnTo>
                <a:lnTo>
                  <a:pt x="899" y="1004"/>
                </a:lnTo>
                <a:lnTo>
                  <a:pt x="856" y="1015"/>
                </a:lnTo>
                <a:lnTo>
                  <a:pt x="810" y="1024"/>
                </a:lnTo>
                <a:lnTo>
                  <a:pt x="810" y="1024"/>
                </a:lnTo>
                <a:close/>
                <a:moveTo>
                  <a:pt x="297" y="1196"/>
                </a:moveTo>
                <a:lnTo>
                  <a:pt x="297" y="1196"/>
                </a:lnTo>
                <a:lnTo>
                  <a:pt x="304" y="1241"/>
                </a:lnTo>
                <a:lnTo>
                  <a:pt x="308" y="1288"/>
                </a:lnTo>
                <a:lnTo>
                  <a:pt x="310" y="1334"/>
                </a:lnTo>
                <a:lnTo>
                  <a:pt x="308" y="1381"/>
                </a:lnTo>
                <a:lnTo>
                  <a:pt x="304" y="1426"/>
                </a:lnTo>
                <a:lnTo>
                  <a:pt x="299" y="1444"/>
                </a:lnTo>
                <a:lnTo>
                  <a:pt x="295" y="1465"/>
                </a:lnTo>
                <a:lnTo>
                  <a:pt x="289" y="1482"/>
                </a:lnTo>
                <a:lnTo>
                  <a:pt x="282" y="1498"/>
                </a:lnTo>
                <a:lnTo>
                  <a:pt x="274" y="1513"/>
                </a:lnTo>
                <a:lnTo>
                  <a:pt x="265" y="1526"/>
                </a:lnTo>
                <a:lnTo>
                  <a:pt x="265" y="1526"/>
                </a:lnTo>
                <a:lnTo>
                  <a:pt x="252" y="1539"/>
                </a:lnTo>
                <a:lnTo>
                  <a:pt x="237" y="1549"/>
                </a:lnTo>
                <a:lnTo>
                  <a:pt x="220" y="1554"/>
                </a:lnTo>
                <a:lnTo>
                  <a:pt x="202" y="1556"/>
                </a:lnTo>
                <a:lnTo>
                  <a:pt x="202" y="1556"/>
                </a:lnTo>
                <a:lnTo>
                  <a:pt x="202" y="1556"/>
                </a:lnTo>
                <a:lnTo>
                  <a:pt x="179" y="1554"/>
                </a:lnTo>
                <a:lnTo>
                  <a:pt x="179" y="1554"/>
                </a:lnTo>
                <a:lnTo>
                  <a:pt x="155" y="1547"/>
                </a:lnTo>
                <a:lnTo>
                  <a:pt x="146" y="1543"/>
                </a:lnTo>
                <a:lnTo>
                  <a:pt x="136" y="1538"/>
                </a:lnTo>
                <a:lnTo>
                  <a:pt x="127" y="1532"/>
                </a:lnTo>
                <a:lnTo>
                  <a:pt x="119" y="1526"/>
                </a:lnTo>
                <a:lnTo>
                  <a:pt x="112" y="1519"/>
                </a:lnTo>
                <a:lnTo>
                  <a:pt x="106" y="1510"/>
                </a:lnTo>
                <a:lnTo>
                  <a:pt x="106" y="1510"/>
                </a:lnTo>
                <a:lnTo>
                  <a:pt x="99" y="1495"/>
                </a:lnTo>
                <a:lnTo>
                  <a:pt x="95" y="1476"/>
                </a:lnTo>
                <a:lnTo>
                  <a:pt x="91" y="1459"/>
                </a:lnTo>
                <a:lnTo>
                  <a:pt x="91" y="1439"/>
                </a:lnTo>
                <a:lnTo>
                  <a:pt x="93" y="1420"/>
                </a:lnTo>
                <a:lnTo>
                  <a:pt x="95" y="1400"/>
                </a:lnTo>
                <a:lnTo>
                  <a:pt x="99" y="1381"/>
                </a:lnTo>
                <a:lnTo>
                  <a:pt x="105" y="1364"/>
                </a:lnTo>
                <a:lnTo>
                  <a:pt x="105" y="1364"/>
                </a:lnTo>
                <a:lnTo>
                  <a:pt x="131" y="1273"/>
                </a:lnTo>
                <a:lnTo>
                  <a:pt x="131" y="1273"/>
                </a:lnTo>
                <a:lnTo>
                  <a:pt x="162" y="1174"/>
                </a:lnTo>
                <a:lnTo>
                  <a:pt x="162" y="1174"/>
                </a:lnTo>
                <a:lnTo>
                  <a:pt x="164" y="1161"/>
                </a:lnTo>
                <a:lnTo>
                  <a:pt x="162" y="1148"/>
                </a:lnTo>
                <a:lnTo>
                  <a:pt x="157" y="1136"/>
                </a:lnTo>
                <a:lnTo>
                  <a:pt x="147" y="1127"/>
                </a:lnTo>
                <a:lnTo>
                  <a:pt x="147" y="1127"/>
                </a:lnTo>
                <a:lnTo>
                  <a:pt x="133" y="1114"/>
                </a:lnTo>
                <a:lnTo>
                  <a:pt x="119" y="1099"/>
                </a:lnTo>
                <a:lnTo>
                  <a:pt x="119" y="1099"/>
                </a:lnTo>
                <a:lnTo>
                  <a:pt x="110" y="1086"/>
                </a:lnTo>
                <a:lnTo>
                  <a:pt x="101" y="1073"/>
                </a:lnTo>
                <a:lnTo>
                  <a:pt x="95" y="1058"/>
                </a:lnTo>
                <a:lnTo>
                  <a:pt x="90" y="1041"/>
                </a:lnTo>
                <a:lnTo>
                  <a:pt x="86" y="1026"/>
                </a:lnTo>
                <a:lnTo>
                  <a:pt x="84" y="1009"/>
                </a:lnTo>
                <a:lnTo>
                  <a:pt x="84" y="993"/>
                </a:lnTo>
                <a:lnTo>
                  <a:pt x="84" y="976"/>
                </a:lnTo>
                <a:lnTo>
                  <a:pt x="84" y="976"/>
                </a:lnTo>
                <a:lnTo>
                  <a:pt x="88" y="959"/>
                </a:lnTo>
                <a:lnTo>
                  <a:pt x="91" y="944"/>
                </a:lnTo>
                <a:lnTo>
                  <a:pt x="97" y="929"/>
                </a:lnTo>
                <a:lnTo>
                  <a:pt x="105" y="914"/>
                </a:lnTo>
                <a:lnTo>
                  <a:pt x="114" y="899"/>
                </a:lnTo>
                <a:lnTo>
                  <a:pt x="123" y="886"/>
                </a:lnTo>
                <a:lnTo>
                  <a:pt x="134" y="875"/>
                </a:lnTo>
                <a:lnTo>
                  <a:pt x="147" y="864"/>
                </a:lnTo>
                <a:lnTo>
                  <a:pt x="147" y="864"/>
                </a:lnTo>
                <a:lnTo>
                  <a:pt x="159" y="856"/>
                </a:lnTo>
                <a:lnTo>
                  <a:pt x="172" y="849"/>
                </a:lnTo>
                <a:lnTo>
                  <a:pt x="183" y="842"/>
                </a:lnTo>
                <a:lnTo>
                  <a:pt x="196" y="838"/>
                </a:lnTo>
                <a:lnTo>
                  <a:pt x="209" y="832"/>
                </a:lnTo>
                <a:lnTo>
                  <a:pt x="224" y="830"/>
                </a:lnTo>
                <a:lnTo>
                  <a:pt x="237" y="828"/>
                </a:lnTo>
                <a:lnTo>
                  <a:pt x="252" y="828"/>
                </a:lnTo>
                <a:lnTo>
                  <a:pt x="252" y="828"/>
                </a:lnTo>
                <a:lnTo>
                  <a:pt x="271" y="828"/>
                </a:lnTo>
                <a:lnTo>
                  <a:pt x="289" y="832"/>
                </a:lnTo>
                <a:lnTo>
                  <a:pt x="308" y="838"/>
                </a:lnTo>
                <a:lnTo>
                  <a:pt x="325" y="845"/>
                </a:lnTo>
                <a:lnTo>
                  <a:pt x="341" y="855"/>
                </a:lnTo>
                <a:lnTo>
                  <a:pt x="356" y="864"/>
                </a:lnTo>
                <a:lnTo>
                  <a:pt x="371" y="877"/>
                </a:lnTo>
                <a:lnTo>
                  <a:pt x="384" y="892"/>
                </a:lnTo>
                <a:lnTo>
                  <a:pt x="384" y="892"/>
                </a:lnTo>
                <a:lnTo>
                  <a:pt x="394" y="905"/>
                </a:lnTo>
                <a:lnTo>
                  <a:pt x="401" y="920"/>
                </a:lnTo>
                <a:lnTo>
                  <a:pt x="409" y="935"/>
                </a:lnTo>
                <a:lnTo>
                  <a:pt x="414" y="950"/>
                </a:lnTo>
                <a:lnTo>
                  <a:pt x="416" y="967"/>
                </a:lnTo>
                <a:lnTo>
                  <a:pt x="420" y="983"/>
                </a:lnTo>
                <a:lnTo>
                  <a:pt x="420" y="998"/>
                </a:lnTo>
                <a:lnTo>
                  <a:pt x="418" y="1015"/>
                </a:lnTo>
                <a:lnTo>
                  <a:pt x="418" y="1015"/>
                </a:lnTo>
                <a:lnTo>
                  <a:pt x="416" y="1032"/>
                </a:lnTo>
                <a:lnTo>
                  <a:pt x="411" y="1049"/>
                </a:lnTo>
                <a:lnTo>
                  <a:pt x="405" y="1064"/>
                </a:lnTo>
                <a:lnTo>
                  <a:pt x="397" y="1079"/>
                </a:lnTo>
                <a:lnTo>
                  <a:pt x="390" y="1092"/>
                </a:lnTo>
                <a:lnTo>
                  <a:pt x="379" y="1105"/>
                </a:lnTo>
                <a:lnTo>
                  <a:pt x="368" y="1118"/>
                </a:lnTo>
                <a:lnTo>
                  <a:pt x="356" y="1127"/>
                </a:lnTo>
                <a:lnTo>
                  <a:pt x="356" y="1127"/>
                </a:lnTo>
                <a:lnTo>
                  <a:pt x="340" y="1140"/>
                </a:lnTo>
                <a:lnTo>
                  <a:pt x="321" y="1149"/>
                </a:lnTo>
                <a:lnTo>
                  <a:pt x="321" y="1149"/>
                </a:lnTo>
                <a:lnTo>
                  <a:pt x="313" y="1153"/>
                </a:lnTo>
                <a:lnTo>
                  <a:pt x="308" y="1157"/>
                </a:lnTo>
                <a:lnTo>
                  <a:pt x="304" y="1163"/>
                </a:lnTo>
                <a:lnTo>
                  <a:pt x="300" y="1168"/>
                </a:lnTo>
                <a:lnTo>
                  <a:pt x="297" y="1176"/>
                </a:lnTo>
                <a:lnTo>
                  <a:pt x="297" y="1181"/>
                </a:lnTo>
                <a:lnTo>
                  <a:pt x="295" y="1189"/>
                </a:lnTo>
                <a:lnTo>
                  <a:pt x="297" y="1196"/>
                </a:lnTo>
                <a:lnTo>
                  <a:pt x="297" y="1196"/>
                </a:lnTo>
                <a:close/>
                <a:moveTo>
                  <a:pt x="384" y="1211"/>
                </a:moveTo>
                <a:lnTo>
                  <a:pt x="384" y="1211"/>
                </a:lnTo>
                <a:lnTo>
                  <a:pt x="407" y="1194"/>
                </a:lnTo>
                <a:lnTo>
                  <a:pt x="407" y="1194"/>
                </a:lnTo>
                <a:lnTo>
                  <a:pt x="427" y="1176"/>
                </a:lnTo>
                <a:lnTo>
                  <a:pt x="427" y="1176"/>
                </a:lnTo>
                <a:lnTo>
                  <a:pt x="409" y="1215"/>
                </a:lnTo>
                <a:lnTo>
                  <a:pt x="390" y="1256"/>
                </a:lnTo>
                <a:lnTo>
                  <a:pt x="390" y="1256"/>
                </a:lnTo>
                <a:lnTo>
                  <a:pt x="384" y="1211"/>
                </a:lnTo>
                <a:lnTo>
                  <a:pt x="384" y="1211"/>
                </a:lnTo>
                <a:close/>
                <a:moveTo>
                  <a:pt x="606" y="2469"/>
                </a:moveTo>
                <a:lnTo>
                  <a:pt x="606" y="2469"/>
                </a:lnTo>
                <a:lnTo>
                  <a:pt x="605" y="2575"/>
                </a:lnTo>
                <a:lnTo>
                  <a:pt x="603" y="2682"/>
                </a:lnTo>
                <a:lnTo>
                  <a:pt x="603" y="2682"/>
                </a:lnTo>
                <a:lnTo>
                  <a:pt x="599" y="2700"/>
                </a:lnTo>
                <a:lnTo>
                  <a:pt x="599" y="2700"/>
                </a:lnTo>
                <a:lnTo>
                  <a:pt x="593" y="2670"/>
                </a:lnTo>
                <a:lnTo>
                  <a:pt x="593" y="2670"/>
                </a:lnTo>
                <a:lnTo>
                  <a:pt x="590" y="2648"/>
                </a:lnTo>
                <a:lnTo>
                  <a:pt x="586" y="2620"/>
                </a:lnTo>
                <a:lnTo>
                  <a:pt x="582" y="2558"/>
                </a:lnTo>
                <a:lnTo>
                  <a:pt x="582" y="2488"/>
                </a:lnTo>
                <a:lnTo>
                  <a:pt x="582" y="2409"/>
                </a:lnTo>
                <a:lnTo>
                  <a:pt x="586" y="2331"/>
                </a:lnTo>
                <a:lnTo>
                  <a:pt x="590" y="2256"/>
                </a:lnTo>
                <a:lnTo>
                  <a:pt x="597" y="2187"/>
                </a:lnTo>
                <a:lnTo>
                  <a:pt x="605" y="2131"/>
                </a:lnTo>
                <a:lnTo>
                  <a:pt x="605" y="2131"/>
                </a:lnTo>
                <a:lnTo>
                  <a:pt x="608" y="2163"/>
                </a:lnTo>
                <a:lnTo>
                  <a:pt x="610" y="2202"/>
                </a:lnTo>
                <a:lnTo>
                  <a:pt x="610" y="2290"/>
                </a:lnTo>
                <a:lnTo>
                  <a:pt x="610" y="2381"/>
                </a:lnTo>
                <a:lnTo>
                  <a:pt x="606" y="2469"/>
                </a:lnTo>
                <a:lnTo>
                  <a:pt x="606" y="246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0" name="任意多边形 89"/>
          <p:cNvSpPr/>
          <p:nvPr>
            <p:custDataLst>
              <p:tags r:id="rId22"/>
            </p:custDataLst>
          </p:nvPr>
        </p:nvSpPr>
        <p:spPr bwMode="auto">
          <a:xfrm flipH="1">
            <a:off x="8096365" y="3147757"/>
            <a:ext cx="159434" cy="222069"/>
          </a:xfrm>
          <a:custGeom>
            <a:avLst/>
            <a:gdLst>
              <a:gd name="T0" fmla="*/ 6 w 280"/>
              <a:gd name="T1" fmla="*/ 71 h 390"/>
              <a:gd name="T2" fmla="*/ 6 w 280"/>
              <a:gd name="T3" fmla="*/ 75 h 390"/>
              <a:gd name="T4" fmla="*/ 30 w 280"/>
              <a:gd name="T5" fmla="*/ 205 h 390"/>
              <a:gd name="T6" fmla="*/ 53 w 280"/>
              <a:gd name="T7" fmla="*/ 355 h 390"/>
              <a:gd name="T8" fmla="*/ 54 w 280"/>
              <a:gd name="T9" fmla="*/ 362 h 390"/>
              <a:gd name="T10" fmla="*/ 64 w 280"/>
              <a:gd name="T11" fmla="*/ 379 h 390"/>
              <a:gd name="T12" fmla="*/ 71 w 280"/>
              <a:gd name="T13" fmla="*/ 385 h 390"/>
              <a:gd name="T14" fmla="*/ 94 w 280"/>
              <a:gd name="T15" fmla="*/ 390 h 390"/>
              <a:gd name="T16" fmla="*/ 107 w 280"/>
              <a:gd name="T17" fmla="*/ 388 h 390"/>
              <a:gd name="T18" fmla="*/ 133 w 280"/>
              <a:gd name="T19" fmla="*/ 379 h 390"/>
              <a:gd name="T20" fmla="*/ 176 w 280"/>
              <a:gd name="T21" fmla="*/ 360 h 390"/>
              <a:gd name="T22" fmla="*/ 211 w 280"/>
              <a:gd name="T23" fmla="*/ 338 h 390"/>
              <a:gd name="T24" fmla="*/ 237 w 280"/>
              <a:gd name="T25" fmla="*/ 315 h 390"/>
              <a:gd name="T26" fmla="*/ 256 w 280"/>
              <a:gd name="T27" fmla="*/ 293 h 390"/>
              <a:gd name="T28" fmla="*/ 269 w 280"/>
              <a:gd name="T29" fmla="*/ 271 h 390"/>
              <a:gd name="T30" fmla="*/ 278 w 280"/>
              <a:gd name="T31" fmla="*/ 239 h 390"/>
              <a:gd name="T32" fmla="*/ 280 w 280"/>
              <a:gd name="T33" fmla="*/ 218 h 390"/>
              <a:gd name="T34" fmla="*/ 275 w 280"/>
              <a:gd name="T35" fmla="*/ 179 h 390"/>
              <a:gd name="T36" fmla="*/ 263 w 280"/>
              <a:gd name="T37" fmla="*/ 144 h 390"/>
              <a:gd name="T38" fmla="*/ 245 w 280"/>
              <a:gd name="T39" fmla="*/ 110 h 390"/>
              <a:gd name="T40" fmla="*/ 219 w 280"/>
              <a:gd name="T41" fmla="*/ 80 h 390"/>
              <a:gd name="T42" fmla="*/ 187 w 280"/>
              <a:gd name="T43" fmla="*/ 54 h 390"/>
              <a:gd name="T44" fmla="*/ 148 w 280"/>
              <a:gd name="T45" fmla="*/ 32 h 390"/>
              <a:gd name="T46" fmla="*/ 103 w 280"/>
              <a:gd name="T47" fmla="*/ 15 h 390"/>
              <a:gd name="T48" fmla="*/ 51 w 280"/>
              <a:gd name="T49" fmla="*/ 2 h 390"/>
              <a:gd name="T50" fmla="*/ 41 w 280"/>
              <a:gd name="T51" fmla="*/ 0 h 390"/>
              <a:gd name="T52" fmla="*/ 21 w 280"/>
              <a:gd name="T53" fmla="*/ 6 h 390"/>
              <a:gd name="T54" fmla="*/ 13 w 280"/>
              <a:gd name="T55" fmla="*/ 13 h 390"/>
              <a:gd name="T56" fmla="*/ 2 w 280"/>
              <a:gd name="T57" fmla="*/ 30 h 390"/>
              <a:gd name="T58" fmla="*/ 2 w 280"/>
              <a:gd name="T59" fmla="*/ 50 h 390"/>
              <a:gd name="T60" fmla="*/ 6 w 280"/>
              <a:gd name="T61" fmla="*/ 71 h 390"/>
              <a:gd name="T62" fmla="*/ 129 w 280"/>
              <a:gd name="T63" fmla="*/ 289 h 390"/>
              <a:gd name="T64" fmla="*/ 114 w 280"/>
              <a:gd name="T65" fmla="*/ 192 h 390"/>
              <a:gd name="T66" fmla="*/ 97 w 280"/>
              <a:gd name="T67" fmla="*/ 103 h 390"/>
              <a:gd name="T68" fmla="*/ 140 w 280"/>
              <a:gd name="T69" fmla="*/ 123 h 390"/>
              <a:gd name="T70" fmla="*/ 170 w 280"/>
              <a:gd name="T71" fmla="*/ 151 h 390"/>
              <a:gd name="T72" fmla="*/ 189 w 280"/>
              <a:gd name="T73" fmla="*/ 183 h 390"/>
              <a:gd name="T74" fmla="*/ 196 w 280"/>
              <a:gd name="T75" fmla="*/ 220 h 390"/>
              <a:gd name="T76" fmla="*/ 194 w 280"/>
              <a:gd name="T77" fmla="*/ 231 h 390"/>
              <a:gd name="T78" fmla="*/ 183 w 280"/>
              <a:gd name="T79" fmla="*/ 252 h 390"/>
              <a:gd name="T80" fmla="*/ 165 w 280"/>
              <a:gd name="T81" fmla="*/ 269 h 390"/>
              <a:gd name="T82" fmla="*/ 129 w 280"/>
              <a:gd name="T83" fmla="*/ 289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80" h="390">
                <a:moveTo>
                  <a:pt x="6" y="71"/>
                </a:moveTo>
                <a:lnTo>
                  <a:pt x="6" y="71"/>
                </a:lnTo>
                <a:lnTo>
                  <a:pt x="6" y="75"/>
                </a:lnTo>
                <a:lnTo>
                  <a:pt x="6" y="75"/>
                </a:lnTo>
                <a:lnTo>
                  <a:pt x="19" y="136"/>
                </a:lnTo>
                <a:lnTo>
                  <a:pt x="30" y="205"/>
                </a:lnTo>
                <a:lnTo>
                  <a:pt x="41" y="276"/>
                </a:lnTo>
                <a:lnTo>
                  <a:pt x="53" y="355"/>
                </a:lnTo>
                <a:lnTo>
                  <a:pt x="53" y="355"/>
                </a:lnTo>
                <a:lnTo>
                  <a:pt x="54" y="362"/>
                </a:lnTo>
                <a:lnTo>
                  <a:pt x="58" y="371"/>
                </a:lnTo>
                <a:lnTo>
                  <a:pt x="64" y="379"/>
                </a:lnTo>
                <a:lnTo>
                  <a:pt x="71" y="385"/>
                </a:lnTo>
                <a:lnTo>
                  <a:pt x="71" y="385"/>
                </a:lnTo>
                <a:lnTo>
                  <a:pt x="82" y="388"/>
                </a:lnTo>
                <a:lnTo>
                  <a:pt x="94" y="390"/>
                </a:lnTo>
                <a:lnTo>
                  <a:pt x="94" y="390"/>
                </a:lnTo>
                <a:lnTo>
                  <a:pt x="107" y="388"/>
                </a:lnTo>
                <a:lnTo>
                  <a:pt x="107" y="388"/>
                </a:lnTo>
                <a:lnTo>
                  <a:pt x="133" y="379"/>
                </a:lnTo>
                <a:lnTo>
                  <a:pt x="155" y="370"/>
                </a:lnTo>
                <a:lnTo>
                  <a:pt x="176" y="360"/>
                </a:lnTo>
                <a:lnTo>
                  <a:pt x="194" y="349"/>
                </a:lnTo>
                <a:lnTo>
                  <a:pt x="211" y="338"/>
                </a:lnTo>
                <a:lnTo>
                  <a:pt x="226" y="327"/>
                </a:lnTo>
                <a:lnTo>
                  <a:pt x="237" y="315"/>
                </a:lnTo>
                <a:lnTo>
                  <a:pt x="249" y="304"/>
                </a:lnTo>
                <a:lnTo>
                  <a:pt x="256" y="293"/>
                </a:lnTo>
                <a:lnTo>
                  <a:pt x="263" y="282"/>
                </a:lnTo>
                <a:lnTo>
                  <a:pt x="269" y="271"/>
                </a:lnTo>
                <a:lnTo>
                  <a:pt x="273" y="259"/>
                </a:lnTo>
                <a:lnTo>
                  <a:pt x="278" y="239"/>
                </a:lnTo>
                <a:lnTo>
                  <a:pt x="280" y="218"/>
                </a:lnTo>
                <a:lnTo>
                  <a:pt x="280" y="218"/>
                </a:lnTo>
                <a:lnTo>
                  <a:pt x="278" y="200"/>
                </a:lnTo>
                <a:lnTo>
                  <a:pt x="275" y="179"/>
                </a:lnTo>
                <a:lnTo>
                  <a:pt x="271" y="161"/>
                </a:lnTo>
                <a:lnTo>
                  <a:pt x="263" y="144"/>
                </a:lnTo>
                <a:lnTo>
                  <a:pt x="254" y="125"/>
                </a:lnTo>
                <a:lnTo>
                  <a:pt x="245" y="110"/>
                </a:lnTo>
                <a:lnTo>
                  <a:pt x="234" y="95"/>
                </a:lnTo>
                <a:lnTo>
                  <a:pt x="219" y="80"/>
                </a:lnTo>
                <a:lnTo>
                  <a:pt x="204" y="67"/>
                </a:lnTo>
                <a:lnTo>
                  <a:pt x="187" y="54"/>
                </a:lnTo>
                <a:lnTo>
                  <a:pt x="168" y="43"/>
                </a:lnTo>
                <a:lnTo>
                  <a:pt x="148" y="32"/>
                </a:lnTo>
                <a:lnTo>
                  <a:pt x="125" y="22"/>
                </a:lnTo>
                <a:lnTo>
                  <a:pt x="103" y="15"/>
                </a:lnTo>
                <a:lnTo>
                  <a:pt x="79" y="8"/>
                </a:lnTo>
                <a:lnTo>
                  <a:pt x="51" y="2"/>
                </a:lnTo>
                <a:lnTo>
                  <a:pt x="51" y="2"/>
                </a:lnTo>
                <a:lnTo>
                  <a:pt x="41" y="0"/>
                </a:lnTo>
                <a:lnTo>
                  <a:pt x="30" y="2"/>
                </a:lnTo>
                <a:lnTo>
                  <a:pt x="21" y="6"/>
                </a:lnTo>
                <a:lnTo>
                  <a:pt x="13" y="13"/>
                </a:lnTo>
                <a:lnTo>
                  <a:pt x="13" y="13"/>
                </a:lnTo>
                <a:lnTo>
                  <a:pt x="8" y="21"/>
                </a:lnTo>
                <a:lnTo>
                  <a:pt x="2" y="30"/>
                </a:lnTo>
                <a:lnTo>
                  <a:pt x="0" y="39"/>
                </a:lnTo>
                <a:lnTo>
                  <a:pt x="2" y="50"/>
                </a:lnTo>
                <a:lnTo>
                  <a:pt x="2" y="50"/>
                </a:lnTo>
                <a:lnTo>
                  <a:pt x="6" y="71"/>
                </a:lnTo>
                <a:lnTo>
                  <a:pt x="6" y="71"/>
                </a:lnTo>
                <a:close/>
                <a:moveTo>
                  <a:pt x="129" y="289"/>
                </a:moveTo>
                <a:lnTo>
                  <a:pt x="129" y="289"/>
                </a:lnTo>
                <a:lnTo>
                  <a:pt x="114" y="192"/>
                </a:lnTo>
                <a:lnTo>
                  <a:pt x="97" y="103"/>
                </a:lnTo>
                <a:lnTo>
                  <a:pt x="97" y="103"/>
                </a:lnTo>
                <a:lnTo>
                  <a:pt x="120" y="112"/>
                </a:lnTo>
                <a:lnTo>
                  <a:pt x="140" y="123"/>
                </a:lnTo>
                <a:lnTo>
                  <a:pt x="157" y="136"/>
                </a:lnTo>
                <a:lnTo>
                  <a:pt x="170" y="151"/>
                </a:lnTo>
                <a:lnTo>
                  <a:pt x="181" y="166"/>
                </a:lnTo>
                <a:lnTo>
                  <a:pt x="189" y="183"/>
                </a:lnTo>
                <a:lnTo>
                  <a:pt x="194" y="202"/>
                </a:lnTo>
                <a:lnTo>
                  <a:pt x="196" y="220"/>
                </a:lnTo>
                <a:lnTo>
                  <a:pt x="196" y="220"/>
                </a:lnTo>
                <a:lnTo>
                  <a:pt x="194" y="231"/>
                </a:lnTo>
                <a:lnTo>
                  <a:pt x="191" y="241"/>
                </a:lnTo>
                <a:lnTo>
                  <a:pt x="183" y="252"/>
                </a:lnTo>
                <a:lnTo>
                  <a:pt x="174" y="259"/>
                </a:lnTo>
                <a:lnTo>
                  <a:pt x="165" y="269"/>
                </a:lnTo>
                <a:lnTo>
                  <a:pt x="153" y="276"/>
                </a:lnTo>
                <a:lnTo>
                  <a:pt x="129" y="289"/>
                </a:lnTo>
                <a:lnTo>
                  <a:pt x="129" y="2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1" name="任意多边形 90"/>
          <p:cNvSpPr/>
          <p:nvPr>
            <p:custDataLst>
              <p:tags r:id="rId23"/>
            </p:custDataLst>
          </p:nvPr>
        </p:nvSpPr>
        <p:spPr bwMode="auto">
          <a:xfrm flipH="1">
            <a:off x="8472175" y="2605681"/>
            <a:ext cx="72884" cy="116159"/>
          </a:xfrm>
          <a:custGeom>
            <a:avLst/>
            <a:gdLst>
              <a:gd name="T0" fmla="*/ 71 w 127"/>
              <a:gd name="T1" fmla="*/ 0 h 204"/>
              <a:gd name="T2" fmla="*/ 71 w 127"/>
              <a:gd name="T3" fmla="*/ 0 h 204"/>
              <a:gd name="T4" fmla="*/ 58 w 127"/>
              <a:gd name="T5" fmla="*/ 0 h 204"/>
              <a:gd name="T6" fmla="*/ 46 w 127"/>
              <a:gd name="T7" fmla="*/ 4 h 204"/>
              <a:gd name="T8" fmla="*/ 35 w 127"/>
              <a:gd name="T9" fmla="*/ 10 h 204"/>
              <a:gd name="T10" fmla="*/ 26 w 127"/>
              <a:gd name="T11" fmla="*/ 15 h 204"/>
              <a:gd name="T12" fmla="*/ 18 w 127"/>
              <a:gd name="T13" fmla="*/ 25 h 204"/>
              <a:gd name="T14" fmla="*/ 11 w 127"/>
              <a:gd name="T15" fmla="*/ 34 h 204"/>
              <a:gd name="T16" fmla="*/ 7 w 127"/>
              <a:gd name="T17" fmla="*/ 47 h 204"/>
              <a:gd name="T18" fmla="*/ 5 w 127"/>
              <a:gd name="T19" fmla="*/ 58 h 204"/>
              <a:gd name="T20" fmla="*/ 0 w 127"/>
              <a:gd name="T21" fmla="*/ 137 h 204"/>
              <a:gd name="T22" fmla="*/ 0 w 127"/>
              <a:gd name="T23" fmla="*/ 137 h 204"/>
              <a:gd name="T24" fmla="*/ 0 w 127"/>
              <a:gd name="T25" fmla="*/ 150 h 204"/>
              <a:gd name="T26" fmla="*/ 2 w 127"/>
              <a:gd name="T27" fmla="*/ 161 h 204"/>
              <a:gd name="T28" fmla="*/ 7 w 127"/>
              <a:gd name="T29" fmla="*/ 172 h 204"/>
              <a:gd name="T30" fmla="*/ 13 w 127"/>
              <a:gd name="T31" fmla="*/ 181 h 204"/>
              <a:gd name="T32" fmla="*/ 22 w 127"/>
              <a:gd name="T33" fmla="*/ 191 h 204"/>
              <a:gd name="T34" fmla="*/ 32 w 127"/>
              <a:gd name="T35" fmla="*/ 196 h 204"/>
              <a:gd name="T36" fmla="*/ 43 w 127"/>
              <a:gd name="T37" fmla="*/ 202 h 204"/>
              <a:gd name="T38" fmla="*/ 56 w 127"/>
              <a:gd name="T39" fmla="*/ 204 h 204"/>
              <a:gd name="T40" fmla="*/ 56 w 127"/>
              <a:gd name="T41" fmla="*/ 204 h 204"/>
              <a:gd name="T42" fmla="*/ 69 w 127"/>
              <a:gd name="T43" fmla="*/ 204 h 204"/>
              <a:gd name="T44" fmla="*/ 80 w 127"/>
              <a:gd name="T45" fmla="*/ 200 h 204"/>
              <a:gd name="T46" fmla="*/ 91 w 127"/>
              <a:gd name="T47" fmla="*/ 194 h 204"/>
              <a:gd name="T48" fmla="*/ 101 w 127"/>
              <a:gd name="T49" fmla="*/ 189 h 204"/>
              <a:gd name="T50" fmla="*/ 108 w 127"/>
              <a:gd name="T51" fmla="*/ 179 h 204"/>
              <a:gd name="T52" fmla="*/ 114 w 127"/>
              <a:gd name="T53" fmla="*/ 170 h 204"/>
              <a:gd name="T54" fmla="*/ 119 w 127"/>
              <a:gd name="T55" fmla="*/ 157 h 204"/>
              <a:gd name="T56" fmla="*/ 121 w 127"/>
              <a:gd name="T57" fmla="*/ 146 h 204"/>
              <a:gd name="T58" fmla="*/ 127 w 127"/>
              <a:gd name="T59" fmla="*/ 68 h 204"/>
              <a:gd name="T60" fmla="*/ 127 w 127"/>
              <a:gd name="T61" fmla="*/ 68 h 204"/>
              <a:gd name="T62" fmla="*/ 127 w 127"/>
              <a:gd name="T63" fmla="*/ 54 h 204"/>
              <a:gd name="T64" fmla="*/ 123 w 127"/>
              <a:gd name="T65" fmla="*/ 43 h 204"/>
              <a:gd name="T66" fmla="*/ 119 w 127"/>
              <a:gd name="T67" fmla="*/ 32 h 204"/>
              <a:gd name="T68" fmla="*/ 112 w 127"/>
              <a:gd name="T69" fmla="*/ 23 h 204"/>
              <a:gd name="T70" fmla="*/ 104 w 127"/>
              <a:gd name="T71" fmla="*/ 13 h 204"/>
              <a:gd name="T72" fmla="*/ 95 w 127"/>
              <a:gd name="T73" fmla="*/ 8 h 204"/>
              <a:gd name="T74" fmla="*/ 84 w 127"/>
              <a:gd name="T75" fmla="*/ 2 h 204"/>
              <a:gd name="T76" fmla="*/ 71 w 127"/>
              <a:gd name="T77" fmla="*/ 0 h 204"/>
              <a:gd name="T78" fmla="*/ 71 w 127"/>
              <a:gd name="T79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7" h="204">
                <a:moveTo>
                  <a:pt x="71" y="0"/>
                </a:moveTo>
                <a:lnTo>
                  <a:pt x="71" y="0"/>
                </a:lnTo>
                <a:lnTo>
                  <a:pt x="58" y="0"/>
                </a:lnTo>
                <a:lnTo>
                  <a:pt x="46" y="4"/>
                </a:lnTo>
                <a:lnTo>
                  <a:pt x="35" y="10"/>
                </a:lnTo>
                <a:lnTo>
                  <a:pt x="26" y="15"/>
                </a:lnTo>
                <a:lnTo>
                  <a:pt x="18" y="25"/>
                </a:lnTo>
                <a:lnTo>
                  <a:pt x="11" y="34"/>
                </a:lnTo>
                <a:lnTo>
                  <a:pt x="7" y="47"/>
                </a:lnTo>
                <a:lnTo>
                  <a:pt x="5" y="58"/>
                </a:lnTo>
                <a:lnTo>
                  <a:pt x="0" y="137"/>
                </a:lnTo>
                <a:lnTo>
                  <a:pt x="0" y="137"/>
                </a:lnTo>
                <a:lnTo>
                  <a:pt x="0" y="150"/>
                </a:lnTo>
                <a:lnTo>
                  <a:pt x="2" y="161"/>
                </a:lnTo>
                <a:lnTo>
                  <a:pt x="7" y="172"/>
                </a:lnTo>
                <a:lnTo>
                  <a:pt x="13" y="181"/>
                </a:lnTo>
                <a:lnTo>
                  <a:pt x="22" y="191"/>
                </a:lnTo>
                <a:lnTo>
                  <a:pt x="32" y="196"/>
                </a:lnTo>
                <a:lnTo>
                  <a:pt x="43" y="202"/>
                </a:lnTo>
                <a:lnTo>
                  <a:pt x="56" y="204"/>
                </a:lnTo>
                <a:lnTo>
                  <a:pt x="56" y="204"/>
                </a:lnTo>
                <a:lnTo>
                  <a:pt x="69" y="204"/>
                </a:lnTo>
                <a:lnTo>
                  <a:pt x="80" y="200"/>
                </a:lnTo>
                <a:lnTo>
                  <a:pt x="91" y="194"/>
                </a:lnTo>
                <a:lnTo>
                  <a:pt x="101" y="189"/>
                </a:lnTo>
                <a:lnTo>
                  <a:pt x="108" y="179"/>
                </a:lnTo>
                <a:lnTo>
                  <a:pt x="114" y="170"/>
                </a:lnTo>
                <a:lnTo>
                  <a:pt x="119" y="157"/>
                </a:lnTo>
                <a:lnTo>
                  <a:pt x="121" y="146"/>
                </a:lnTo>
                <a:lnTo>
                  <a:pt x="127" y="68"/>
                </a:lnTo>
                <a:lnTo>
                  <a:pt x="127" y="68"/>
                </a:lnTo>
                <a:lnTo>
                  <a:pt x="127" y="54"/>
                </a:lnTo>
                <a:lnTo>
                  <a:pt x="123" y="43"/>
                </a:lnTo>
                <a:lnTo>
                  <a:pt x="119" y="32"/>
                </a:lnTo>
                <a:lnTo>
                  <a:pt x="112" y="23"/>
                </a:lnTo>
                <a:lnTo>
                  <a:pt x="104" y="13"/>
                </a:lnTo>
                <a:lnTo>
                  <a:pt x="95" y="8"/>
                </a:lnTo>
                <a:lnTo>
                  <a:pt x="84" y="2"/>
                </a:lnTo>
                <a:lnTo>
                  <a:pt x="71" y="0"/>
                </a:lnTo>
                <a:lnTo>
                  <a:pt x="7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2" name="任意多边形 91"/>
          <p:cNvSpPr/>
          <p:nvPr>
            <p:custDataLst>
              <p:tags r:id="rId24"/>
            </p:custDataLst>
          </p:nvPr>
        </p:nvSpPr>
        <p:spPr bwMode="auto">
          <a:xfrm flipH="1">
            <a:off x="8195443" y="2605681"/>
            <a:ext cx="71746" cy="116159"/>
          </a:xfrm>
          <a:custGeom>
            <a:avLst/>
            <a:gdLst>
              <a:gd name="T0" fmla="*/ 56 w 127"/>
              <a:gd name="T1" fmla="*/ 0 h 204"/>
              <a:gd name="T2" fmla="*/ 56 w 127"/>
              <a:gd name="T3" fmla="*/ 0 h 204"/>
              <a:gd name="T4" fmla="*/ 43 w 127"/>
              <a:gd name="T5" fmla="*/ 2 h 204"/>
              <a:gd name="T6" fmla="*/ 32 w 127"/>
              <a:gd name="T7" fmla="*/ 8 h 204"/>
              <a:gd name="T8" fmla="*/ 22 w 127"/>
              <a:gd name="T9" fmla="*/ 13 h 204"/>
              <a:gd name="T10" fmla="*/ 13 w 127"/>
              <a:gd name="T11" fmla="*/ 23 h 204"/>
              <a:gd name="T12" fmla="*/ 7 w 127"/>
              <a:gd name="T13" fmla="*/ 32 h 204"/>
              <a:gd name="T14" fmla="*/ 4 w 127"/>
              <a:gd name="T15" fmla="*/ 43 h 204"/>
              <a:gd name="T16" fmla="*/ 0 w 127"/>
              <a:gd name="T17" fmla="*/ 54 h 204"/>
              <a:gd name="T18" fmla="*/ 0 w 127"/>
              <a:gd name="T19" fmla="*/ 68 h 204"/>
              <a:gd name="T20" fmla="*/ 5 w 127"/>
              <a:gd name="T21" fmla="*/ 146 h 204"/>
              <a:gd name="T22" fmla="*/ 5 w 127"/>
              <a:gd name="T23" fmla="*/ 146 h 204"/>
              <a:gd name="T24" fmla="*/ 7 w 127"/>
              <a:gd name="T25" fmla="*/ 157 h 204"/>
              <a:gd name="T26" fmla="*/ 13 w 127"/>
              <a:gd name="T27" fmla="*/ 170 h 204"/>
              <a:gd name="T28" fmla="*/ 18 w 127"/>
              <a:gd name="T29" fmla="*/ 179 h 204"/>
              <a:gd name="T30" fmla="*/ 26 w 127"/>
              <a:gd name="T31" fmla="*/ 189 h 204"/>
              <a:gd name="T32" fmla="*/ 35 w 127"/>
              <a:gd name="T33" fmla="*/ 194 h 204"/>
              <a:gd name="T34" fmla="*/ 46 w 127"/>
              <a:gd name="T35" fmla="*/ 200 h 204"/>
              <a:gd name="T36" fmla="*/ 58 w 127"/>
              <a:gd name="T37" fmla="*/ 204 h 204"/>
              <a:gd name="T38" fmla="*/ 71 w 127"/>
              <a:gd name="T39" fmla="*/ 204 h 204"/>
              <a:gd name="T40" fmla="*/ 71 w 127"/>
              <a:gd name="T41" fmla="*/ 204 h 204"/>
              <a:gd name="T42" fmla="*/ 84 w 127"/>
              <a:gd name="T43" fmla="*/ 202 h 204"/>
              <a:gd name="T44" fmla="*/ 95 w 127"/>
              <a:gd name="T45" fmla="*/ 196 h 204"/>
              <a:gd name="T46" fmla="*/ 104 w 127"/>
              <a:gd name="T47" fmla="*/ 191 h 204"/>
              <a:gd name="T48" fmla="*/ 114 w 127"/>
              <a:gd name="T49" fmla="*/ 181 h 204"/>
              <a:gd name="T50" fmla="*/ 119 w 127"/>
              <a:gd name="T51" fmla="*/ 172 h 204"/>
              <a:gd name="T52" fmla="*/ 125 w 127"/>
              <a:gd name="T53" fmla="*/ 161 h 204"/>
              <a:gd name="T54" fmla="*/ 127 w 127"/>
              <a:gd name="T55" fmla="*/ 150 h 204"/>
              <a:gd name="T56" fmla="*/ 127 w 127"/>
              <a:gd name="T57" fmla="*/ 137 h 204"/>
              <a:gd name="T58" fmla="*/ 121 w 127"/>
              <a:gd name="T59" fmla="*/ 58 h 204"/>
              <a:gd name="T60" fmla="*/ 121 w 127"/>
              <a:gd name="T61" fmla="*/ 58 h 204"/>
              <a:gd name="T62" fmla="*/ 119 w 127"/>
              <a:gd name="T63" fmla="*/ 47 h 204"/>
              <a:gd name="T64" fmla="*/ 114 w 127"/>
              <a:gd name="T65" fmla="*/ 34 h 204"/>
              <a:gd name="T66" fmla="*/ 108 w 127"/>
              <a:gd name="T67" fmla="*/ 25 h 204"/>
              <a:gd name="T68" fmla="*/ 101 w 127"/>
              <a:gd name="T69" fmla="*/ 15 h 204"/>
              <a:gd name="T70" fmla="*/ 91 w 127"/>
              <a:gd name="T71" fmla="*/ 10 h 204"/>
              <a:gd name="T72" fmla="*/ 80 w 127"/>
              <a:gd name="T73" fmla="*/ 4 h 204"/>
              <a:gd name="T74" fmla="*/ 69 w 127"/>
              <a:gd name="T75" fmla="*/ 0 h 204"/>
              <a:gd name="T76" fmla="*/ 56 w 127"/>
              <a:gd name="T77" fmla="*/ 0 h 204"/>
              <a:gd name="T78" fmla="*/ 56 w 127"/>
              <a:gd name="T79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7" h="204">
                <a:moveTo>
                  <a:pt x="56" y="0"/>
                </a:moveTo>
                <a:lnTo>
                  <a:pt x="56" y="0"/>
                </a:lnTo>
                <a:lnTo>
                  <a:pt x="43" y="2"/>
                </a:lnTo>
                <a:lnTo>
                  <a:pt x="32" y="8"/>
                </a:lnTo>
                <a:lnTo>
                  <a:pt x="22" y="13"/>
                </a:lnTo>
                <a:lnTo>
                  <a:pt x="13" y="23"/>
                </a:lnTo>
                <a:lnTo>
                  <a:pt x="7" y="32"/>
                </a:lnTo>
                <a:lnTo>
                  <a:pt x="4" y="43"/>
                </a:lnTo>
                <a:lnTo>
                  <a:pt x="0" y="54"/>
                </a:lnTo>
                <a:lnTo>
                  <a:pt x="0" y="68"/>
                </a:lnTo>
                <a:lnTo>
                  <a:pt x="5" y="146"/>
                </a:lnTo>
                <a:lnTo>
                  <a:pt x="5" y="146"/>
                </a:lnTo>
                <a:lnTo>
                  <a:pt x="7" y="157"/>
                </a:lnTo>
                <a:lnTo>
                  <a:pt x="13" y="170"/>
                </a:lnTo>
                <a:lnTo>
                  <a:pt x="18" y="179"/>
                </a:lnTo>
                <a:lnTo>
                  <a:pt x="26" y="189"/>
                </a:lnTo>
                <a:lnTo>
                  <a:pt x="35" y="194"/>
                </a:lnTo>
                <a:lnTo>
                  <a:pt x="46" y="200"/>
                </a:lnTo>
                <a:lnTo>
                  <a:pt x="58" y="204"/>
                </a:lnTo>
                <a:lnTo>
                  <a:pt x="71" y="204"/>
                </a:lnTo>
                <a:lnTo>
                  <a:pt x="71" y="204"/>
                </a:lnTo>
                <a:lnTo>
                  <a:pt x="84" y="202"/>
                </a:lnTo>
                <a:lnTo>
                  <a:pt x="95" y="196"/>
                </a:lnTo>
                <a:lnTo>
                  <a:pt x="104" y="191"/>
                </a:lnTo>
                <a:lnTo>
                  <a:pt x="114" y="181"/>
                </a:lnTo>
                <a:lnTo>
                  <a:pt x="119" y="172"/>
                </a:lnTo>
                <a:lnTo>
                  <a:pt x="125" y="161"/>
                </a:lnTo>
                <a:lnTo>
                  <a:pt x="127" y="150"/>
                </a:lnTo>
                <a:lnTo>
                  <a:pt x="127" y="137"/>
                </a:lnTo>
                <a:lnTo>
                  <a:pt x="121" y="58"/>
                </a:lnTo>
                <a:lnTo>
                  <a:pt x="121" y="58"/>
                </a:lnTo>
                <a:lnTo>
                  <a:pt x="119" y="47"/>
                </a:lnTo>
                <a:lnTo>
                  <a:pt x="114" y="34"/>
                </a:lnTo>
                <a:lnTo>
                  <a:pt x="108" y="25"/>
                </a:lnTo>
                <a:lnTo>
                  <a:pt x="101" y="15"/>
                </a:lnTo>
                <a:lnTo>
                  <a:pt x="91" y="10"/>
                </a:lnTo>
                <a:lnTo>
                  <a:pt x="80" y="4"/>
                </a:lnTo>
                <a:lnTo>
                  <a:pt x="69" y="0"/>
                </a:lnTo>
                <a:lnTo>
                  <a:pt x="56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3" name="任意多边形 92"/>
          <p:cNvSpPr/>
          <p:nvPr>
            <p:custDataLst>
              <p:tags r:id="rId25"/>
            </p:custDataLst>
          </p:nvPr>
        </p:nvSpPr>
        <p:spPr bwMode="auto">
          <a:xfrm>
            <a:off x="7397219" y="1925377"/>
            <a:ext cx="612284" cy="529655"/>
          </a:xfrm>
          <a:custGeom>
            <a:avLst/>
            <a:gdLst>
              <a:gd name="T0" fmla="*/ 730 w 741"/>
              <a:gd name="T1" fmla="*/ 232 h 641"/>
              <a:gd name="T2" fmla="*/ 721 w 741"/>
              <a:gd name="T3" fmla="*/ 205 h 641"/>
              <a:gd name="T4" fmla="*/ 709 w 741"/>
              <a:gd name="T5" fmla="*/ 180 h 641"/>
              <a:gd name="T6" fmla="*/ 679 w 741"/>
              <a:gd name="T7" fmla="*/ 134 h 641"/>
              <a:gd name="T8" fmla="*/ 640 w 741"/>
              <a:gd name="T9" fmla="*/ 94 h 641"/>
              <a:gd name="T10" fmla="*/ 596 w 741"/>
              <a:gd name="T11" fmla="*/ 63 h 641"/>
              <a:gd name="T12" fmla="*/ 546 w 741"/>
              <a:gd name="T13" fmla="*/ 37 h 641"/>
              <a:gd name="T14" fmla="*/ 493 w 741"/>
              <a:gd name="T15" fmla="*/ 19 h 641"/>
              <a:gd name="T16" fmla="*/ 438 w 741"/>
              <a:gd name="T17" fmla="*/ 6 h 641"/>
              <a:gd name="T18" fmla="*/ 383 w 741"/>
              <a:gd name="T19" fmla="*/ 0 h 641"/>
              <a:gd name="T20" fmla="*/ 364 w 741"/>
              <a:gd name="T21" fmla="*/ 0 h 641"/>
              <a:gd name="T22" fmla="*/ 326 w 741"/>
              <a:gd name="T23" fmla="*/ 1 h 641"/>
              <a:gd name="T24" fmla="*/ 273 w 741"/>
              <a:gd name="T25" fmla="*/ 9 h 641"/>
              <a:gd name="T26" fmla="*/ 206 w 741"/>
              <a:gd name="T27" fmla="*/ 27 h 641"/>
              <a:gd name="T28" fmla="*/ 145 w 741"/>
              <a:gd name="T29" fmla="*/ 56 h 641"/>
              <a:gd name="T30" fmla="*/ 105 w 741"/>
              <a:gd name="T31" fmla="*/ 84 h 641"/>
              <a:gd name="T32" fmla="*/ 82 w 741"/>
              <a:gd name="T33" fmla="*/ 104 h 641"/>
              <a:gd name="T34" fmla="*/ 61 w 741"/>
              <a:gd name="T35" fmla="*/ 127 h 641"/>
              <a:gd name="T36" fmla="*/ 43 w 741"/>
              <a:gd name="T37" fmla="*/ 151 h 641"/>
              <a:gd name="T38" fmla="*/ 27 w 741"/>
              <a:gd name="T39" fmla="*/ 178 h 641"/>
              <a:gd name="T40" fmla="*/ 16 w 741"/>
              <a:gd name="T41" fmla="*/ 205 h 641"/>
              <a:gd name="T42" fmla="*/ 6 w 741"/>
              <a:gd name="T43" fmla="*/ 233 h 641"/>
              <a:gd name="T44" fmla="*/ 1 w 741"/>
              <a:gd name="T45" fmla="*/ 263 h 641"/>
              <a:gd name="T46" fmla="*/ 0 w 741"/>
              <a:gd name="T47" fmla="*/ 278 h 641"/>
              <a:gd name="T48" fmla="*/ 2 w 741"/>
              <a:gd name="T49" fmla="*/ 333 h 641"/>
              <a:gd name="T50" fmla="*/ 16 w 741"/>
              <a:gd name="T51" fmla="*/ 381 h 641"/>
              <a:gd name="T52" fmla="*/ 37 w 741"/>
              <a:gd name="T53" fmla="*/ 425 h 641"/>
              <a:gd name="T54" fmla="*/ 65 w 741"/>
              <a:gd name="T55" fmla="*/ 463 h 641"/>
              <a:gd name="T56" fmla="*/ 100 w 741"/>
              <a:gd name="T57" fmla="*/ 495 h 641"/>
              <a:gd name="T58" fmla="*/ 139 w 741"/>
              <a:gd name="T59" fmla="*/ 523 h 641"/>
              <a:gd name="T60" fmla="*/ 181 w 741"/>
              <a:gd name="T61" fmla="*/ 545 h 641"/>
              <a:gd name="T62" fmla="*/ 226 w 741"/>
              <a:gd name="T63" fmla="*/ 564 h 641"/>
              <a:gd name="T64" fmla="*/ 244 w 741"/>
              <a:gd name="T65" fmla="*/ 570 h 641"/>
              <a:gd name="T66" fmla="*/ 283 w 741"/>
              <a:gd name="T67" fmla="*/ 577 h 641"/>
              <a:gd name="T68" fmla="*/ 324 w 741"/>
              <a:gd name="T69" fmla="*/ 582 h 641"/>
              <a:gd name="T70" fmla="*/ 385 w 741"/>
              <a:gd name="T71" fmla="*/ 584 h 641"/>
              <a:gd name="T72" fmla="*/ 462 w 741"/>
              <a:gd name="T73" fmla="*/ 576 h 641"/>
              <a:gd name="T74" fmla="*/ 527 w 741"/>
              <a:gd name="T75" fmla="*/ 563 h 641"/>
              <a:gd name="T76" fmla="*/ 561 w 741"/>
              <a:gd name="T77" fmla="*/ 587 h 641"/>
              <a:gd name="T78" fmla="*/ 593 w 741"/>
              <a:gd name="T79" fmla="*/ 608 h 641"/>
              <a:gd name="T80" fmla="*/ 630 w 741"/>
              <a:gd name="T81" fmla="*/ 626 h 641"/>
              <a:gd name="T82" fmla="*/ 680 w 741"/>
              <a:gd name="T83" fmla="*/ 641 h 641"/>
              <a:gd name="T84" fmla="*/ 660 w 741"/>
              <a:gd name="T85" fmla="*/ 591 h 641"/>
              <a:gd name="T86" fmla="*/ 653 w 741"/>
              <a:gd name="T87" fmla="*/ 561 h 641"/>
              <a:gd name="T88" fmla="*/ 652 w 741"/>
              <a:gd name="T89" fmla="*/ 544 h 641"/>
              <a:gd name="T90" fmla="*/ 654 w 741"/>
              <a:gd name="T91" fmla="*/ 526 h 641"/>
              <a:gd name="T92" fmla="*/ 662 w 741"/>
              <a:gd name="T93" fmla="*/ 508 h 641"/>
              <a:gd name="T94" fmla="*/ 684 w 741"/>
              <a:gd name="T95" fmla="*/ 474 h 641"/>
              <a:gd name="T96" fmla="*/ 695 w 741"/>
              <a:gd name="T97" fmla="*/ 458 h 641"/>
              <a:gd name="T98" fmla="*/ 714 w 741"/>
              <a:gd name="T99" fmla="*/ 427 h 641"/>
              <a:gd name="T100" fmla="*/ 727 w 741"/>
              <a:gd name="T101" fmla="*/ 396 h 641"/>
              <a:gd name="T102" fmla="*/ 736 w 741"/>
              <a:gd name="T103" fmla="*/ 366 h 641"/>
              <a:gd name="T104" fmla="*/ 740 w 741"/>
              <a:gd name="T105" fmla="*/ 337 h 641"/>
              <a:gd name="T106" fmla="*/ 741 w 741"/>
              <a:gd name="T107" fmla="*/ 307 h 641"/>
              <a:gd name="T108" fmla="*/ 736 w 741"/>
              <a:gd name="T109" fmla="*/ 262 h 641"/>
              <a:gd name="T110" fmla="*/ 730 w 741"/>
              <a:gd name="T111" fmla="*/ 232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41" h="641">
                <a:moveTo>
                  <a:pt x="730" y="232"/>
                </a:moveTo>
                <a:lnTo>
                  <a:pt x="730" y="232"/>
                </a:lnTo>
                <a:lnTo>
                  <a:pt x="726" y="219"/>
                </a:lnTo>
                <a:lnTo>
                  <a:pt x="721" y="205"/>
                </a:lnTo>
                <a:lnTo>
                  <a:pt x="715" y="192"/>
                </a:lnTo>
                <a:lnTo>
                  <a:pt x="709" y="180"/>
                </a:lnTo>
                <a:lnTo>
                  <a:pt x="695" y="155"/>
                </a:lnTo>
                <a:lnTo>
                  <a:pt x="679" y="134"/>
                </a:lnTo>
                <a:lnTo>
                  <a:pt x="660" y="113"/>
                </a:lnTo>
                <a:lnTo>
                  <a:pt x="640" y="94"/>
                </a:lnTo>
                <a:lnTo>
                  <a:pt x="619" y="78"/>
                </a:lnTo>
                <a:lnTo>
                  <a:pt x="596" y="63"/>
                </a:lnTo>
                <a:lnTo>
                  <a:pt x="571" y="50"/>
                </a:lnTo>
                <a:lnTo>
                  <a:pt x="546" y="37"/>
                </a:lnTo>
                <a:lnTo>
                  <a:pt x="520" y="27"/>
                </a:lnTo>
                <a:lnTo>
                  <a:pt x="493" y="19"/>
                </a:lnTo>
                <a:lnTo>
                  <a:pt x="465" y="11"/>
                </a:lnTo>
                <a:lnTo>
                  <a:pt x="438" y="6"/>
                </a:lnTo>
                <a:lnTo>
                  <a:pt x="411" y="2"/>
                </a:lnTo>
                <a:lnTo>
                  <a:pt x="383" y="0"/>
                </a:lnTo>
                <a:lnTo>
                  <a:pt x="383" y="0"/>
                </a:lnTo>
                <a:lnTo>
                  <a:pt x="364" y="0"/>
                </a:lnTo>
                <a:lnTo>
                  <a:pt x="345" y="0"/>
                </a:lnTo>
                <a:lnTo>
                  <a:pt x="326" y="1"/>
                </a:lnTo>
                <a:lnTo>
                  <a:pt x="309" y="2"/>
                </a:lnTo>
                <a:lnTo>
                  <a:pt x="273" y="9"/>
                </a:lnTo>
                <a:lnTo>
                  <a:pt x="238" y="16"/>
                </a:lnTo>
                <a:lnTo>
                  <a:pt x="206" y="27"/>
                </a:lnTo>
                <a:lnTo>
                  <a:pt x="175" y="41"/>
                </a:lnTo>
                <a:lnTo>
                  <a:pt x="145" y="56"/>
                </a:lnTo>
                <a:lnTo>
                  <a:pt x="118" y="75"/>
                </a:lnTo>
                <a:lnTo>
                  <a:pt x="105" y="84"/>
                </a:lnTo>
                <a:lnTo>
                  <a:pt x="93" y="94"/>
                </a:lnTo>
                <a:lnTo>
                  <a:pt x="82" y="104"/>
                </a:lnTo>
                <a:lnTo>
                  <a:pt x="70" y="115"/>
                </a:lnTo>
                <a:lnTo>
                  <a:pt x="61" y="127"/>
                </a:lnTo>
                <a:lnTo>
                  <a:pt x="52" y="139"/>
                </a:lnTo>
                <a:lnTo>
                  <a:pt x="43" y="151"/>
                </a:lnTo>
                <a:lnTo>
                  <a:pt x="34" y="164"/>
                </a:lnTo>
                <a:lnTo>
                  <a:pt x="27" y="178"/>
                </a:lnTo>
                <a:lnTo>
                  <a:pt x="21" y="191"/>
                </a:lnTo>
                <a:lnTo>
                  <a:pt x="16" y="205"/>
                </a:lnTo>
                <a:lnTo>
                  <a:pt x="11" y="219"/>
                </a:lnTo>
                <a:lnTo>
                  <a:pt x="6" y="233"/>
                </a:lnTo>
                <a:lnTo>
                  <a:pt x="3" y="248"/>
                </a:lnTo>
                <a:lnTo>
                  <a:pt x="1" y="263"/>
                </a:lnTo>
                <a:lnTo>
                  <a:pt x="0" y="278"/>
                </a:lnTo>
                <a:lnTo>
                  <a:pt x="0" y="278"/>
                </a:lnTo>
                <a:lnTo>
                  <a:pt x="0" y="305"/>
                </a:lnTo>
                <a:lnTo>
                  <a:pt x="2" y="333"/>
                </a:lnTo>
                <a:lnTo>
                  <a:pt x="8" y="358"/>
                </a:lnTo>
                <a:lnTo>
                  <a:pt x="16" y="381"/>
                </a:lnTo>
                <a:lnTo>
                  <a:pt x="26" y="404"/>
                </a:lnTo>
                <a:lnTo>
                  <a:pt x="37" y="425"/>
                </a:lnTo>
                <a:lnTo>
                  <a:pt x="51" y="445"/>
                </a:lnTo>
                <a:lnTo>
                  <a:pt x="65" y="463"/>
                </a:lnTo>
                <a:lnTo>
                  <a:pt x="82" y="479"/>
                </a:lnTo>
                <a:lnTo>
                  <a:pt x="100" y="495"/>
                </a:lnTo>
                <a:lnTo>
                  <a:pt x="119" y="510"/>
                </a:lnTo>
                <a:lnTo>
                  <a:pt x="139" y="523"/>
                </a:lnTo>
                <a:lnTo>
                  <a:pt x="160" y="535"/>
                </a:lnTo>
                <a:lnTo>
                  <a:pt x="181" y="545"/>
                </a:lnTo>
                <a:lnTo>
                  <a:pt x="203" y="555"/>
                </a:lnTo>
                <a:lnTo>
                  <a:pt x="226" y="564"/>
                </a:lnTo>
                <a:lnTo>
                  <a:pt x="226" y="564"/>
                </a:lnTo>
                <a:lnTo>
                  <a:pt x="244" y="570"/>
                </a:lnTo>
                <a:lnTo>
                  <a:pt x="263" y="574"/>
                </a:lnTo>
                <a:lnTo>
                  <a:pt x="283" y="577"/>
                </a:lnTo>
                <a:lnTo>
                  <a:pt x="304" y="581"/>
                </a:lnTo>
                <a:lnTo>
                  <a:pt x="324" y="582"/>
                </a:lnTo>
                <a:lnTo>
                  <a:pt x="344" y="584"/>
                </a:lnTo>
                <a:lnTo>
                  <a:pt x="385" y="584"/>
                </a:lnTo>
                <a:lnTo>
                  <a:pt x="424" y="581"/>
                </a:lnTo>
                <a:lnTo>
                  <a:pt x="462" y="576"/>
                </a:lnTo>
                <a:lnTo>
                  <a:pt x="496" y="570"/>
                </a:lnTo>
                <a:lnTo>
                  <a:pt x="527" y="563"/>
                </a:lnTo>
                <a:lnTo>
                  <a:pt x="527" y="563"/>
                </a:lnTo>
                <a:lnTo>
                  <a:pt x="561" y="587"/>
                </a:lnTo>
                <a:lnTo>
                  <a:pt x="577" y="597"/>
                </a:lnTo>
                <a:lnTo>
                  <a:pt x="593" y="608"/>
                </a:lnTo>
                <a:lnTo>
                  <a:pt x="611" y="617"/>
                </a:lnTo>
                <a:lnTo>
                  <a:pt x="630" y="626"/>
                </a:lnTo>
                <a:lnTo>
                  <a:pt x="654" y="635"/>
                </a:lnTo>
                <a:lnTo>
                  <a:pt x="680" y="641"/>
                </a:lnTo>
                <a:lnTo>
                  <a:pt x="680" y="641"/>
                </a:lnTo>
                <a:lnTo>
                  <a:pt x="660" y="591"/>
                </a:lnTo>
                <a:lnTo>
                  <a:pt x="654" y="571"/>
                </a:lnTo>
                <a:lnTo>
                  <a:pt x="653" y="561"/>
                </a:lnTo>
                <a:lnTo>
                  <a:pt x="652" y="553"/>
                </a:lnTo>
                <a:lnTo>
                  <a:pt x="652" y="544"/>
                </a:lnTo>
                <a:lnTo>
                  <a:pt x="652" y="535"/>
                </a:lnTo>
                <a:lnTo>
                  <a:pt x="654" y="526"/>
                </a:lnTo>
                <a:lnTo>
                  <a:pt x="657" y="518"/>
                </a:lnTo>
                <a:lnTo>
                  <a:pt x="662" y="508"/>
                </a:lnTo>
                <a:lnTo>
                  <a:pt x="668" y="498"/>
                </a:lnTo>
                <a:lnTo>
                  <a:pt x="684" y="474"/>
                </a:lnTo>
                <a:lnTo>
                  <a:pt x="684" y="474"/>
                </a:lnTo>
                <a:lnTo>
                  <a:pt x="695" y="458"/>
                </a:lnTo>
                <a:lnTo>
                  <a:pt x="705" y="442"/>
                </a:lnTo>
                <a:lnTo>
                  <a:pt x="714" y="427"/>
                </a:lnTo>
                <a:lnTo>
                  <a:pt x="721" y="411"/>
                </a:lnTo>
                <a:lnTo>
                  <a:pt x="727" y="396"/>
                </a:lnTo>
                <a:lnTo>
                  <a:pt x="732" y="381"/>
                </a:lnTo>
                <a:lnTo>
                  <a:pt x="736" y="366"/>
                </a:lnTo>
                <a:lnTo>
                  <a:pt x="739" y="351"/>
                </a:lnTo>
                <a:lnTo>
                  <a:pt x="740" y="337"/>
                </a:lnTo>
                <a:lnTo>
                  <a:pt x="741" y="322"/>
                </a:lnTo>
                <a:lnTo>
                  <a:pt x="741" y="307"/>
                </a:lnTo>
                <a:lnTo>
                  <a:pt x="740" y="292"/>
                </a:lnTo>
                <a:lnTo>
                  <a:pt x="736" y="262"/>
                </a:lnTo>
                <a:lnTo>
                  <a:pt x="730" y="232"/>
                </a:lnTo>
                <a:lnTo>
                  <a:pt x="730" y="23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4" name="任意多边形 93"/>
          <p:cNvSpPr/>
          <p:nvPr>
            <p:custDataLst>
              <p:tags r:id="rId26"/>
            </p:custDataLst>
          </p:nvPr>
        </p:nvSpPr>
        <p:spPr bwMode="auto">
          <a:xfrm>
            <a:off x="7666590" y="2283144"/>
            <a:ext cx="72714" cy="73540"/>
          </a:xfrm>
          <a:custGeom>
            <a:avLst/>
            <a:gdLst>
              <a:gd name="T0" fmla="*/ 76 w 88"/>
              <a:gd name="T1" fmla="*/ 76 h 89"/>
              <a:gd name="T2" fmla="*/ 76 w 88"/>
              <a:gd name="T3" fmla="*/ 76 h 89"/>
              <a:gd name="T4" fmla="*/ 70 w 88"/>
              <a:gd name="T5" fmla="*/ 81 h 89"/>
              <a:gd name="T6" fmla="*/ 62 w 88"/>
              <a:gd name="T7" fmla="*/ 85 h 89"/>
              <a:gd name="T8" fmla="*/ 54 w 88"/>
              <a:gd name="T9" fmla="*/ 87 h 89"/>
              <a:gd name="T10" fmla="*/ 45 w 88"/>
              <a:gd name="T11" fmla="*/ 89 h 89"/>
              <a:gd name="T12" fmla="*/ 45 w 88"/>
              <a:gd name="T13" fmla="*/ 89 h 89"/>
              <a:gd name="T14" fmla="*/ 36 w 88"/>
              <a:gd name="T15" fmla="*/ 87 h 89"/>
              <a:gd name="T16" fmla="*/ 29 w 88"/>
              <a:gd name="T17" fmla="*/ 86 h 89"/>
              <a:gd name="T18" fmla="*/ 21 w 88"/>
              <a:gd name="T19" fmla="*/ 82 h 89"/>
              <a:gd name="T20" fmla="*/ 14 w 88"/>
              <a:gd name="T21" fmla="*/ 77 h 89"/>
              <a:gd name="T22" fmla="*/ 14 w 88"/>
              <a:gd name="T23" fmla="*/ 77 h 89"/>
              <a:gd name="T24" fmla="*/ 8 w 88"/>
              <a:gd name="T25" fmla="*/ 71 h 89"/>
              <a:gd name="T26" fmla="*/ 4 w 88"/>
              <a:gd name="T27" fmla="*/ 64 h 89"/>
              <a:gd name="T28" fmla="*/ 2 w 88"/>
              <a:gd name="T29" fmla="*/ 55 h 89"/>
              <a:gd name="T30" fmla="*/ 0 w 88"/>
              <a:gd name="T31" fmla="*/ 45 h 89"/>
              <a:gd name="T32" fmla="*/ 0 w 88"/>
              <a:gd name="T33" fmla="*/ 45 h 89"/>
              <a:gd name="T34" fmla="*/ 0 w 88"/>
              <a:gd name="T35" fmla="*/ 36 h 89"/>
              <a:gd name="T36" fmla="*/ 3 w 88"/>
              <a:gd name="T37" fmla="*/ 28 h 89"/>
              <a:gd name="T38" fmla="*/ 6 w 88"/>
              <a:gd name="T39" fmla="*/ 20 h 89"/>
              <a:gd name="T40" fmla="*/ 13 w 88"/>
              <a:gd name="T41" fmla="*/ 13 h 89"/>
              <a:gd name="T42" fmla="*/ 13 w 88"/>
              <a:gd name="T43" fmla="*/ 13 h 89"/>
              <a:gd name="T44" fmla="*/ 19 w 88"/>
              <a:gd name="T45" fmla="*/ 8 h 89"/>
              <a:gd name="T46" fmla="*/ 28 w 88"/>
              <a:gd name="T47" fmla="*/ 4 h 89"/>
              <a:gd name="T48" fmla="*/ 35 w 88"/>
              <a:gd name="T49" fmla="*/ 2 h 89"/>
              <a:gd name="T50" fmla="*/ 44 w 88"/>
              <a:gd name="T51" fmla="*/ 0 h 89"/>
              <a:gd name="T52" fmla="*/ 44 w 88"/>
              <a:gd name="T53" fmla="*/ 0 h 89"/>
              <a:gd name="T54" fmla="*/ 54 w 88"/>
              <a:gd name="T55" fmla="*/ 0 h 89"/>
              <a:gd name="T56" fmla="*/ 61 w 88"/>
              <a:gd name="T57" fmla="*/ 3 h 89"/>
              <a:gd name="T58" fmla="*/ 69 w 88"/>
              <a:gd name="T59" fmla="*/ 7 h 89"/>
              <a:gd name="T60" fmla="*/ 76 w 88"/>
              <a:gd name="T61" fmla="*/ 13 h 89"/>
              <a:gd name="T62" fmla="*/ 76 w 88"/>
              <a:gd name="T63" fmla="*/ 13 h 89"/>
              <a:gd name="T64" fmla="*/ 81 w 88"/>
              <a:gd name="T65" fmla="*/ 19 h 89"/>
              <a:gd name="T66" fmla="*/ 86 w 88"/>
              <a:gd name="T67" fmla="*/ 26 h 89"/>
              <a:gd name="T68" fmla="*/ 88 w 88"/>
              <a:gd name="T69" fmla="*/ 35 h 89"/>
              <a:gd name="T70" fmla="*/ 88 w 88"/>
              <a:gd name="T71" fmla="*/ 44 h 89"/>
              <a:gd name="T72" fmla="*/ 88 w 88"/>
              <a:gd name="T73" fmla="*/ 44 h 89"/>
              <a:gd name="T74" fmla="*/ 88 w 88"/>
              <a:gd name="T75" fmla="*/ 54 h 89"/>
              <a:gd name="T76" fmla="*/ 86 w 88"/>
              <a:gd name="T77" fmla="*/ 62 h 89"/>
              <a:gd name="T78" fmla="*/ 82 w 88"/>
              <a:gd name="T79" fmla="*/ 70 h 89"/>
              <a:gd name="T80" fmla="*/ 76 w 88"/>
              <a:gd name="T81" fmla="*/ 76 h 89"/>
              <a:gd name="T82" fmla="*/ 76 w 88"/>
              <a:gd name="T83" fmla="*/ 76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88" h="89">
                <a:moveTo>
                  <a:pt x="76" y="76"/>
                </a:moveTo>
                <a:lnTo>
                  <a:pt x="76" y="76"/>
                </a:lnTo>
                <a:lnTo>
                  <a:pt x="70" y="81"/>
                </a:lnTo>
                <a:lnTo>
                  <a:pt x="62" y="85"/>
                </a:lnTo>
                <a:lnTo>
                  <a:pt x="54" y="87"/>
                </a:lnTo>
                <a:lnTo>
                  <a:pt x="45" y="89"/>
                </a:lnTo>
                <a:lnTo>
                  <a:pt x="45" y="89"/>
                </a:lnTo>
                <a:lnTo>
                  <a:pt x="36" y="87"/>
                </a:lnTo>
                <a:lnTo>
                  <a:pt x="29" y="86"/>
                </a:lnTo>
                <a:lnTo>
                  <a:pt x="21" y="82"/>
                </a:lnTo>
                <a:lnTo>
                  <a:pt x="14" y="77"/>
                </a:lnTo>
                <a:lnTo>
                  <a:pt x="14" y="77"/>
                </a:lnTo>
                <a:lnTo>
                  <a:pt x="8" y="71"/>
                </a:lnTo>
                <a:lnTo>
                  <a:pt x="4" y="64"/>
                </a:lnTo>
                <a:lnTo>
                  <a:pt x="2" y="55"/>
                </a:lnTo>
                <a:lnTo>
                  <a:pt x="0" y="45"/>
                </a:lnTo>
                <a:lnTo>
                  <a:pt x="0" y="45"/>
                </a:lnTo>
                <a:lnTo>
                  <a:pt x="0" y="36"/>
                </a:lnTo>
                <a:lnTo>
                  <a:pt x="3" y="28"/>
                </a:lnTo>
                <a:lnTo>
                  <a:pt x="6" y="20"/>
                </a:lnTo>
                <a:lnTo>
                  <a:pt x="13" y="13"/>
                </a:lnTo>
                <a:lnTo>
                  <a:pt x="13" y="13"/>
                </a:lnTo>
                <a:lnTo>
                  <a:pt x="19" y="8"/>
                </a:lnTo>
                <a:lnTo>
                  <a:pt x="28" y="4"/>
                </a:lnTo>
                <a:lnTo>
                  <a:pt x="35" y="2"/>
                </a:lnTo>
                <a:lnTo>
                  <a:pt x="44" y="0"/>
                </a:lnTo>
                <a:lnTo>
                  <a:pt x="44" y="0"/>
                </a:lnTo>
                <a:lnTo>
                  <a:pt x="54" y="0"/>
                </a:lnTo>
                <a:lnTo>
                  <a:pt x="61" y="3"/>
                </a:lnTo>
                <a:lnTo>
                  <a:pt x="69" y="7"/>
                </a:lnTo>
                <a:lnTo>
                  <a:pt x="76" y="13"/>
                </a:lnTo>
                <a:lnTo>
                  <a:pt x="76" y="13"/>
                </a:lnTo>
                <a:lnTo>
                  <a:pt x="81" y="19"/>
                </a:lnTo>
                <a:lnTo>
                  <a:pt x="86" y="26"/>
                </a:lnTo>
                <a:lnTo>
                  <a:pt x="88" y="35"/>
                </a:lnTo>
                <a:lnTo>
                  <a:pt x="88" y="44"/>
                </a:lnTo>
                <a:lnTo>
                  <a:pt x="88" y="44"/>
                </a:lnTo>
                <a:lnTo>
                  <a:pt x="88" y="54"/>
                </a:lnTo>
                <a:lnTo>
                  <a:pt x="86" y="62"/>
                </a:lnTo>
                <a:lnTo>
                  <a:pt x="82" y="70"/>
                </a:lnTo>
                <a:lnTo>
                  <a:pt x="76" y="76"/>
                </a:lnTo>
                <a:lnTo>
                  <a:pt x="76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5" name="任意多边形 94"/>
          <p:cNvSpPr/>
          <p:nvPr>
            <p:custDataLst>
              <p:tags r:id="rId27"/>
            </p:custDataLst>
          </p:nvPr>
        </p:nvSpPr>
        <p:spPr bwMode="auto">
          <a:xfrm>
            <a:off x="7585614" y="1987332"/>
            <a:ext cx="242931" cy="273502"/>
          </a:xfrm>
          <a:custGeom>
            <a:avLst/>
            <a:gdLst>
              <a:gd name="T0" fmla="*/ 280 w 294"/>
              <a:gd name="T1" fmla="*/ 168 h 331"/>
              <a:gd name="T2" fmla="*/ 261 w 294"/>
              <a:gd name="T3" fmla="*/ 192 h 331"/>
              <a:gd name="T4" fmla="*/ 211 w 294"/>
              <a:gd name="T5" fmla="*/ 239 h 331"/>
              <a:gd name="T6" fmla="*/ 190 w 294"/>
              <a:gd name="T7" fmla="*/ 263 h 331"/>
              <a:gd name="T8" fmla="*/ 183 w 294"/>
              <a:gd name="T9" fmla="*/ 280 h 331"/>
              <a:gd name="T10" fmla="*/ 178 w 294"/>
              <a:gd name="T11" fmla="*/ 300 h 331"/>
              <a:gd name="T12" fmla="*/ 170 w 294"/>
              <a:gd name="T13" fmla="*/ 319 h 331"/>
              <a:gd name="T14" fmla="*/ 157 w 294"/>
              <a:gd name="T15" fmla="*/ 330 h 331"/>
              <a:gd name="T16" fmla="*/ 143 w 294"/>
              <a:gd name="T17" fmla="*/ 331 h 331"/>
              <a:gd name="T18" fmla="*/ 123 w 294"/>
              <a:gd name="T19" fmla="*/ 326 h 331"/>
              <a:gd name="T20" fmla="*/ 113 w 294"/>
              <a:gd name="T21" fmla="*/ 316 h 331"/>
              <a:gd name="T22" fmla="*/ 107 w 294"/>
              <a:gd name="T23" fmla="*/ 293 h 331"/>
              <a:gd name="T24" fmla="*/ 108 w 294"/>
              <a:gd name="T25" fmla="*/ 269 h 331"/>
              <a:gd name="T26" fmla="*/ 113 w 294"/>
              <a:gd name="T27" fmla="*/ 249 h 331"/>
              <a:gd name="T28" fmla="*/ 128 w 294"/>
              <a:gd name="T29" fmla="*/ 224 h 331"/>
              <a:gd name="T30" fmla="*/ 148 w 294"/>
              <a:gd name="T31" fmla="*/ 202 h 331"/>
              <a:gd name="T32" fmla="*/ 194 w 294"/>
              <a:gd name="T33" fmla="*/ 158 h 331"/>
              <a:gd name="T34" fmla="*/ 209 w 294"/>
              <a:gd name="T35" fmla="*/ 140 h 331"/>
              <a:gd name="T36" fmla="*/ 213 w 294"/>
              <a:gd name="T37" fmla="*/ 129 h 331"/>
              <a:gd name="T38" fmla="*/ 213 w 294"/>
              <a:gd name="T39" fmla="*/ 105 h 331"/>
              <a:gd name="T40" fmla="*/ 195 w 294"/>
              <a:gd name="T41" fmla="*/ 78 h 331"/>
              <a:gd name="T42" fmla="*/ 175 w 294"/>
              <a:gd name="T43" fmla="*/ 65 h 331"/>
              <a:gd name="T44" fmla="*/ 150 w 294"/>
              <a:gd name="T45" fmla="*/ 62 h 331"/>
              <a:gd name="T46" fmla="*/ 111 w 294"/>
              <a:gd name="T47" fmla="*/ 72 h 331"/>
              <a:gd name="T48" fmla="*/ 95 w 294"/>
              <a:gd name="T49" fmla="*/ 88 h 331"/>
              <a:gd name="T50" fmla="*/ 77 w 294"/>
              <a:gd name="T51" fmla="*/ 127 h 331"/>
              <a:gd name="T52" fmla="*/ 71 w 294"/>
              <a:gd name="T53" fmla="*/ 142 h 331"/>
              <a:gd name="T54" fmla="*/ 57 w 294"/>
              <a:gd name="T55" fmla="*/ 156 h 331"/>
              <a:gd name="T56" fmla="*/ 40 w 294"/>
              <a:gd name="T57" fmla="*/ 161 h 331"/>
              <a:gd name="T58" fmla="*/ 24 w 294"/>
              <a:gd name="T59" fmla="*/ 158 h 331"/>
              <a:gd name="T60" fmla="*/ 11 w 294"/>
              <a:gd name="T61" fmla="*/ 150 h 331"/>
              <a:gd name="T62" fmla="*/ 0 w 294"/>
              <a:gd name="T63" fmla="*/ 131 h 331"/>
              <a:gd name="T64" fmla="*/ 0 w 294"/>
              <a:gd name="T65" fmla="*/ 111 h 331"/>
              <a:gd name="T66" fmla="*/ 16 w 294"/>
              <a:gd name="T67" fmla="*/ 68 h 331"/>
              <a:gd name="T68" fmla="*/ 39 w 294"/>
              <a:gd name="T69" fmla="*/ 42 h 331"/>
              <a:gd name="T70" fmla="*/ 68 w 294"/>
              <a:gd name="T71" fmla="*/ 19 h 331"/>
              <a:gd name="T72" fmla="*/ 127 w 294"/>
              <a:gd name="T73" fmla="*/ 1 h 331"/>
              <a:gd name="T74" fmla="*/ 170 w 294"/>
              <a:gd name="T75" fmla="*/ 1 h 331"/>
              <a:gd name="T76" fmla="*/ 225 w 294"/>
              <a:gd name="T77" fmla="*/ 14 h 331"/>
              <a:gd name="T78" fmla="*/ 255 w 294"/>
              <a:gd name="T79" fmla="*/ 33 h 331"/>
              <a:gd name="T80" fmla="*/ 276 w 294"/>
              <a:gd name="T81" fmla="*/ 57 h 331"/>
              <a:gd name="T82" fmla="*/ 293 w 294"/>
              <a:gd name="T83" fmla="*/ 100 h 331"/>
              <a:gd name="T84" fmla="*/ 294 w 294"/>
              <a:gd name="T85" fmla="*/ 127 h 331"/>
              <a:gd name="T86" fmla="*/ 286 w 294"/>
              <a:gd name="T87" fmla="*/ 16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94" h="331">
                <a:moveTo>
                  <a:pt x="286" y="160"/>
                </a:moveTo>
                <a:lnTo>
                  <a:pt x="286" y="160"/>
                </a:lnTo>
                <a:lnTo>
                  <a:pt x="280" y="168"/>
                </a:lnTo>
                <a:lnTo>
                  <a:pt x="275" y="177"/>
                </a:lnTo>
                <a:lnTo>
                  <a:pt x="268" y="185"/>
                </a:lnTo>
                <a:lnTo>
                  <a:pt x="261" y="192"/>
                </a:lnTo>
                <a:lnTo>
                  <a:pt x="261" y="192"/>
                </a:lnTo>
                <a:lnTo>
                  <a:pt x="211" y="239"/>
                </a:lnTo>
                <a:lnTo>
                  <a:pt x="211" y="239"/>
                </a:lnTo>
                <a:lnTo>
                  <a:pt x="196" y="255"/>
                </a:lnTo>
                <a:lnTo>
                  <a:pt x="196" y="255"/>
                </a:lnTo>
                <a:lnTo>
                  <a:pt x="190" y="263"/>
                </a:lnTo>
                <a:lnTo>
                  <a:pt x="186" y="269"/>
                </a:lnTo>
                <a:lnTo>
                  <a:pt x="186" y="269"/>
                </a:lnTo>
                <a:lnTo>
                  <a:pt x="183" y="280"/>
                </a:lnTo>
                <a:lnTo>
                  <a:pt x="183" y="280"/>
                </a:lnTo>
                <a:lnTo>
                  <a:pt x="178" y="300"/>
                </a:lnTo>
                <a:lnTo>
                  <a:pt x="178" y="300"/>
                </a:lnTo>
                <a:lnTo>
                  <a:pt x="176" y="307"/>
                </a:lnTo>
                <a:lnTo>
                  <a:pt x="174" y="314"/>
                </a:lnTo>
                <a:lnTo>
                  <a:pt x="170" y="319"/>
                </a:lnTo>
                <a:lnTo>
                  <a:pt x="167" y="324"/>
                </a:lnTo>
                <a:lnTo>
                  <a:pt x="162" y="327"/>
                </a:lnTo>
                <a:lnTo>
                  <a:pt x="157" y="330"/>
                </a:lnTo>
                <a:lnTo>
                  <a:pt x="150" y="331"/>
                </a:lnTo>
                <a:lnTo>
                  <a:pt x="143" y="331"/>
                </a:lnTo>
                <a:lnTo>
                  <a:pt x="143" y="331"/>
                </a:lnTo>
                <a:lnTo>
                  <a:pt x="136" y="331"/>
                </a:lnTo>
                <a:lnTo>
                  <a:pt x="129" y="329"/>
                </a:lnTo>
                <a:lnTo>
                  <a:pt x="123" y="326"/>
                </a:lnTo>
                <a:lnTo>
                  <a:pt x="117" y="321"/>
                </a:lnTo>
                <a:lnTo>
                  <a:pt x="117" y="321"/>
                </a:lnTo>
                <a:lnTo>
                  <a:pt x="113" y="316"/>
                </a:lnTo>
                <a:lnTo>
                  <a:pt x="109" y="309"/>
                </a:lnTo>
                <a:lnTo>
                  <a:pt x="107" y="301"/>
                </a:lnTo>
                <a:lnTo>
                  <a:pt x="107" y="293"/>
                </a:lnTo>
                <a:lnTo>
                  <a:pt x="107" y="293"/>
                </a:lnTo>
                <a:lnTo>
                  <a:pt x="107" y="280"/>
                </a:lnTo>
                <a:lnTo>
                  <a:pt x="108" y="269"/>
                </a:lnTo>
                <a:lnTo>
                  <a:pt x="111" y="259"/>
                </a:lnTo>
                <a:lnTo>
                  <a:pt x="113" y="249"/>
                </a:lnTo>
                <a:lnTo>
                  <a:pt x="113" y="249"/>
                </a:lnTo>
                <a:lnTo>
                  <a:pt x="118" y="240"/>
                </a:lnTo>
                <a:lnTo>
                  <a:pt x="122" y="232"/>
                </a:lnTo>
                <a:lnTo>
                  <a:pt x="128" y="224"/>
                </a:lnTo>
                <a:lnTo>
                  <a:pt x="133" y="217"/>
                </a:lnTo>
                <a:lnTo>
                  <a:pt x="133" y="217"/>
                </a:lnTo>
                <a:lnTo>
                  <a:pt x="148" y="202"/>
                </a:lnTo>
                <a:lnTo>
                  <a:pt x="168" y="183"/>
                </a:lnTo>
                <a:lnTo>
                  <a:pt x="168" y="183"/>
                </a:lnTo>
                <a:lnTo>
                  <a:pt x="194" y="158"/>
                </a:lnTo>
                <a:lnTo>
                  <a:pt x="194" y="158"/>
                </a:lnTo>
                <a:lnTo>
                  <a:pt x="201" y="150"/>
                </a:lnTo>
                <a:lnTo>
                  <a:pt x="209" y="140"/>
                </a:lnTo>
                <a:lnTo>
                  <a:pt x="209" y="140"/>
                </a:lnTo>
                <a:lnTo>
                  <a:pt x="210" y="134"/>
                </a:lnTo>
                <a:lnTo>
                  <a:pt x="213" y="129"/>
                </a:lnTo>
                <a:lnTo>
                  <a:pt x="214" y="117"/>
                </a:lnTo>
                <a:lnTo>
                  <a:pt x="214" y="117"/>
                </a:lnTo>
                <a:lnTo>
                  <a:pt x="213" y="105"/>
                </a:lnTo>
                <a:lnTo>
                  <a:pt x="209" y="95"/>
                </a:lnTo>
                <a:lnTo>
                  <a:pt x="204" y="85"/>
                </a:lnTo>
                <a:lnTo>
                  <a:pt x="195" y="78"/>
                </a:lnTo>
                <a:lnTo>
                  <a:pt x="195" y="78"/>
                </a:lnTo>
                <a:lnTo>
                  <a:pt x="186" y="70"/>
                </a:lnTo>
                <a:lnTo>
                  <a:pt x="175" y="65"/>
                </a:lnTo>
                <a:lnTo>
                  <a:pt x="163" y="63"/>
                </a:lnTo>
                <a:lnTo>
                  <a:pt x="150" y="62"/>
                </a:lnTo>
                <a:lnTo>
                  <a:pt x="150" y="62"/>
                </a:lnTo>
                <a:lnTo>
                  <a:pt x="134" y="63"/>
                </a:lnTo>
                <a:lnTo>
                  <a:pt x="122" y="67"/>
                </a:lnTo>
                <a:lnTo>
                  <a:pt x="111" y="72"/>
                </a:lnTo>
                <a:lnTo>
                  <a:pt x="102" y="79"/>
                </a:lnTo>
                <a:lnTo>
                  <a:pt x="102" y="79"/>
                </a:lnTo>
                <a:lnTo>
                  <a:pt x="95" y="88"/>
                </a:lnTo>
                <a:lnTo>
                  <a:pt x="88" y="99"/>
                </a:lnTo>
                <a:lnTo>
                  <a:pt x="82" y="113"/>
                </a:lnTo>
                <a:lnTo>
                  <a:pt x="77" y="127"/>
                </a:lnTo>
                <a:lnTo>
                  <a:pt x="77" y="127"/>
                </a:lnTo>
                <a:lnTo>
                  <a:pt x="75" y="135"/>
                </a:lnTo>
                <a:lnTo>
                  <a:pt x="71" y="142"/>
                </a:lnTo>
                <a:lnTo>
                  <a:pt x="67" y="147"/>
                </a:lnTo>
                <a:lnTo>
                  <a:pt x="62" y="152"/>
                </a:lnTo>
                <a:lnTo>
                  <a:pt x="57" y="156"/>
                </a:lnTo>
                <a:lnTo>
                  <a:pt x="52" y="158"/>
                </a:lnTo>
                <a:lnTo>
                  <a:pt x="46" y="161"/>
                </a:lnTo>
                <a:lnTo>
                  <a:pt x="40" y="161"/>
                </a:lnTo>
                <a:lnTo>
                  <a:pt x="40" y="161"/>
                </a:lnTo>
                <a:lnTo>
                  <a:pt x="31" y="161"/>
                </a:lnTo>
                <a:lnTo>
                  <a:pt x="24" y="158"/>
                </a:lnTo>
                <a:lnTo>
                  <a:pt x="18" y="155"/>
                </a:lnTo>
                <a:lnTo>
                  <a:pt x="11" y="150"/>
                </a:lnTo>
                <a:lnTo>
                  <a:pt x="11" y="150"/>
                </a:lnTo>
                <a:lnTo>
                  <a:pt x="6" y="144"/>
                </a:lnTo>
                <a:lnTo>
                  <a:pt x="3" y="137"/>
                </a:lnTo>
                <a:lnTo>
                  <a:pt x="0" y="131"/>
                </a:lnTo>
                <a:lnTo>
                  <a:pt x="0" y="125"/>
                </a:lnTo>
                <a:lnTo>
                  <a:pt x="0" y="125"/>
                </a:lnTo>
                <a:lnTo>
                  <a:pt x="0" y="111"/>
                </a:lnTo>
                <a:lnTo>
                  <a:pt x="4" y="96"/>
                </a:lnTo>
                <a:lnTo>
                  <a:pt x="9" y="83"/>
                </a:lnTo>
                <a:lnTo>
                  <a:pt x="16" y="68"/>
                </a:lnTo>
                <a:lnTo>
                  <a:pt x="16" y="68"/>
                </a:lnTo>
                <a:lnTo>
                  <a:pt x="26" y="54"/>
                </a:lnTo>
                <a:lnTo>
                  <a:pt x="39" y="42"/>
                </a:lnTo>
                <a:lnTo>
                  <a:pt x="52" y="29"/>
                </a:lnTo>
                <a:lnTo>
                  <a:pt x="68" y="19"/>
                </a:lnTo>
                <a:lnTo>
                  <a:pt x="68" y="19"/>
                </a:lnTo>
                <a:lnTo>
                  <a:pt x="87" y="11"/>
                </a:lnTo>
                <a:lnTo>
                  <a:pt x="106" y="4"/>
                </a:lnTo>
                <a:lnTo>
                  <a:pt x="127" y="1"/>
                </a:lnTo>
                <a:lnTo>
                  <a:pt x="149" y="0"/>
                </a:lnTo>
                <a:lnTo>
                  <a:pt x="149" y="0"/>
                </a:lnTo>
                <a:lnTo>
                  <a:pt x="170" y="1"/>
                </a:lnTo>
                <a:lnTo>
                  <a:pt x="189" y="3"/>
                </a:lnTo>
                <a:lnTo>
                  <a:pt x="208" y="7"/>
                </a:lnTo>
                <a:lnTo>
                  <a:pt x="225" y="14"/>
                </a:lnTo>
                <a:lnTo>
                  <a:pt x="225" y="14"/>
                </a:lnTo>
                <a:lnTo>
                  <a:pt x="240" y="23"/>
                </a:lnTo>
                <a:lnTo>
                  <a:pt x="255" y="33"/>
                </a:lnTo>
                <a:lnTo>
                  <a:pt x="266" y="44"/>
                </a:lnTo>
                <a:lnTo>
                  <a:pt x="276" y="57"/>
                </a:lnTo>
                <a:lnTo>
                  <a:pt x="276" y="57"/>
                </a:lnTo>
                <a:lnTo>
                  <a:pt x="285" y="70"/>
                </a:lnTo>
                <a:lnTo>
                  <a:pt x="289" y="85"/>
                </a:lnTo>
                <a:lnTo>
                  <a:pt x="293" y="100"/>
                </a:lnTo>
                <a:lnTo>
                  <a:pt x="294" y="115"/>
                </a:lnTo>
                <a:lnTo>
                  <a:pt x="294" y="115"/>
                </a:lnTo>
                <a:lnTo>
                  <a:pt x="294" y="127"/>
                </a:lnTo>
                <a:lnTo>
                  <a:pt x="292" y="139"/>
                </a:lnTo>
                <a:lnTo>
                  <a:pt x="289" y="150"/>
                </a:lnTo>
                <a:lnTo>
                  <a:pt x="286" y="160"/>
                </a:lnTo>
                <a:lnTo>
                  <a:pt x="286" y="1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背景 0"/>
          <p:cNvSpPr/>
          <p:nvPr>
            <p:custDataLst>
              <p:tags r:id="rId2"/>
            </p:custDataLst>
          </p:nvPr>
        </p:nvSpPr>
        <p:spPr>
          <a:xfrm>
            <a:off x="0" y="1981216"/>
            <a:ext cx="8077264" cy="2921023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769895" y="4426251"/>
            <a:ext cx="2765054" cy="216182"/>
            <a:chOff x="860461" y="4272212"/>
            <a:chExt cx="2765054" cy="216182"/>
          </a:xfrm>
        </p:grpSpPr>
        <p:cxnSp>
          <p:nvCxnSpPr>
            <p:cNvPr id="4" name="直接连接符 3"/>
            <p:cNvCxnSpPr/>
            <p:nvPr>
              <p:custDataLst>
                <p:tags r:id="rId4"/>
              </p:custDataLst>
            </p:nvPr>
          </p:nvCxnSpPr>
          <p:spPr>
            <a:xfrm>
              <a:off x="860461" y="4272213"/>
              <a:ext cx="469366" cy="0"/>
            </a:xfrm>
            <a:prstGeom prst="line">
              <a:avLst/>
            </a:prstGeom>
            <a:ln w="25400">
              <a:solidFill>
                <a:schemeClr val="l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5"/>
              </p:custDataLst>
            </p:nvPr>
          </p:nvCxnSpPr>
          <p:spPr>
            <a:xfrm rot="-120000" flipH="1">
              <a:off x="1287080" y="4272212"/>
              <a:ext cx="33940" cy="216181"/>
            </a:xfrm>
            <a:prstGeom prst="line">
              <a:avLst/>
            </a:prstGeom>
            <a:ln w="25400">
              <a:solidFill>
                <a:schemeClr val="l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6"/>
              </p:custDataLst>
            </p:nvPr>
          </p:nvCxnSpPr>
          <p:spPr>
            <a:xfrm flipV="1">
              <a:off x="1287080" y="4272213"/>
              <a:ext cx="222633" cy="216181"/>
            </a:xfrm>
            <a:prstGeom prst="line">
              <a:avLst/>
            </a:prstGeom>
            <a:ln w="25400">
              <a:solidFill>
                <a:schemeClr val="l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>
              <p:custDataLst>
                <p:tags r:id="rId7"/>
              </p:custDataLst>
            </p:nvPr>
          </p:nvCxnSpPr>
          <p:spPr>
            <a:xfrm>
              <a:off x="1492285" y="4274594"/>
              <a:ext cx="2133230" cy="0"/>
            </a:xfrm>
            <a:prstGeom prst="line">
              <a:avLst/>
            </a:prstGeom>
            <a:ln w="25400">
              <a:solidFill>
                <a:schemeClr val="l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6"/>
          <p:cNvSpPr txBox="1"/>
          <p:nvPr>
            <p:custDataLst>
              <p:tags r:id="rId8"/>
            </p:custDataLst>
          </p:nvPr>
        </p:nvSpPr>
        <p:spPr>
          <a:xfrm>
            <a:off x="762006" y="2590743"/>
            <a:ext cx="6553251" cy="167651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sz="3200" b="1" spc="180">
                <a:ln w="3175">
                  <a:noFill/>
                  <a:prstDash val="dash"/>
                </a:ln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一张好的图片如何打造爆品？</a:t>
            </a:r>
            <a:endParaRPr lang="zh-CN" sz="3200" b="1" spc="180">
              <a:ln w="3175">
                <a:noFill/>
                <a:prstDash val="dash"/>
              </a:ln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2600" spc="180">
                <a:ln w="3175">
                  <a:noFill/>
                  <a:prstDash val="dash"/>
                </a:ln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点击率  b 转化率 c 停留时间 d 连带率 </a:t>
            </a:r>
            <a:endParaRPr lang="en-US" sz="2600" spc="180">
              <a:ln w="3175">
                <a:noFill/>
                <a:prstDash val="dash"/>
              </a:ln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/Users/92973/AppData/Local/Temp/picturecompress_20210509001914/output_88.jpgoutput_88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448863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80" h="10800">
                <a:moveTo>
                  <a:pt x="0" y="0"/>
                </a:moveTo>
                <a:lnTo>
                  <a:pt x="14880" y="0"/>
                </a:lnTo>
                <a:lnTo>
                  <a:pt x="1488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bj"/>
          <p:cNvSpPr/>
          <p:nvPr>
            <p:custDataLst>
              <p:tags r:id="rId3"/>
            </p:custDataLst>
          </p:nvPr>
        </p:nvSpPr>
        <p:spPr>
          <a:xfrm>
            <a:off x="7467600" y="1219200"/>
            <a:ext cx="4724400" cy="457073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itle 6"/>
          <p:cNvSpPr txBox="1"/>
          <p:nvPr>
            <p:custDataLst>
              <p:tags r:id="rId4"/>
            </p:custDataLst>
          </p:nvPr>
        </p:nvSpPr>
        <p:spPr>
          <a:xfrm>
            <a:off x="7772462" y="2047784"/>
            <a:ext cx="3504590" cy="58152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zh-CN" altLang="en-US" sz="3200" b="1" i="0" spc="160" noProof="0" dirty="0">
                <a:ln w="3175">
                  <a:noFill/>
                  <a:prstDash val="dash"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何为爆品？</a:t>
            </a:r>
            <a:endParaRPr kumimoji="0" lang="zh-CN" altLang="en-US" sz="3200" b="1" i="0" spc="160" noProof="0" dirty="0">
              <a:ln w="3175">
                <a:noFill/>
                <a:prstDash val="dash"/>
              </a:ln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itle 6"/>
          <p:cNvSpPr txBox="1"/>
          <p:nvPr>
            <p:custDataLst>
              <p:tags r:id="rId5"/>
            </p:custDataLst>
          </p:nvPr>
        </p:nvSpPr>
        <p:spPr>
          <a:xfrm>
            <a:off x="7553960" y="2791460"/>
            <a:ext cx="4545330" cy="228790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30200" lvl="0" indent="-330200" algn="l" font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sz="1800" spc="2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卖的火爆的产品。能迅速抢占市场。可代表公司</a:t>
            </a:r>
            <a:endParaRPr lang="zh-CN" sz="1800" spc="2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30200" lvl="0" indent="-330200" algn="l" font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spc="2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a有品质 b 有销量 c 有库存d 有热度 e好利润 </a:t>
            </a:r>
            <a:endParaRPr lang="en-US" sz="1800" spc="2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409575" y="297815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爆品的图片具备要素</a:t>
            </a:r>
            <a:endParaRPr lang="zh-CN" altLang="en-US" sz="2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409575" y="944245"/>
            <a:ext cx="3388360" cy="76200"/>
            <a:chOff x="533" y="1802"/>
            <a:chExt cx="4250" cy="120"/>
          </a:xfrm>
        </p:grpSpPr>
        <p:sp>
          <p:nvSpPr>
            <p:cNvPr id="8" name="矩形 7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任意多边形 14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1" name="圆角矩形 10"/>
          <p:cNvSpPr/>
          <p:nvPr>
            <p:custDataLst>
              <p:tags r:id="rId4"/>
            </p:custDataLst>
          </p:nvPr>
        </p:nvSpPr>
        <p:spPr>
          <a:xfrm>
            <a:off x="1066521" y="4011611"/>
            <a:ext cx="10128174" cy="288032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 bwMode="auto">
          <a:xfrm>
            <a:off x="1807845" y="5019675"/>
            <a:ext cx="3574415" cy="1066800"/>
          </a:xfrm>
          <a:prstGeom prst="rect">
            <a:avLst/>
          </a:prstGeom>
        </p:spPr>
        <p:txBody>
          <a:bodyPr wrap="square" lIns="90000" tIns="0" rIns="90000" bIns="46800" anchor="t" anchorCtr="1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50">
                <a:solidFill>
                  <a:schemeClr val="dk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符合品牌风格</a:t>
            </a:r>
            <a:endParaRPr lang="zh-CN" altLang="en-US" sz="2000" spc="150">
              <a:solidFill>
                <a:schemeClr val="dk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50">
                <a:solidFill>
                  <a:schemeClr val="dk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文案风格一致</a:t>
            </a:r>
            <a:endParaRPr lang="zh-CN" altLang="en-US" sz="2000" spc="150">
              <a:solidFill>
                <a:schemeClr val="dk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 bwMode="auto">
          <a:xfrm>
            <a:off x="2119630" y="4428490"/>
            <a:ext cx="3262630" cy="462280"/>
          </a:xfrm>
          <a:prstGeom prst="rect">
            <a:avLst/>
          </a:prstGeom>
        </p:spPr>
        <p:txBody>
          <a:bodyPr wrap="square" lIns="90000" tIns="46800" rIns="90000" bIns="0" anchor="b" anchorCtr="1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spc="3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风格一致</a:t>
            </a:r>
            <a:endParaRPr lang="zh-CN" altLang="en-US" sz="2400" b="1" spc="3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28" name="椭圆 27"/>
          <p:cNvSpPr/>
          <p:nvPr>
            <p:custDataLst>
              <p:tags r:id="rId7"/>
            </p:custDataLst>
          </p:nvPr>
        </p:nvSpPr>
        <p:spPr>
          <a:xfrm>
            <a:off x="3858127" y="4067920"/>
            <a:ext cx="182770" cy="182770"/>
          </a:xfrm>
          <a:prstGeom prst="ellipse">
            <a:avLst/>
          </a:prstGeom>
          <a:solidFill>
            <a:srgbClr val="4276AA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7" name="任意多边形 66"/>
          <p:cNvSpPr/>
          <p:nvPr>
            <p:custDataLst>
              <p:tags r:id="rId8"/>
            </p:custDataLst>
          </p:nvPr>
        </p:nvSpPr>
        <p:spPr bwMode="auto">
          <a:xfrm flipH="1">
            <a:off x="3631954" y="2414360"/>
            <a:ext cx="669624" cy="1653560"/>
          </a:xfrm>
          <a:custGeom>
            <a:avLst/>
            <a:gdLst>
              <a:gd name="T0" fmla="*/ 937 w 1176"/>
              <a:gd name="T1" fmla="*/ 1835 h 2904"/>
              <a:gd name="T2" fmla="*/ 1107 w 1176"/>
              <a:gd name="T3" fmla="*/ 1699 h 2904"/>
              <a:gd name="T4" fmla="*/ 1172 w 1176"/>
              <a:gd name="T5" fmla="*/ 1536 h 2904"/>
              <a:gd name="T6" fmla="*/ 1159 w 1176"/>
              <a:gd name="T7" fmla="*/ 1398 h 2904"/>
              <a:gd name="T8" fmla="*/ 1034 w 1176"/>
              <a:gd name="T9" fmla="*/ 1223 h 2904"/>
              <a:gd name="T10" fmla="*/ 860 w 1176"/>
              <a:gd name="T11" fmla="*/ 1120 h 2904"/>
              <a:gd name="T12" fmla="*/ 674 w 1176"/>
              <a:gd name="T13" fmla="*/ 1034 h 2904"/>
              <a:gd name="T14" fmla="*/ 965 w 1176"/>
              <a:gd name="T15" fmla="*/ 948 h 2904"/>
              <a:gd name="T16" fmla="*/ 1071 w 1176"/>
              <a:gd name="T17" fmla="*/ 844 h 2904"/>
              <a:gd name="T18" fmla="*/ 1135 w 1176"/>
              <a:gd name="T19" fmla="*/ 695 h 2904"/>
              <a:gd name="T20" fmla="*/ 1148 w 1176"/>
              <a:gd name="T21" fmla="*/ 530 h 2904"/>
              <a:gd name="T22" fmla="*/ 1107 w 1176"/>
              <a:gd name="T23" fmla="*/ 344 h 2904"/>
              <a:gd name="T24" fmla="*/ 1008 w 1176"/>
              <a:gd name="T25" fmla="*/ 185 h 2904"/>
              <a:gd name="T26" fmla="*/ 864 w 1176"/>
              <a:gd name="T27" fmla="*/ 68 h 2904"/>
              <a:gd name="T28" fmla="*/ 685 w 1176"/>
              <a:gd name="T29" fmla="*/ 6 h 2904"/>
              <a:gd name="T30" fmla="*/ 517 w 1176"/>
              <a:gd name="T31" fmla="*/ 6 h 2904"/>
              <a:gd name="T32" fmla="*/ 336 w 1176"/>
              <a:gd name="T33" fmla="*/ 66 h 2904"/>
              <a:gd name="T34" fmla="*/ 191 w 1176"/>
              <a:gd name="T35" fmla="*/ 181 h 2904"/>
              <a:gd name="T36" fmla="*/ 90 w 1176"/>
              <a:gd name="T37" fmla="*/ 338 h 2904"/>
              <a:gd name="T38" fmla="*/ 47 w 1176"/>
              <a:gd name="T39" fmla="*/ 525 h 2904"/>
              <a:gd name="T40" fmla="*/ 67 w 1176"/>
              <a:gd name="T41" fmla="*/ 695 h 2904"/>
              <a:gd name="T42" fmla="*/ 41 w 1176"/>
              <a:gd name="T43" fmla="*/ 823 h 2904"/>
              <a:gd name="T44" fmla="*/ 2 w 1176"/>
              <a:gd name="T45" fmla="*/ 975 h 2904"/>
              <a:gd name="T46" fmla="*/ 88 w 1176"/>
              <a:gd name="T47" fmla="*/ 1122 h 2904"/>
              <a:gd name="T48" fmla="*/ 11 w 1176"/>
              <a:gd name="T49" fmla="*/ 1374 h 2904"/>
              <a:gd name="T50" fmla="*/ 38 w 1176"/>
              <a:gd name="T51" fmla="*/ 1497 h 2904"/>
              <a:gd name="T52" fmla="*/ 138 w 1176"/>
              <a:gd name="T53" fmla="*/ 1549 h 2904"/>
              <a:gd name="T54" fmla="*/ 271 w 1176"/>
              <a:gd name="T55" fmla="*/ 1518 h 2904"/>
              <a:gd name="T56" fmla="*/ 293 w 1176"/>
              <a:gd name="T57" fmla="*/ 1753 h 2904"/>
              <a:gd name="T58" fmla="*/ 230 w 1176"/>
              <a:gd name="T59" fmla="*/ 2606 h 2904"/>
              <a:gd name="T60" fmla="*/ 82 w 1176"/>
              <a:gd name="T61" fmla="*/ 2671 h 2904"/>
              <a:gd name="T62" fmla="*/ 41 w 1176"/>
              <a:gd name="T63" fmla="*/ 2757 h 2904"/>
              <a:gd name="T64" fmla="*/ 56 w 1176"/>
              <a:gd name="T65" fmla="*/ 2839 h 2904"/>
              <a:gd name="T66" fmla="*/ 159 w 1176"/>
              <a:gd name="T67" fmla="*/ 2891 h 2904"/>
              <a:gd name="T68" fmla="*/ 375 w 1176"/>
              <a:gd name="T69" fmla="*/ 2900 h 2904"/>
              <a:gd name="T70" fmla="*/ 519 w 1176"/>
              <a:gd name="T71" fmla="*/ 2835 h 2904"/>
              <a:gd name="T72" fmla="*/ 588 w 1176"/>
              <a:gd name="T73" fmla="*/ 2712 h 2904"/>
              <a:gd name="T74" fmla="*/ 629 w 1176"/>
              <a:gd name="T75" fmla="*/ 2824 h 2904"/>
              <a:gd name="T76" fmla="*/ 732 w 1176"/>
              <a:gd name="T77" fmla="*/ 2876 h 2904"/>
              <a:gd name="T78" fmla="*/ 1032 w 1176"/>
              <a:gd name="T79" fmla="*/ 2871 h 2904"/>
              <a:gd name="T80" fmla="*/ 1099 w 1176"/>
              <a:gd name="T81" fmla="*/ 2816 h 2904"/>
              <a:gd name="T82" fmla="*/ 1084 w 1176"/>
              <a:gd name="T83" fmla="*/ 2718 h 2904"/>
              <a:gd name="T84" fmla="*/ 993 w 1176"/>
              <a:gd name="T85" fmla="*/ 2621 h 2904"/>
              <a:gd name="T86" fmla="*/ 330 w 1176"/>
              <a:gd name="T87" fmla="*/ 1346 h 2904"/>
              <a:gd name="T88" fmla="*/ 302 w 1176"/>
              <a:gd name="T89" fmla="*/ 1139 h 2904"/>
              <a:gd name="T90" fmla="*/ 474 w 1176"/>
              <a:gd name="T91" fmla="*/ 1029 h 2904"/>
              <a:gd name="T92" fmla="*/ 332 w 1176"/>
              <a:gd name="T93" fmla="*/ 1396 h 2904"/>
              <a:gd name="T94" fmla="*/ 502 w 1176"/>
              <a:gd name="T95" fmla="*/ 2283 h 2904"/>
              <a:gd name="T96" fmla="*/ 532 w 1176"/>
              <a:gd name="T97" fmla="*/ 2040 h 2904"/>
              <a:gd name="T98" fmla="*/ 573 w 1176"/>
              <a:gd name="T99" fmla="*/ 2008 h 2904"/>
              <a:gd name="T100" fmla="*/ 614 w 1176"/>
              <a:gd name="T101" fmla="*/ 2152 h 2904"/>
              <a:gd name="T102" fmla="*/ 601 w 1176"/>
              <a:gd name="T103" fmla="*/ 2667 h 2904"/>
              <a:gd name="T104" fmla="*/ 851 w 1176"/>
              <a:gd name="T105" fmla="*/ 1372 h 2904"/>
              <a:gd name="T106" fmla="*/ 926 w 1176"/>
              <a:gd name="T107" fmla="*/ 1447 h 2904"/>
              <a:gd name="T108" fmla="*/ 935 w 1176"/>
              <a:gd name="T109" fmla="*/ 1516 h 2904"/>
              <a:gd name="T110" fmla="*/ 844 w 1176"/>
              <a:gd name="T111" fmla="*/ 1607 h 2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76" h="2904">
                <a:moveTo>
                  <a:pt x="834" y="2581"/>
                </a:moveTo>
                <a:lnTo>
                  <a:pt x="814" y="1883"/>
                </a:lnTo>
                <a:lnTo>
                  <a:pt x="814" y="1883"/>
                </a:lnTo>
                <a:lnTo>
                  <a:pt x="831" y="1878"/>
                </a:lnTo>
                <a:lnTo>
                  <a:pt x="875" y="1863"/>
                </a:lnTo>
                <a:lnTo>
                  <a:pt x="905" y="1850"/>
                </a:lnTo>
                <a:lnTo>
                  <a:pt x="937" y="1835"/>
                </a:lnTo>
                <a:lnTo>
                  <a:pt x="972" y="1816"/>
                </a:lnTo>
                <a:lnTo>
                  <a:pt x="1008" y="1792"/>
                </a:lnTo>
                <a:lnTo>
                  <a:pt x="1043" y="1766"/>
                </a:lnTo>
                <a:lnTo>
                  <a:pt x="1060" y="1751"/>
                </a:lnTo>
                <a:lnTo>
                  <a:pt x="1077" y="1734"/>
                </a:lnTo>
                <a:lnTo>
                  <a:pt x="1092" y="1717"/>
                </a:lnTo>
                <a:lnTo>
                  <a:pt x="1107" y="1699"/>
                </a:lnTo>
                <a:lnTo>
                  <a:pt x="1120" y="1680"/>
                </a:lnTo>
                <a:lnTo>
                  <a:pt x="1133" y="1659"/>
                </a:lnTo>
                <a:lnTo>
                  <a:pt x="1144" y="1637"/>
                </a:lnTo>
                <a:lnTo>
                  <a:pt x="1153" y="1613"/>
                </a:lnTo>
                <a:lnTo>
                  <a:pt x="1163" y="1589"/>
                </a:lnTo>
                <a:lnTo>
                  <a:pt x="1168" y="1564"/>
                </a:lnTo>
                <a:lnTo>
                  <a:pt x="1172" y="1536"/>
                </a:lnTo>
                <a:lnTo>
                  <a:pt x="1176" y="1508"/>
                </a:lnTo>
                <a:lnTo>
                  <a:pt x="1176" y="1478"/>
                </a:lnTo>
                <a:lnTo>
                  <a:pt x="1174" y="1447"/>
                </a:lnTo>
                <a:lnTo>
                  <a:pt x="1174" y="1447"/>
                </a:lnTo>
                <a:lnTo>
                  <a:pt x="1170" y="1434"/>
                </a:lnTo>
                <a:lnTo>
                  <a:pt x="1166" y="1419"/>
                </a:lnTo>
                <a:lnTo>
                  <a:pt x="1159" y="1398"/>
                </a:lnTo>
                <a:lnTo>
                  <a:pt x="1150" y="1376"/>
                </a:lnTo>
                <a:lnTo>
                  <a:pt x="1137" y="1348"/>
                </a:lnTo>
                <a:lnTo>
                  <a:pt x="1120" y="1318"/>
                </a:lnTo>
                <a:lnTo>
                  <a:pt x="1097" y="1288"/>
                </a:lnTo>
                <a:lnTo>
                  <a:pt x="1069" y="1254"/>
                </a:lnTo>
                <a:lnTo>
                  <a:pt x="1053" y="1240"/>
                </a:lnTo>
                <a:lnTo>
                  <a:pt x="1034" y="1223"/>
                </a:lnTo>
                <a:lnTo>
                  <a:pt x="1015" y="1208"/>
                </a:lnTo>
                <a:lnTo>
                  <a:pt x="995" y="1191"/>
                </a:lnTo>
                <a:lnTo>
                  <a:pt x="970" y="1176"/>
                </a:lnTo>
                <a:lnTo>
                  <a:pt x="946" y="1161"/>
                </a:lnTo>
                <a:lnTo>
                  <a:pt x="920" y="1146"/>
                </a:lnTo>
                <a:lnTo>
                  <a:pt x="892" y="1133"/>
                </a:lnTo>
                <a:lnTo>
                  <a:pt x="860" y="1120"/>
                </a:lnTo>
                <a:lnTo>
                  <a:pt x="827" y="1109"/>
                </a:lnTo>
                <a:lnTo>
                  <a:pt x="793" y="1098"/>
                </a:lnTo>
                <a:lnTo>
                  <a:pt x="756" y="1087"/>
                </a:lnTo>
                <a:lnTo>
                  <a:pt x="715" y="1077"/>
                </a:lnTo>
                <a:lnTo>
                  <a:pt x="674" y="1070"/>
                </a:lnTo>
                <a:lnTo>
                  <a:pt x="674" y="1034"/>
                </a:lnTo>
                <a:lnTo>
                  <a:pt x="674" y="1034"/>
                </a:lnTo>
                <a:lnTo>
                  <a:pt x="724" y="1029"/>
                </a:lnTo>
                <a:lnTo>
                  <a:pt x="773" y="1021"/>
                </a:lnTo>
                <a:lnTo>
                  <a:pt x="821" y="1012"/>
                </a:lnTo>
                <a:lnTo>
                  <a:pt x="864" y="997"/>
                </a:lnTo>
                <a:lnTo>
                  <a:pt x="907" y="980"/>
                </a:lnTo>
                <a:lnTo>
                  <a:pt x="946" y="960"/>
                </a:lnTo>
                <a:lnTo>
                  <a:pt x="965" y="948"/>
                </a:lnTo>
                <a:lnTo>
                  <a:pt x="982" y="935"/>
                </a:lnTo>
                <a:lnTo>
                  <a:pt x="998" y="922"/>
                </a:lnTo>
                <a:lnTo>
                  <a:pt x="1015" y="909"/>
                </a:lnTo>
                <a:lnTo>
                  <a:pt x="1030" y="894"/>
                </a:lnTo>
                <a:lnTo>
                  <a:pt x="1045" y="878"/>
                </a:lnTo>
                <a:lnTo>
                  <a:pt x="1058" y="861"/>
                </a:lnTo>
                <a:lnTo>
                  <a:pt x="1071" y="844"/>
                </a:lnTo>
                <a:lnTo>
                  <a:pt x="1084" y="825"/>
                </a:lnTo>
                <a:lnTo>
                  <a:pt x="1096" y="807"/>
                </a:lnTo>
                <a:lnTo>
                  <a:pt x="1105" y="786"/>
                </a:lnTo>
                <a:lnTo>
                  <a:pt x="1114" y="764"/>
                </a:lnTo>
                <a:lnTo>
                  <a:pt x="1122" y="741"/>
                </a:lnTo>
                <a:lnTo>
                  <a:pt x="1129" y="719"/>
                </a:lnTo>
                <a:lnTo>
                  <a:pt x="1135" y="695"/>
                </a:lnTo>
                <a:lnTo>
                  <a:pt x="1140" y="670"/>
                </a:lnTo>
                <a:lnTo>
                  <a:pt x="1144" y="644"/>
                </a:lnTo>
                <a:lnTo>
                  <a:pt x="1148" y="616"/>
                </a:lnTo>
                <a:lnTo>
                  <a:pt x="1150" y="588"/>
                </a:lnTo>
                <a:lnTo>
                  <a:pt x="1150" y="560"/>
                </a:lnTo>
                <a:lnTo>
                  <a:pt x="1150" y="560"/>
                </a:lnTo>
                <a:lnTo>
                  <a:pt x="1148" y="530"/>
                </a:lnTo>
                <a:lnTo>
                  <a:pt x="1146" y="502"/>
                </a:lnTo>
                <a:lnTo>
                  <a:pt x="1144" y="474"/>
                </a:lnTo>
                <a:lnTo>
                  <a:pt x="1138" y="448"/>
                </a:lnTo>
                <a:lnTo>
                  <a:pt x="1133" y="420"/>
                </a:lnTo>
                <a:lnTo>
                  <a:pt x="1125" y="394"/>
                </a:lnTo>
                <a:lnTo>
                  <a:pt x="1116" y="368"/>
                </a:lnTo>
                <a:lnTo>
                  <a:pt x="1107" y="344"/>
                </a:lnTo>
                <a:lnTo>
                  <a:pt x="1096" y="318"/>
                </a:lnTo>
                <a:lnTo>
                  <a:pt x="1084" y="293"/>
                </a:lnTo>
                <a:lnTo>
                  <a:pt x="1071" y="271"/>
                </a:lnTo>
                <a:lnTo>
                  <a:pt x="1056" y="249"/>
                </a:lnTo>
                <a:lnTo>
                  <a:pt x="1041" y="226"/>
                </a:lnTo>
                <a:lnTo>
                  <a:pt x="1025" y="204"/>
                </a:lnTo>
                <a:lnTo>
                  <a:pt x="1008" y="185"/>
                </a:lnTo>
                <a:lnTo>
                  <a:pt x="989" y="165"/>
                </a:lnTo>
                <a:lnTo>
                  <a:pt x="970" y="146"/>
                </a:lnTo>
                <a:lnTo>
                  <a:pt x="952" y="129"/>
                </a:lnTo>
                <a:lnTo>
                  <a:pt x="931" y="112"/>
                </a:lnTo>
                <a:lnTo>
                  <a:pt x="909" y="96"/>
                </a:lnTo>
                <a:lnTo>
                  <a:pt x="887" y="81"/>
                </a:lnTo>
                <a:lnTo>
                  <a:pt x="864" y="68"/>
                </a:lnTo>
                <a:lnTo>
                  <a:pt x="840" y="55"/>
                </a:lnTo>
                <a:lnTo>
                  <a:pt x="816" y="43"/>
                </a:lnTo>
                <a:lnTo>
                  <a:pt x="791" y="34"/>
                </a:lnTo>
                <a:lnTo>
                  <a:pt x="765" y="25"/>
                </a:lnTo>
                <a:lnTo>
                  <a:pt x="739" y="17"/>
                </a:lnTo>
                <a:lnTo>
                  <a:pt x="713" y="12"/>
                </a:lnTo>
                <a:lnTo>
                  <a:pt x="685" y="6"/>
                </a:lnTo>
                <a:lnTo>
                  <a:pt x="657" y="2"/>
                </a:lnTo>
                <a:lnTo>
                  <a:pt x="629" y="0"/>
                </a:lnTo>
                <a:lnTo>
                  <a:pt x="601" y="0"/>
                </a:lnTo>
                <a:lnTo>
                  <a:pt x="601" y="0"/>
                </a:lnTo>
                <a:lnTo>
                  <a:pt x="573" y="0"/>
                </a:lnTo>
                <a:lnTo>
                  <a:pt x="545" y="2"/>
                </a:lnTo>
                <a:lnTo>
                  <a:pt x="517" y="6"/>
                </a:lnTo>
                <a:lnTo>
                  <a:pt x="489" y="12"/>
                </a:lnTo>
                <a:lnTo>
                  <a:pt x="463" y="17"/>
                </a:lnTo>
                <a:lnTo>
                  <a:pt x="437" y="25"/>
                </a:lnTo>
                <a:lnTo>
                  <a:pt x="411" y="34"/>
                </a:lnTo>
                <a:lnTo>
                  <a:pt x="385" y="43"/>
                </a:lnTo>
                <a:lnTo>
                  <a:pt x="360" y="55"/>
                </a:lnTo>
                <a:lnTo>
                  <a:pt x="336" y="66"/>
                </a:lnTo>
                <a:lnTo>
                  <a:pt x="314" y="81"/>
                </a:lnTo>
                <a:lnTo>
                  <a:pt x="291" y="94"/>
                </a:lnTo>
                <a:lnTo>
                  <a:pt x="269" y="111"/>
                </a:lnTo>
                <a:lnTo>
                  <a:pt x="248" y="125"/>
                </a:lnTo>
                <a:lnTo>
                  <a:pt x="228" y="144"/>
                </a:lnTo>
                <a:lnTo>
                  <a:pt x="209" y="163"/>
                </a:lnTo>
                <a:lnTo>
                  <a:pt x="191" y="181"/>
                </a:lnTo>
                <a:lnTo>
                  <a:pt x="174" y="202"/>
                </a:lnTo>
                <a:lnTo>
                  <a:pt x="157" y="222"/>
                </a:lnTo>
                <a:lnTo>
                  <a:pt x="142" y="243"/>
                </a:lnTo>
                <a:lnTo>
                  <a:pt x="127" y="267"/>
                </a:lnTo>
                <a:lnTo>
                  <a:pt x="114" y="290"/>
                </a:lnTo>
                <a:lnTo>
                  <a:pt x="101" y="314"/>
                </a:lnTo>
                <a:lnTo>
                  <a:pt x="90" y="338"/>
                </a:lnTo>
                <a:lnTo>
                  <a:pt x="80" y="362"/>
                </a:lnTo>
                <a:lnTo>
                  <a:pt x="71" y="389"/>
                </a:lnTo>
                <a:lnTo>
                  <a:pt x="64" y="415"/>
                </a:lnTo>
                <a:lnTo>
                  <a:pt x="58" y="443"/>
                </a:lnTo>
                <a:lnTo>
                  <a:pt x="52" y="469"/>
                </a:lnTo>
                <a:lnTo>
                  <a:pt x="51" y="497"/>
                </a:lnTo>
                <a:lnTo>
                  <a:pt x="47" y="525"/>
                </a:lnTo>
                <a:lnTo>
                  <a:pt x="47" y="555"/>
                </a:lnTo>
                <a:lnTo>
                  <a:pt x="47" y="555"/>
                </a:lnTo>
                <a:lnTo>
                  <a:pt x="49" y="585"/>
                </a:lnTo>
                <a:lnTo>
                  <a:pt x="51" y="613"/>
                </a:lnTo>
                <a:lnTo>
                  <a:pt x="54" y="641"/>
                </a:lnTo>
                <a:lnTo>
                  <a:pt x="60" y="669"/>
                </a:lnTo>
                <a:lnTo>
                  <a:pt x="67" y="695"/>
                </a:lnTo>
                <a:lnTo>
                  <a:pt x="77" y="721"/>
                </a:lnTo>
                <a:lnTo>
                  <a:pt x="88" y="745"/>
                </a:lnTo>
                <a:lnTo>
                  <a:pt x="99" y="769"/>
                </a:lnTo>
                <a:lnTo>
                  <a:pt x="99" y="769"/>
                </a:lnTo>
                <a:lnTo>
                  <a:pt x="77" y="784"/>
                </a:lnTo>
                <a:lnTo>
                  <a:pt x="58" y="803"/>
                </a:lnTo>
                <a:lnTo>
                  <a:pt x="41" y="823"/>
                </a:lnTo>
                <a:lnTo>
                  <a:pt x="26" y="844"/>
                </a:lnTo>
                <a:lnTo>
                  <a:pt x="15" y="868"/>
                </a:lnTo>
                <a:lnTo>
                  <a:pt x="8" y="894"/>
                </a:lnTo>
                <a:lnTo>
                  <a:pt x="2" y="920"/>
                </a:lnTo>
                <a:lnTo>
                  <a:pt x="0" y="948"/>
                </a:lnTo>
                <a:lnTo>
                  <a:pt x="0" y="948"/>
                </a:lnTo>
                <a:lnTo>
                  <a:pt x="2" y="975"/>
                </a:lnTo>
                <a:lnTo>
                  <a:pt x="6" y="1001"/>
                </a:lnTo>
                <a:lnTo>
                  <a:pt x="13" y="1025"/>
                </a:lnTo>
                <a:lnTo>
                  <a:pt x="24" y="1047"/>
                </a:lnTo>
                <a:lnTo>
                  <a:pt x="38" y="1068"/>
                </a:lnTo>
                <a:lnTo>
                  <a:pt x="52" y="1088"/>
                </a:lnTo>
                <a:lnTo>
                  <a:pt x="69" y="1105"/>
                </a:lnTo>
                <a:lnTo>
                  <a:pt x="88" y="1122"/>
                </a:lnTo>
                <a:lnTo>
                  <a:pt x="88" y="1122"/>
                </a:lnTo>
                <a:lnTo>
                  <a:pt x="69" y="1176"/>
                </a:lnTo>
                <a:lnTo>
                  <a:pt x="49" y="1234"/>
                </a:lnTo>
                <a:lnTo>
                  <a:pt x="30" y="1292"/>
                </a:lnTo>
                <a:lnTo>
                  <a:pt x="23" y="1320"/>
                </a:lnTo>
                <a:lnTo>
                  <a:pt x="15" y="1348"/>
                </a:lnTo>
                <a:lnTo>
                  <a:pt x="11" y="1374"/>
                </a:lnTo>
                <a:lnTo>
                  <a:pt x="8" y="1400"/>
                </a:lnTo>
                <a:lnTo>
                  <a:pt x="8" y="1424"/>
                </a:lnTo>
                <a:lnTo>
                  <a:pt x="11" y="1449"/>
                </a:lnTo>
                <a:lnTo>
                  <a:pt x="19" y="1469"/>
                </a:lnTo>
                <a:lnTo>
                  <a:pt x="24" y="1478"/>
                </a:lnTo>
                <a:lnTo>
                  <a:pt x="30" y="1488"/>
                </a:lnTo>
                <a:lnTo>
                  <a:pt x="38" y="1497"/>
                </a:lnTo>
                <a:lnTo>
                  <a:pt x="45" y="1506"/>
                </a:lnTo>
                <a:lnTo>
                  <a:pt x="54" y="1514"/>
                </a:lnTo>
                <a:lnTo>
                  <a:pt x="66" y="1521"/>
                </a:lnTo>
                <a:lnTo>
                  <a:pt x="66" y="1521"/>
                </a:lnTo>
                <a:lnTo>
                  <a:pt x="90" y="1534"/>
                </a:lnTo>
                <a:lnTo>
                  <a:pt x="116" y="1544"/>
                </a:lnTo>
                <a:lnTo>
                  <a:pt x="138" y="1549"/>
                </a:lnTo>
                <a:lnTo>
                  <a:pt x="163" y="1551"/>
                </a:lnTo>
                <a:lnTo>
                  <a:pt x="183" y="1549"/>
                </a:lnTo>
                <a:lnTo>
                  <a:pt x="204" y="1546"/>
                </a:lnTo>
                <a:lnTo>
                  <a:pt x="224" y="1542"/>
                </a:lnTo>
                <a:lnTo>
                  <a:pt x="241" y="1534"/>
                </a:lnTo>
                <a:lnTo>
                  <a:pt x="258" y="1527"/>
                </a:lnTo>
                <a:lnTo>
                  <a:pt x="271" y="1518"/>
                </a:lnTo>
                <a:lnTo>
                  <a:pt x="295" y="1501"/>
                </a:lnTo>
                <a:lnTo>
                  <a:pt x="308" y="1488"/>
                </a:lnTo>
                <a:lnTo>
                  <a:pt x="314" y="1484"/>
                </a:lnTo>
                <a:lnTo>
                  <a:pt x="314" y="1484"/>
                </a:lnTo>
                <a:lnTo>
                  <a:pt x="308" y="1549"/>
                </a:lnTo>
                <a:lnTo>
                  <a:pt x="301" y="1633"/>
                </a:lnTo>
                <a:lnTo>
                  <a:pt x="293" y="1753"/>
                </a:lnTo>
                <a:lnTo>
                  <a:pt x="286" y="1908"/>
                </a:lnTo>
                <a:lnTo>
                  <a:pt x="280" y="2100"/>
                </a:lnTo>
                <a:lnTo>
                  <a:pt x="276" y="2329"/>
                </a:lnTo>
                <a:lnTo>
                  <a:pt x="274" y="2600"/>
                </a:lnTo>
                <a:lnTo>
                  <a:pt x="274" y="2600"/>
                </a:lnTo>
                <a:lnTo>
                  <a:pt x="261" y="2600"/>
                </a:lnTo>
                <a:lnTo>
                  <a:pt x="230" y="2606"/>
                </a:lnTo>
                <a:lnTo>
                  <a:pt x="209" y="2609"/>
                </a:lnTo>
                <a:lnTo>
                  <a:pt x="187" y="2615"/>
                </a:lnTo>
                <a:lnTo>
                  <a:pt x="163" y="2624"/>
                </a:lnTo>
                <a:lnTo>
                  <a:pt x="138" y="2634"/>
                </a:lnTo>
                <a:lnTo>
                  <a:pt x="114" y="2647"/>
                </a:lnTo>
                <a:lnTo>
                  <a:pt x="92" y="2662"/>
                </a:lnTo>
                <a:lnTo>
                  <a:pt x="82" y="2671"/>
                </a:lnTo>
                <a:lnTo>
                  <a:pt x="73" y="2680"/>
                </a:lnTo>
                <a:lnTo>
                  <a:pt x="66" y="2690"/>
                </a:lnTo>
                <a:lnTo>
                  <a:pt x="58" y="2701"/>
                </a:lnTo>
                <a:lnTo>
                  <a:pt x="51" y="2714"/>
                </a:lnTo>
                <a:lnTo>
                  <a:pt x="47" y="2727"/>
                </a:lnTo>
                <a:lnTo>
                  <a:pt x="43" y="2742"/>
                </a:lnTo>
                <a:lnTo>
                  <a:pt x="41" y="2757"/>
                </a:lnTo>
                <a:lnTo>
                  <a:pt x="41" y="2772"/>
                </a:lnTo>
                <a:lnTo>
                  <a:pt x="41" y="2788"/>
                </a:lnTo>
                <a:lnTo>
                  <a:pt x="45" y="2807"/>
                </a:lnTo>
                <a:lnTo>
                  <a:pt x="51" y="2826"/>
                </a:lnTo>
                <a:lnTo>
                  <a:pt x="51" y="2826"/>
                </a:lnTo>
                <a:lnTo>
                  <a:pt x="51" y="2830"/>
                </a:lnTo>
                <a:lnTo>
                  <a:pt x="56" y="2839"/>
                </a:lnTo>
                <a:lnTo>
                  <a:pt x="66" y="2850"/>
                </a:lnTo>
                <a:lnTo>
                  <a:pt x="75" y="2858"/>
                </a:lnTo>
                <a:lnTo>
                  <a:pt x="84" y="2865"/>
                </a:lnTo>
                <a:lnTo>
                  <a:pt x="99" y="2872"/>
                </a:lnTo>
                <a:lnTo>
                  <a:pt x="116" y="2880"/>
                </a:lnTo>
                <a:lnTo>
                  <a:pt x="135" y="2886"/>
                </a:lnTo>
                <a:lnTo>
                  <a:pt x="159" y="2891"/>
                </a:lnTo>
                <a:lnTo>
                  <a:pt x="187" y="2897"/>
                </a:lnTo>
                <a:lnTo>
                  <a:pt x="219" y="2900"/>
                </a:lnTo>
                <a:lnTo>
                  <a:pt x="256" y="2902"/>
                </a:lnTo>
                <a:lnTo>
                  <a:pt x="297" y="2904"/>
                </a:lnTo>
                <a:lnTo>
                  <a:pt x="297" y="2904"/>
                </a:lnTo>
                <a:lnTo>
                  <a:pt x="340" y="2902"/>
                </a:lnTo>
                <a:lnTo>
                  <a:pt x="375" y="2900"/>
                </a:lnTo>
                <a:lnTo>
                  <a:pt x="407" y="2895"/>
                </a:lnTo>
                <a:lnTo>
                  <a:pt x="435" y="2889"/>
                </a:lnTo>
                <a:lnTo>
                  <a:pt x="459" y="2880"/>
                </a:lnTo>
                <a:lnTo>
                  <a:pt x="478" y="2871"/>
                </a:lnTo>
                <a:lnTo>
                  <a:pt x="495" y="2861"/>
                </a:lnTo>
                <a:lnTo>
                  <a:pt x="508" y="2848"/>
                </a:lnTo>
                <a:lnTo>
                  <a:pt x="519" y="2835"/>
                </a:lnTo>
                <a:lnTo>
                  <a:pt x="528" y="2820"/>
                </a:lnTo>
                <a:lnTo>
                  <a:pt x="536" y="2805"/>
                </a:lnTo>
                <a:lnTo>
                  <a:pt x="541" y="2788"/>
                </a:lnTo>
                <a:lnTo>
                  <a:pt x="549" y="2751"/>
                </a:lnTo>
                <a:lnTo>
                  <a:pt x="556" y="2712"/>
                </a:lnTo>
                <a:lnTo>
                  <a:pt x="588" y="2712"/>
                </a:lnTo>
                <a:lnTo>
                  <a:pt x="588" y="2712"/>
                </a:lnTo>
                <a:lnTo>
                  <a:pt x="590" y="2719"/>
                </a:lnTo>
                <a:lnTo>
                  <a:pt x="592" y="2738"/>
                </a:lnTo>
                <a:lnTo>
                  <a:pt x="599" y="2764"/>
                </a:lnTo>
                <a:lnTo>
                  <a:pt x="605" y="2779"/>
                </a:lnTo>
                <a:lnTo>
                  <a:pt x="610" y="2794"/>
                </a:lnTo>
                <a:lnTo>
                  <a:pt x="620" y="2809"/>
                </a:lnTo>
                <a:lnTo>
                  <a:pt x="629" y="2824"/>
                </a:lnTo>
                <a:lnTo>
                  <a:pt x="640" y="2839"/>
                </a:lnTo>
                <a:lnTo>
                  <a:pt x="653" y="2850"/>
                </a:lnTo>
                <a:lnTo>
                  <a:pt x="670" y="2861"/>
                </a:lnTo>
                <a:lnTo>
                  <a:pt x="687" y="2871"/>
                </a:lnTo>
                <a:lnTo>
                  <a:pt x="707" y="2874"/>
                </a:lnTo>
                <a:lnTo>
                  <a:pt x="732" y="2876"/>
                </a:lnTo>
                <a:lnTo>
                  <a:pt x="732" y="2876"/>
                </a:lnTo>
                <a:lnTo>
                  <a:pt x="786" y="2878"/>
                </a:lnTo>
                <a:lnTo>
                  <a:pt x="847" y="2882"/>
                </a:lnTo>
                <a:lnTo>
                  <a:pt x="913" y="2884"/>
                </a:lnTo>
                <a:lnTo>
                  <a:pt x="944" y="2882"/>
                </a:lnTo>
                <a:lnTo>
                  <a:pt x="976" y="2880"/>
                </a:lnTo>
                <a:lnTo>
                  <a:pt x="1006" y="2876"/>
                </a:lnTo>
                <a:lnTo>
                  <a:pt x="1032" y="2871"/>
                </a:lnTo>
                <a:lnTo>
                  <a:pt x="1054" y="2861"/>
                </a:lnTo>
                <a:lnTo>
                  <a:pt x="1066" y="2856"/>
                </a:lnTo>
                <a:lnTo>
                  <a:pt x="1073" y="2850"/>
                </a:lnTo>
                <a:lnTo>
                  <a:pt x="1082" y="2843"/>
                </a:lnTo>
                <a:lnTo>
                  <a:pt x="1088" y="2835"/>
                </a:lnTo>
                <a:lnTo>
                  <a:pt x="1094" y="2826"/>
                </a:lnTo>
                <a:lnTo>
                  <a:pt x="1099" y="2816"/>
                </a:lnTo>
                <a:lnTo>
                  <a:pt x="1101" y="2805"/>
                </a:lnTo>
                <a:lnTo>
                  <a:pt x="1101" y="2794"/>
                </a:lnTo>
                <a:lnTo>
                  <a:pt x="1101" y="2781"/>
                </a:lnTo>
                <a:lnTo>
                  <a:pt x="1099" y="2768"/>
                </a:lnTo>
                <a:lnTo>
                  <a:pt x="1099" y="2768"/>
                </a:lnTo>
                <a:lnTo>
                  <a:pt x="1092" y="2740"/>
                </a:lnTo>
                <a:lnTo>
                  <a:pt x="1084" y="2718"/>
                </a:lnTo>
                <a:lnTo>
                  <a:pt x="1075" y="2697"/>
                </a:lnTo>
                <a:lnTo>
                  <a:pt x="1064" y="2678"/>
                </a:lnTo>
                <a:lnTo>
                  <a:pt x="1053" y="2663"/>
                </a:lnTo>
                <a:lnTo>
                  <a:pt x="1040" y="2650"/>
                </a:lnTo>
                <a:lnTo>
                  <a:pt x="1025" y="2639"/>
                </a:lnTo>
                <a:lnTo>
                  <a:pt x="1010" y="2630"/>
                </a:lnTo>
                <a:lnTo>
                  <a:pt x="993" y="2621"/>
                </a:lnTo>
                <a:lnTo>
                  <a:pt x="974" y="2615"/>
                </a:lnTo>
                <a:lnTo>
                  <a:pt x="933" y="2604"/>
                </a:lnTo>
                <a:lnTo>
                  <a:pt x="834" y="2581"/>
                </a:lnTo>
                <a:lnTo>
                  <a:pt x="834" y="2581"/>
                </a:lnTo>
                <a:close/>
                <a:moveTo>
                  <a:pt x="332" y="1396"/>
                </a:moveTo>
                <a:lnTo>
                  <a:pt x="332" y="1396"/>
                </a:lnTo>
                <a:lnTo>
                  <a:pt x="330" y="1346"/>
                </a:lnTo>
                <a:lnTo>
                  <a:pt x="327" y="1299"/>
                </a:lnTo>
                <a:lnTo>
                  <a:pt x="321" y="1254"/>
                </a:lnTo>
                <a:lnTo>
                  <a:pt x="314" y="1217"/>
                </a:lnTo>
                <a:lnTo>
                  <a:pt x="301" y="1161"/>
                </a:lnTo>
                <a:lnTo>
                  <a:pt x="295" y="1141"/>
                </a:lnTo>
                <a:lnTo>
                  <a:pt x="295" y="1141"/>
                </a:lnTo>
                <a:lnTo>
                  <a:pt x="302" y="1139"/>
                </a:lnTo>
                <a:lnTo>
                  <a:pt x="314" y="1133"/>
                </a:lnTo>
                <a:lnTo>
                  <a:pt x="338" y="1120"/>
                </a:lnTo>
                <a:lnTo>
                  <a:pt x="368" y="1101"/>
                </a:lnTo>
                <a:lnTo>
                  <a:pt x="398" y="1081"/>
                </a:lnTo>
                <a:lnTo>
                  <a:pt x="452" y="1045"/>
                </a:lnTo>
                <a:lnTo>
                  <a:pt x="474" y="1029"/>
                </a:lnTo>
                <a:lnTo>
                  <a:pt x="474" y="1029"/>
                </a:lnTo>
                <a:lnTo>
                  <a:pt x="442" y="1096"/>
                </a:lnTo>
                <a:lnTo>
                  <a:pt x="414" y="1161"/>
                </a:lnTo>
                <a:lnTo>
                  <a:pt x="390" y="1223"/>
                </a:lnTo>
                <a:lnTo>
                  <a:pt x="370" y="1279"/>
                </a:lnTo>
                <a:lnTo>
                  <a:pt x="342" y="1365"/>
                </a:lnTo>
                <a:lnTo>
                  <a:pt x="332" y="1396"/>
                </a:lnTo>
                <a:lnTo>
                  <a:pt x="332" y="1396"/>
                </a:lnTo>
                <a:close/>
                <a:moveTo>
                  <a:pt x="601" y="2667"/>
                </a:moveTo>
                <a:lnTo>
                  <a:pt x="521" y="2667"/>
                </a:lnTo>
                <a:lnTo>
                  <a:pt x="521" y="2667"/>
                </a:lnTo>
                <a:lnTo>
                  <a:pt x="513" y="2566"/>
                </a:lnTo>
                <a:lnTo>
                  <a:pt x="506" y="2462"/>
                </a:lnTo>
                <a:lnTo>
                  <a:pt x="502" y="2342"/>
                </a:lnTo>
                <a:lnTo>
                  <a:pt x="502" y="2283"/>
                </a:lnTo>
                <a:lnTo>
                  <a:pt x="504" y="2223"/>
                </a:lnTo>
                <a:lnTo>
                  <a:pt x="508" y="2167"/>
                </a:lnTo>
                <a:lnTo>
                  <a:pt x="513" y="2117"/>
                </a:lnTo>
                <a:lnTo>
                  <a:pt x="517" y="2094"/>
                </a:lnTo>
                <a:lnTo>
                  <a:pt x="521" y="2074"/>
                </a:lnTo>
                <a:lnTo>
                  <a:pt x="526" y="2055"/>
                </a:lnTo>
                <a:lnTo>
                  <a:pt x="532" y="2040"/>
                </a:lnTo>
                <a:lnTo>
                  <a:pt x="539" y="2027"/>
                </a:lnTo>
                <a:lnTo>
                  <a:pt x="547" y="2018"/>
                </a:lnTo>
                <a:lnTo>
                  <a:pt x="556" y="2010"/>
                </a:lnTo>
                <a:lnTo>
                  <a:pt x="566" y="2007"/>
                </a:lnTo>
                <a:lnTo>
                  <a:pt x="566" y="2007"/>
                </a:lnTo>
                <a:lnTo>
                  <a:pt x="569" y="2007"/>
                </a:lnTo>
                <a:lnTo>
                  <a:pt x="573" y="2008"/>
                </a:lnTo>
                <a:lnTo>
                  <a:pt x="579" y="2012"/>
                </a:lnTo>
                <a:lnTo>
                  <a:pt x="584" y="2020"/>
                </a:lnTo>
                <a:lnTo>
                  <a:pt x="592" y="2033"/>
                </a:lnTo>
                <a:lnTo>
                  <a:pt x="597" y="2049"/>
                </a:lnTo>
                <a:lnTo>
                  <a:pt x="603" y="2076"/>
                </a:lnTo>
                <a:lnTo>
                  <a:pt x="609" y="2109"/>
                </a:lnTo>
                <a:lnTo>
                  <a:pt x="614" y="2152"/>
                </a:lnTo>
                <a:lnTo>
                  <a:pt x="616" y="2204"/>
                </a:lnTo>
                <a:lnTo>
                  <a:pt x="618" y="2270"/>
                </a:lnTo>
                <a:lnTo>
                  <a:pt x="618" y="2346"/>
                </a:lnTo>
                <a:lnTo>
                  <a:pt x="614" y="2438"/>
                </a:lnTo>
                <a:lnTo>
                  <a:pt x="610" y="2544"/>
                </a:lnTo>
                <a:lnTo>
                  <a:pt x="601" y="2667"/>
                </a:lnTo>
                <a:lnTo>
                  <a:pt x="601" y="2667"/>
                </a:lnTo>
                <a:close/>
                <a:moveTo>
                  <a:pt x="737" y="1335"/>
                </a:moveTo>
                <a:lnTo>
                  <a:pt x="737" y="1335"/>
                </a:lnTo>
                <a:lnTo>
                  <a:pt x="765" y="1340"/>
                </a:lnTo>
                <a:lnTo>
                  <a:pt x="791" y="1348"/>
                </a:lnTo>
                <a:lnTo>
                  <a:pt x="814" y="1355"/>
                </a:lnTo>
                <a:lnTo>
                  <a:pt x="834" y="1365"/>
                </a:lnTo>
                <a:lnTo>
                  <a:pt x="851" y="1372"/>
                </a:lnTo>
                <a:lnTo>
                  <a:pt x="868" y="1381"/>
                </a:lnTo>
                <a:lnTo>
                  <a:pt x="881" y="1393"/>
                </a:lnTo>
                <a:lnTo>
                  <a:pt x="892" y="1402"/>
                </a:lnTo>
                <a:lnTo>
                  <a:pt x="907" y="1419"/>
                </a:lnTo>
                <a:lnTo>
                  <a:pt x="918" y="1434"/>
                </a:lnTo>
                <a:lnTo>
                  <a:pt x="924" y="1443"/>
                </a:lnTo>
                <a:lnTo>
                  <a:pt x="926" y="1447"/>
                </a:lnTo>
                <a:lnTo>
                  <a:pt x="926" y="1447"/>
                </a:lnTo>
                <a:lnTo>
                  <a:pt x="929" y="1460"/>
                </a:lnTo>
                <a:lnTo>
                  <a:pt x="933" y="1473"/>
                </a:lnTo>
                <a:lnTo>
                  <a:pt x="935" y="1484"/>
                </a:lnTo>
                <a:lnTo>
                  <a:pt x="937" y="1495"/>
                </a:lnTo>
                <a:lnTo>
                  <a:pt x="935" y="1505"/>
                </a:lnTo>
                <a:lnTo>
                  <a:pt x="935" y="1516"/>
                </a:lnTo>
                <a:lnTo>
                  <a:pt x="928" y="1534"/>
                </a:lnTo>
                <a:lnTo>
                  <a:pt x="918" y="1551"/>
                </a:lnTo>
                <a:lnTo>
                  <a:pt x="907" y="1564"/>
                </a:lnTo>
                <a:lnTo>
                  <a:pt x="892" y="1577"/>
                </a:lnTo>
                <a:lnTo>
                  <a:pt x="877" y="1589"/>
                </a:lnTo>
                <a:lnTo>
                  <a:pt x="860" y="1598"/>
                </a:lnTo>
                <a:lnTo>
                  <a:pt x="844" y="1607"/>
                </a:lnTo>
                <a:lnTo>
                  <a:pt x="814" y="1618"/>
                </a:lnTo>
                <a:lnTo>
                  <a:pt x="793" y="1624"/>
                </a:lnTo>
                <a:lnTo>
                  <a:pt x="784" y="1628"/>
                </a:lnTo>
                <a:lnTo>
                  <a:pt x="737" y="13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8" name="任意多边形 67"/>
          <p:cNvSpPr/>
          <p:nvPr>
            <p:custDataLst>
              <p:tags r:id="rId9"/>
            </p:custDataLst>
          </p:nvPr>
        </p:nvSpPr>
        <p:spPr bwMode="auto">
          <a:xfrm flipH="1">
            <a:off x="3609177" y="2387028"/>
            <a:ext cx="714038" cy="1703668"/>
          </a:xfrm>
          <a:custGeom>
            <a:avLst/>
            <a:gdLst>
              <a:gd name="T0" fmla="*/ 1168 w 1256"/>
              <a:gd name="T1" fmla="*/ 347 h 2991"/>
              <a:gd name="T2" fmla="*/ 907 w 1256"/>
              <a:gd name="T3" fmla="*/ 61 h 2991"/>
              <a:gd name="T4" fmla="*/ 562 w 1256"/>
              <a:gd name="T5" fmla="*/ 5 h 2991"/>
              <a:gd name="T6" fmla="*/ 222 w 1256"/>
              <a:gd name="T7" fmla="*/ 179 h 2991"/>
              <a:gd name="T8" fmla="*/ 47 w 1256"/>
              <a:gd name="T9" fmla="*/ 524 h 2991"/>
              <a:gd name="T10" fmla="*/ 39 w 1256"/>
              <a:gd name="T11" fmla="*/ 860 h 2991"/>
              <a:gd name="T12" fmla="*/ 54 w 1256"/>
              <a:gd name="T13" fmla="*/ 1151 h 2991"/>
              <a:gd name="T14" fmla="*/ 15 w 1256"/>
              <a:gd name="T15" fmla="*/ 1508 h 2991"/>
              <a:gd name="T16" fmla="*/ 183 w 1256"/>
              <a:gd name="T17" fmla="*/ 1638 h 2991"/>
              <a:gd name="T18" fmla="*/ 295 w 1256"/>
              <a:gd name="T19" fmla="*/ 1717 h 2991"/>
              <a:gd name="T20" fmla="*/ 125 w 1256"/>
              <a:gd name="T21" fmla="*/ 2661 h 2991"/>
              <a:gd name="T22" fmla="*/ 47 w 1256"/>
              <a:gd name="T23" fmla="*/ 2881 h 2991"/>
              <a:gd name="T24" fmla="*/ 338 w 1256"/>
              <a:gd name="T25" fmla="*/ 2991 h 2991"/>
              <a:gd name="T26" fmla="*/ 605 w 1256"/>
              <a:gd name="T27" fmla="*/ 2870 h 2991"/>
              <a:gd name="T28" fmla="*/ 717 w 1256"/>
              <a:gd name="T29" fmla="*/ 2960 h 2991"/>
              <a:gd name="T30" fmla="*/ 1135 w 1256"/>
              <a:gd name="T31" fmla="*/ 2948 h 2991"/>
              <a:gd name="T32" fmla="*/ 1149 w 1256"/>
              <a:gd name="T33" fmla="*/ 2715 h 2991"/>
              <a:gd name="T34" fmla="*/ 896 w 1256"/>
              <a:gd name="T35" fmla="*/ 1987 h 2991"/>
              <a:gd name="T36" fmla="*/ 1148 w 1256"/>
              <a:gd name="T37" fmla="*/ 1814 h 2991"/>
              <a:gd name="T38" fmla="*/ 1256 w 1256"/>
              <a:gd name="T39" fmla="*/ 1545 h 2991"/>
              <a:gd name="T40" fmla="*/ 1034 w 1256"/>
              <a:gd name="T41" fmla="*/ 1183 h 2991"/>
              <a:gd name="T42" fmla="*/ 1082 w 1256"/>
              <a:gd name="T43" fmla="*/ 995 h 2991"/>
              <a:gd name="T44" fmla="*/ 1228 w 1256"/>
              <a:gd name="T45" fmla="*/ 694 h 2991"/>
              <a:gd name="T46" fmla="*/ 659 w 1256"/>
              <a:gd name="T47" fmla="*/ 1077 h 2991"/>
              <a:gd name="T48" fmla="*/ 692 w 1256"/>
              <a:gd name="T49" fmla="*/ 1168 h 2991"/>
              <a:gd name="T50" fmla="*/ 1036 w 1256"/>
              <a:gd name="T51" fmla="*/ 1291 h 2991"/>
              <a:gd name="T52" fmla="*/ 1170 w 1256"/>
              <a:gd name="T53" fmla="*/ 1582 h 2991"/>
              <a:gd name="T54" fmla="*/ 896 w 1256"/>
              <a:gd name="T55" fmla="*/ 1868 h 2991"/>
              <a:gd name="T56" fmla="*/ 812 w 1256"/>
              <a:gd name="T57" fmla="*/ 1991 h 2991"/>
              <a:gd name="T58" fmla="*/ 950 w 1256"/>
              <a:gd name="T59" fmla="*/ 2683 h 2991"/>
              <a:gd name="T60" fmla="*/ 1095 w 1256"/>
              <a:gd name="T61" fmla="*/ 2838 h 2991"/>
              <a:gd name="T62" fmla="*/ 789 w 1256"/>
              <a:gd name="T63" fmla="*/ 2889 h 2991"/>
              <a:gd name="T64" fmla="*/ 681 w 1256"/>
              <a:gd name="T65" fmla="*/ 2726 h 2991"/>
              <a:gd name="T66" fmla="*/ 677 w 1256"/>
              <a:gd name="T67" fmla="*/ 2073 h 2991"/>
              <a:gd name="T68" fmla="*/ 575 w 1256"/>
              <a:gd name="T69" fmla="*/ 2000 h 2991"/>
              <a:gd name="T70" fmla="*/ 498 w 1256"/>
              <a:gd name="T71" fmla="*/ 2542 h 2991"/>
              <a:gd name="T72" fmla="*/ 500 w 1256"/>
              <a:gd name="T73" fmla="*/ 2892 h 2991"/>
              <a:gd name="T74" fmla="*/ 131 w 1256"/>
              <a:gd name="T75" fmla="*/ 2864 h 2991"/>
              <a:gd name="T76" fmla="*/ 237 w 1256"/>
              <a:gd name="T77" fmla="*/ 2708 h 2991"/>
              <a:gd name="T78" fmla="*/ 360 w 1256"/>
              <a:gd name="T79" fmla="*/ 2667 h 2991"/>
              <a:gd name="T80" fmla="*/ 429 w 1256"/>
              <a:gd name="T81" fmla="*/ 1403 h 2991"/>
              <a:gd name="T82" fmla="*/ 567 w 1256"/>
              <a:gd name="T83" fmla="*/ 1116 h 2991"/>
              <a:gd name="T84" fmla="*/ 504 w 1256"/>
              <a:gd name="T85" fmla="*/ 983 h 2991"/>
              <a:gd name="T86" fmla="*/ 308 w 1256"/>
              <a:gd name="T87" fmla="*/ 750 h 2991"/>
              <a:gd name="T88" fmla="*/ 123 w 1256"/>
              <a:gd name="T89" fmla="*/ 616 h 2991"/>
              <a:gd name="T90" fmla="*/ 297 w 1256"/>
              <a:gd name="T91" fmla="*/ 222 h 2991"/>
              <a:gd name="T92" fmla="*/ 674 w 1256"/>
              <a:gd name="T93" fmla="*/ 84 h 2991"/>
              <a:gd name="T94" fmla="*/ 972 w 1256"/>
              <a:gd name="T95" fmla="*/ 213 h 2991"/>
              <a:gd name="T96" fmla="*/ 1133 w 1256"/>
              <a:gd name="T97" fmla="*/ 506 h 2991"/>
              <a:gd name="T98" fmla="*/ 1110 w 1256"/>
              <a:gd name="T99" fmla="*/ 815 h 2991"/>
              <a:gd name="T100" fmla="*/ 899 w 1256"/>
              <a:gd name="T101" fmla="*/ 1004 h 2991"/>
              <a:gd name="T102" fmla="*/ 282 w 1256"/>
              <a:gd name="T103" fmla="*/ 1498 h 2991"/>
              <a:gd name="T104" fmla="*/ 136 w 1256"/>
              <a:gd name="T105" fmla="*/ 1538 h 2991"/>
              <a:gd name="T106" fmla="*/ 105 w 1256"/>
              <a:gd name="T107" fmla="*/ 1364 h 2991"/>
              <a:gd name="T108" fmla="*/ 101 w 1256"/>
              <a:gd name="T109" fmla="*/ 1073 h 2991"/>
              <a:gd name="T110" fmla="*/ 134 w 1256"/>
              <a:gd name="T111" fmla="*/ 875 h 2991"/>
              <a:gd name="T112" fmla="*/ 308 w 1256"/>
              <a:gd name="T113" fmla="*/ 838 h 2991"/>
              <a:gd name="T114" fmla="*/ 418 w 1256"/>
              <a:gd name="T115" fmla="*/ 1015 h 2991"/>
              <a:gd name="T116" fmla="*/ 313 w 1256"/>
              <a:gd name="T117" fmla="*/ 1153 h 2991"/>
              <a:gd name="T118" fmla="*/ 427 w 1256"/>
              <a:gd name="T119" fmla="*/ 1176 h 2991"/>
              <a:gd name="T120" fmla="*/ 593 w 1256"/>
              <a:gd name="T121" fmla="*/ 2670 h 2991"/>
              <a:gd name="T122" fmla="*/ 610 w 1256"/>
              <a:gd name="T123" fmla="*/ 2381 h 2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56" h="2991">
                <a:moveTo>
                  <a:pt x="1228" y="694"/>
                </a:moveTo>
                <a:lnTo>
                  <a:pt x="1228" y="694"/>
                </a:lnTo>
                <a:lnTo>
                  <a:pt x="1230" y="664"/>
                </a:lnTo>
                <a:lnTo>
                  <a:pt x="1230" y="634"/>
                </a:lnTo>
                <a:lnTo>
                  <a:pt x="1230" y="605"/>
                </a:lnTo>
                <a:lnTo>
                  <a:pt x="1228" y="575"/>
                </a:lnTo>
                <a:lnTo>
                  <a:pt x="1226" y="547"/>
                </a:lnTo>
                <a:lnTo>
                  <a:pt x="1220" y="517"/>
                </a:lnTo>
                <a:lnTo>
                  <a:pt x="1215" y="487"/>
                </a:lnTo>
                <a:lnTo>
                  <a:pt x="1209" y="459"/>
                </a:lnTo>
                <a:lnTo>
                  <a:pt x="1200" y="431"/>
                </a:lnTo>
                <a:lnTo>
                  <a:pt x="1190" y="401"/>
                </a:lnTo>
                <a:lnTo>
                  <a:pt x="1181" y="375"/>
                </a:lnTo>
                <a:lnTo>
                  <a:pt x="1168" y="347"/>
                </a:lnTo>
                <a:lnTo>
                  <a:pt x="1155" y="321"/>
                </a:lnTo>
                <a:lnTo>
                  <a:pt x="1142" y="295"/>
                </a:lnTo>
                <a:lnTo>
                  <a:pt x="1127" y="269"/>
                </a:lnTo>
                <a:lnTo>
                  <a:pt x="1110" y="244"/>
                </a:lnTo>
                <a:lnTo>
                  <a:pt x="1110" y="244"/>
                </a:lnTo>
                <a:lnTo>
                  <a:pt x="1092" y="218"/>
                </a:lnTo>
                <a:lnTo>
                  <a:pt x="1071" y="194"/>
                </a:lnTo>
                <a:lnTo>
                  <a:pt x="1051" y="172"/>
                </a:lnTo>
                <a:lnTo>
                  <a:pt x="1030" y="149"/>
                </a:lnTo>
                <a:lnTo>
                  <a:pt x="1006" y="131"/>
                </a:lnTo>
                <a:lnTo>
                  <a:pt x="983" y="110"/>
                </a:lnTo>
                <a:lnTo>
                  <a:pt x="959" y="93"/>
                </a:lnTo>
                <a:lnTo>
                  <a:pt x="933" y="76"/>
                </a:lnTo>
                <a:lnTo>
                  <a:pt x="907" y="61"/>
                </a:lnTo>
                <a:lnTo>
                  <a:pt x="881" y="48"/>
                </a:lnTo>
                <a:lnTo>
                  <a:pt x="853" y="37"/>
                </a:lnTo>
                <a:lnTo>
                  <a:pt x="825" y="28"/>
                </a:lnTo>
                <a:lnTo>
                  <a:pt x="797" y="19"/>
                </a:lnTo>
                <a:lnTo>
                  <a:pt x="767" y="11"/>
                </a:lnTo>
                <a:lnTo>
                  <a:pt x="737" y="5"/>
                </a:lnTo>
                <a:lnTo>
                  <a:pt x="707" y="2"/>
                </a:lnTo>
                <a:lnTo>
                  <a:pt x="707" y="2"/>
                </a:lnTo>
                <a:lnTo>
                  <a:pt x="677" y="0"/>
                </a:lnTo>
                <a:lnTo>
                  <a:pt x="648" y="0"/>
                </a:lnTo>
                <a:lnTo>
                  <a:pt x="648" y="0"/>
                </a:lnTo>
                <a:lnTo>
                  <a:pt x="620" y="0"/>
                </a:lnTo>
                <a:lnTo>
                  <a:pt x="590" y="2"/>
                </a:lnTo>
                <a:lnTo>
                  <a:pt x="562" y="5"/>
                </a:lnTo>
                <a:lnTo>
                  <a:pt x="534" y="11"/>
                </a:lnTo>
                <a:lnTo>
                  <a:pt x="508" y="17"/>
                </a:lnTo>
                <a:lnTo>
                  <a:pt x="480" y="24"/>
                </a:lnTo>
                <a:lnTo>
                  <a:pt x="453" y="32"/>
                </a:lnTo>
                <a:lnTo>
                  <a:pt x="427" y="43"/>
                </a:lnTo>
                <a:lnTo>
                  <a:pt x="401" y="54"/>
                </a:lnTo>
                <a:lnTo>
                  <a:pt x="377" y="65"/>
                </a:lnTo>
                <a:lnTo>
                  <a:pt x="353" y="78"/>
                </a:lnTo>
                <a:lnTo>
                  <a:pt x="328" y="93"/>
                </a:lnTo>
                <a:lnTo>
                  <a:pt x="306" y="108"/>
                </a:lnTo>
                <a:lnTo>
                  <a:pt x="284" y="125"/>
                </a:lnTo>
                <a:lnTo>
                  <a:pt x="261" y="142"/>
                </a:lnTo>
                <a:lnTo>
                  <a:pt x="241" y="160"/>
                </a:lnTo>
                <a:lnTo>
                  <a:pt x="222" y="179"/>
                </a:lnTo>
                <a:lnTo>
                  <a:pt x="202" y="200"/>
                </a:lnTo>
                <a:lnTo>
                  <a:pt x="185" y="220"/>
                </a:lnTo>
                <a:lnTo>
                  <a:pt x="166" y="242"/>
                </a:lnTo>
                <a:lnTo>
                  <a:pt x="149" y="265"/>
                </a:lnTo>
                <a:lnTo>
                  <a:pt x="134" y="287"/>
                </a:lnTo>
                <a:lnTo>
                  <a:pt x="119" y="312"/>
                </a:lnTo>
                <a:lnTo>
                  <a:pt x="106" y="336"/>
                </a:lnTo>
                <a:lnTo>
                  <a:pt x="95" y="362"/>
                </a:lnTo>
                <a:lnTo>
                  <a:pt x="84" y="388"/>
                </a:lnTo>
                <a:lnTo>
                  <a:pt x="73" y="414"/>
                </a:lnTo>
                <a:lnTo>
                  <a:pt x="65" y="440"/>
                </a:lnTo>
                <a:lnTo>
                  <a:pt x="58" y="468"/>
                </a:lnTo>
                <a:lnTo>
                  <a:pt x="50" y="496"/>
                </a:lnTo>
                <a:lnTo>
                  <a:pt x="47" y="524"/>
                </a:lnTo>
                <a:lnTo>
                  <a:pt x="43" y="554"/>
                </a:lnTo>
                <a:lnTo>
                  <a:pt x="43" y="554"/>
                </a:lnTo>
                <a:lnTo>
                  <a:pt x="39" y="588"/>
                </a:lnTo>
                <a:lnTo>
                  <a:pt x="39" y="623"/>
                </a:lnTo>
                <a:lnTo>
                  <a:pt x="41" y="655"/>
                </a:lnTo>
                <a:lnTo>
                  <a:pt x="47" y="687"/>
                </a:lnTo>
                <a:lnTo>
                  <a:pt x="52" y="718"/>
                </a:lnTo>
                <a:lnTo>
                  <a:pt x="62" y="750"/>
                </a:lnTo>
                <a:lnTo>
                  <a:pt x="71" y="780"/>
                </a:lnTo>
                <a:lnTo>
                  <a:pt x="84" y="808"/>
                </a:lnTo>
                <a:lnTo>
                  <a:pt x="84" y="808"/>
                </a:lnTo>
                <a:lnTo>
                  <a:pt x="67" y="825"/>
                </a:lnTo>
                <a:lnTo>
                  <a:pt x="52" y="842"/>
                </a:lnTo>
                <a:lnTo>
                  <a:pt x="39" y="860"/>
                </a:lnTo>
                <a:lnTo>
                  <a:pt x="28" y="879"/>
                </a:lnTo>
                <a:lnTo>
                  <a:pt x="19" y="899"/>
                </a:lnTo>
                <a:lnTo>
                  <a:pt x="11" y="922"/>
                </a:lnTo>
                <a:lnTo>
                  <a:pt x="6" y="944"/>
                </a:lnTo>
                <a:lnTo>
                  <a:pt x="2" y="967"/>
                </a:lnTo>
                <a:lnTo>
                  <a:pt x="2" y="967"/>
                </a:lnTo>
                <a:lnTo>
                  <a:pt x="0" y="991"/>
                </a:lnTo>
                <a:lnTo>
                  <a:pt x="0" y="1017"/>
                </a:lnTo>
                <a:lnTo>
                  <a:pt x="4" y="1041"/>
                </a:lnTo>
                <a:lnTo>
                  <a:pt x="9" y="1064"/>
                </a:lnTo>
                <a:lnTo>
                  <a:pt x="17" y="1088"/>
                </a:lnTo>
                <a:lnTo>
                  <a:pt x="26" y="1110"/>
                </a:lnTo>
                <a:lnTo>
                  <a:pt x="39" y="1131"/>
                </a:lnTo>
                <a:lnTo>
                  <a:pt x="54" y="1151"/>
                </a:lnTo>
                <a:lnTo>
                  <a:pt x="54" y="1151"/>
                </a:lnTo>
                <a:lnTo>
                  <a:pt x="73" y="1174"/>
                </a:lnTo>
                <a:lnTo>
                  <a:pt x="73" y="1174"/>
                </a:lnTo>
                <a:lnTo>
                  <a:pt x="50" y="1248"/>
                </a:lnTo>
                <a:lnTo>
                  <a:pt x="50" y="1248"/>
                </a:lnTo>
                <a:lnTo>
                  <a:pt x="24" y="1340"/>
                </a:lnTo>
                <a:lnTo>
                  <a:pt x="24" y="1340"/>
                </a:lnTo>
                <a:lnTo>
                  <a:pt x="19" y="1357"/>
                </a:lnTo>
                <a:lnTo>
                  <a:pt x="13" y="1377"/>
                </a:lnTo>
                <a:lnTo>
                  <a:pt x="9" y="1403"/>
                </a:lnTo>
                <a:lnTo>
                  <a:pt x="7" y="1431"/>
                </a:lnTo>
                <a:lnTo>
                  <a:pt x="7" y="1461"/>
                </a:lnTo>
                <a:lnTo>
                  <a:pt x="11" y="1493"/>
                </a:lnTo>
                <a:lnTo>
                  <a:pt x="15" y="1508"/>
                </a:lnTo>
                <a:lnTo>
                  <a:pt x="21" y="1523"/>
                </a:lnTo>
                <a:lnTo>
                  <a:pt x="28" y="1539"/>
                </a:lnTo>
                <a:lnTo>
                  <a:pt x="35" y="1554"/>
                </a:lnTo>
                <a:lnTo>
                  <a:pt x="35" y="1554"/>
                </a:lnTo>
                <a:lnTo>
                  <a:pt x="47" y="1569"/>
                </a:lnTo>
                <a:lnTo>
                  <a:pt x="58" y="1584"/>
                </a:lnTo>
                <a:lnTo>
                  <a:pt x="73" y="1595"/>
                </a:lnTo>
                <a:lnTo>
                  <a:pt x="88" y="1607"/>
                </a:lnTo>
                <a:lnTo>
                  <a:pt x="105" y="1618"/>
                </a:lnTo>
                <a:lnTo>
                  <a:pt x="123" y="1625"/>
                </a:lnTo>
                <a:lnTo>
                  <a:pt x="142" y="1631"/>
                </a:lnTo>
                <a:lnTo>
                  <a:pt x="164" y="1637"/>
                </a:lnTo>
                <a:lnTo>
                  <a:pt x="164" y="1637"/>
                </a:lnTo>
                <a:lnTo>
                  <a:pt x="183" y="1638"/>
                </a:lnTo>
                <a:lnTo>
                  <a:pt x="202" y="1640"/>
                </a:lnTo>
                <a:lnTo>
                  <a:pt x="202" y="1640"/>
                </a:lnTo>
                <a:lnTo>
                  <a:pt x="202" y="1640"/>
                </a:lnTo>
                <a:lnTo>
                  <a:pt x="216" y="1640"/>
                </a:lnTo>
                <a:lnTo>
                  <a:pt x="231" y="1638"/>
                </a:lnTo>
                <a:lnTo>
                  <a:pt x="246" y="1635"/>
                </a:lnTo>
                <a:lnTo>
                  <a:pt x="259" y="1631"/>
                </a:lnTo>
                <a:lnTo>
                  <a:pt x="272" y="1625"/>
                </a:lnTo>
                <a:lnTo>
                  <a:pt x="286" y="1618"/>
                </a:lnTo>
                <a:lnTo>
                  <a:pt x="297" y="1610"/>
                </a:lnTo>
                <a:lnTo>
                  <a:pt x="308" y="1601"/>
                </a:lnTo>
                <a:lnTo>
                  <a:pt x="308" y="1601"/>
                </a:lnTo>
                <a:lnTo>
                  <a:pt x="300" y="1661"/>
                </a:lnTo>
                <a:lnTo>
                  <a:pt x="295" y="1717"/>
                </a:lnTo>
                <a:lnTo>
                  <a:pt x="289" y="1814"/>
                </a:lnTo>
                <a:lnTo>
                  <a:pt x="287" y="1883"/>
                </a:lnTo>
                <a:lnTo>
                  <a:pt x="286" y="1913"/>
                </a:lnTo>
                <a:lnTo>
                  <a:pt x="286" y="1913"/>
                </a:lnTo>
                <a:lnTo>
                  <a:pt x="282" y="2105"/>
                </a:lnTo>
                <a:lnTo>
                  <a:pt x="280" y="2308"/>
                </a:lnTo>
                <a:lnTo>
                  <a:pt x="276" y="2618"/>
                </a:lnTo>
                <a:lnTo>
                  <a:pt x="276" y="2618"/>
                </a:lnTo>
                <a:lnTo>
                  <a:pt x="250" y="2622"/>
                </a:lnTo>
                <a:lnTo>
                  <a:pt x="220" y="2626"/>
                </a:lnTo>
                <a:lnTo>
                  <a:pt x="187" y="2635"/>
                </a:lnTo>
                <a:lnTo>
                  <a:pt x="155" y="2646"/>
                </a:lnTo>
                <a:lnTo>
                  <a:pt x="140" y="2652"/>
                </a:lnTo>
                <a:lnTo>
                  <a:pt x="125" y="2661"/>
                </a:lnTo>
                <a:lnTo>
                  <a:pt x="110" y="2670"/>
                </a:lnTo>
                <a:lnTo>
                  <a:pt x="97" y="2680"/>
                </a:lnTo>
                <a:lnTo>
                  <a:pt x="84" y="2691"/>
                </a:lnTo>
                <a:lnTo>
                  <a:pt x="75" y="2704"/>
                </a:lnTo>
                <a:lnTo>
                  <a:pt x="65" y="2719"/>
                </a:lnTo>
                <a:lnTo>
                  <a:pt x="58" y="2734"/>
                </a:lnTo>
                <a:lnTo>
                  <a:pt x="58" y="2734"/>
                </a:lnTo>
                <a:lnTo>
                  <a:pt x="50" y="2754"/>
                </a:lnTo>
                <a:lnTo>
                  <a:pt x="45" y="2773"/>
                </a:lnTo>
                <a:lnTo>
                  <a:pt x="41" y="2790"/>
                </a:lnTo>
                <a:lnTo>
                  <a:pt x="39" y="2805"/>
                </a:lnTo>
                <a:lnTo>
                  <a:pt x="37" y="2835"/>
                </a:lnTo>
                <a:lnTo>
                  <a:pt x="41" y="2859"/>
                </a:lnTo>
                <a:lnTo>
                  <a:pt x="47" y="2881"/>
                </a:lnTo>
                <a:lnTo>
                  <a:pt x="54" y="2900"/>
                </a:lnTo>
                <a:lnTo>
                  <a:pt x="62" y="2917"/>
                </a:lnTo>
                <a:lnTo>
                  <a:pt x="71" y="2932"/>
                </a:lnTo>
                <a:lnTo>
                  <a:pt x="75" y="2937"/>
                </a:lnTo>
                <a:lnTo>
                  <a:pt x="75" y="2937"/>
                </a:lnTo>
                <a:lnTo>
                  <a:pt x="80" y="2945"/>
                </a:lnTo>
                <a:lnTo>
                  <a:pt x="88" y="2952"/>
                </a:lnTo>
                <a:lnTo>
                  <a:pt x="101" y="2962"/>
                </a:lnTo>
                <a:lnTo>
                  <a:pt x="123" y="2969"/>
                </a:lnTo>
                <a:lnTo>
                  <a:pt x="155" y="2978"/>
                </a:lnTo>
                <a:lnTo>
                  <a:pt x="202" y="2984"/>
                </a:lnTo>
                <a:lnTo>
                  <a:pt x="261" y="2990"/>
                </a:lnTo>
                <a:lnTo>
                  <a:pt x="338" y="2991"/>
                </a:lnTo>
                <a:lnTo>
                  <a:pt x="338" y="2991"/>
                </a:lnTo>
                <a:lnTo>
                  <a:pt x="379" y="2991"/>
                </a:lnTo>
                <a:lnTo>
                  <a:pt x="429" y="2988"/>
                </a:lnTo>
                <a:lnTo>
                  <a:pt x="457" y="2986"/>
                </a:lnTo>
                <a:lnTo>
                  <a:pt x="483" y="2982"/>
                </a:lnTo>
                <a:lnTo>
                  <a:pt x="508" y="2976"/>
                </a:lnTo>
                <a:lnTo>
                  <a:pt x="528" y="2971"/>
                </a:lnTo>
                <a:lnTo>
                  <a:pt x="528" y="2971"/>
                </a:lnTo>
                <a:lnTo>
                  <a:pt x="547" y="2963"/>
                </a:lnTo>
                <a:lnTo>
                  <a:pt x="562" y="2952"/>
                </a:lnTo>
                <a:lnTo>
                  <a:pt x="573" y="2939"/>
                </a:lnTo>
                <a:lnTo>
                  <a:pt x="584" y="2926"/>
                </a:lnTo>
                <a:lnTo>
                  <a:pt x="593" y="2909"/>
                </a:lnTo>
                <a:lnTo>
                  <a:pt x="599" y="2891"/>
                </a:lnTo>
                <a:lnTo>
                  <a:pt x="605" y="2870"/>
                </a:lnTo>
                <a:lnTo>
                  <a:pt x="608" y="2850"/>
                </a:lnTo>
                <a:lnTo>
                  <a:pt x="608" y="2850"/>
                </a:lnTo>
                <a:lnTo>
                  <a:pt x="612" y="2864"/>
                </a:lnTo>
                <a:lnTo>
                  <a:pt x="618" y="2879"/>
                </a:lnTo>
                <a:lnTo>
                  <a:pt x="625" y="2892"/>
                </a:lnTo>
                <a:lnTo>
                  <a:pt x="633" y="2906"/>
                </a:lnTo>
                <a:lnTo>
                  <a:pt x="633" y="2906"/>
                </a:lnTo>
                <a:lnTo>
                  <a:pt x="642" y="2917"/>
                </a:lnTo>
                <a:lnTo>
                  <a:pt x="653" y="2928"/>
                </a:lnTo>
                <a:lnTo>
                  <a:pt x="664" y="2937"/>
                </a:lnTo>
                <a:lnTo>
                  <a:pt x="675" y="2945"/>
                </a:lnTo>
                <a:lnTo>
                  <a:pt x="689" y="2950"/>
                </a:lnTo>
                <a:lnTo>
                  <a:pt x="702" y="2956"/>
                </a:lnTo>
                <a:lnTo>
                  <a:pt x="717" y="2960"/>
                </a:lnTo>
                <a:lnTo>
                  <a:pt x="731" y="2963"/>
                </a:lnTo>
                <a:lnTo>
                  <a:pt x="731" y="2963"/>
                </a:lnTo>
                <a:lnTo>
                  <a:pt x="780" y="2969"/>
                </a:lnTo>
                <a:lnTo>
                  <a:pt x="830" y="2973"/>
                </a:lnTo>
                <a:lnTo>
                  <a:pt x="883" y="2975"/>
                </a:lnTo>
                <a:lnTo>
                  <a:pt x="937" y="2976"/>
                </a:lnTo>
                <a:lnTo>
                  <a:pt x="937" y="2976"/>
                </a:lnTo>
                <a:lnTo>
                  <a:pt x="937" y="2976"/>
                </a:lnTo>
                <a:lnTo>
                  <a:pt x="991" y="2975"/>
                </a:lnTo>
                <a:lnTo>
                  <a:pt x="1047" y="2971"/>
                </a:lnTo>
                <a:lnTo>
                  <a:pt x="1073" y="2969"/>
                </a:lnTo>
                <a:lnTo>
                  <a:pt x="1097" y="2963"/>
                </a:lnTo>
                <a:lnTo>
                  <a:pt x="1118" y="2958"/>
                </a:lnTo>
                <a:lnTo>
                  <a:pt x="1135" y="2948"/>
                </a:lnTo>
                <a:lnTo>
                  <a:pt x="1135" y="2948"/>
                </a:lnTo>
                <a:lnTo>
                  <a:pt x="1142" y="2943"/>
                </a:lnTo>
                <a:lnTo>
                  <a:pt x="1148" y="2937"/>
                </a:lnTo>
                <a:lnTo>
                  <a:pt x="1155" y="2928"/>
                </a:lnTo>
                <a:lnTo>
                  <a:pt x="1161" y="2919"/>
                </a:lnTo>
                <a:lnTo>
                  <a:pt x="1170" y="2898"/>
                </a:lnTo>
                <a:lnTo>
                  <a:pt x="1176" y="2874"/>
                </a:lnTo>
                <a:lnTo>
                  <a:pt x="1179" y="2850"/>
                </a:lnTo>
                <a:lnTo>
                  <a:pt x="1179" y="2822"/>
                </a:lnTo>
                <a:lnTo>
                  <a:pt x="1177" y="2794"/>
                </a:lnTo>
                <a:lnTo>
                  <a:pt x="1170" y="2766"/>
                </a:lnTo>
                <a:lnTo>
                  <a:pt x="1170" y="2766"/>
                </a:lnTo>
                <a:lnTo>
                  <a:pt x="1162" y="2741"/>
                </a:lnTo>
                <a:lnTo>
                  <a:pt x="1149" y="2715"/>
                </a:lnTo>
                <a:lnTo>
                  <a:pt x="1140" y="2700"/>
                </a:lnTo>
                <a:lnTo>
                  <a:pt x="1131" y="2687"/>
                </a:lnTo>
                <a:lnTo>
                  <a:pt x="1118" y="2674"/>
                </a:lnTo>
                <a:lnTo>
                  <a:pt x="1105" y="2661"/>
                </a:lnTo>
                <a:lnTo>
                  <a:pt x="1090" y="2650"/>
                </a:lnTo>
                <a:lnTo>
                  <a:pt x="1071" y="2637"/>
                </a:lnTo>
                <a:lnTo>
                  <a:pt x="1052" y="2627"/>
                </a:lnTo>
                <a:lnTo>
                  <a:pt x="1030" y="2618"/>
                </a:lnTo>
                <a:lnTo>
                  <a:pt x="1006" y="2609"/>
                </a:lnTo>
                <a:lnTo>
                  <a:pt x="980" y="2601"/>
                </a:lnTo>
                <a:lnTo>
                  <a:pt x="950" y="2598"/>
                </a:lnTo>
                <a:lnTo>
                  <a:pt x="916" y="2594"/>
                </a:lnTo>
                <a:lnTo>
                  <a:pt x="916" y="2594"/>
                </a:lnTo>
                <a:lnTo>
                  <a:pt x="896" y="1987"/>
                </a:lnTo>
                <a:lnTo>
                  <a:pt x="896" y="1987"/>
                </a:lnTo>
                <a:lnTo>
                  <a:pt x="896" y="1954"/>
                </a:lnTo>
                <a:lnTo>
                  <a:pt x="896" y="1954"/>
                </a:lnTo>
                <a:lnTo>
                  <a:pt x="924" y="1946"/>
                </a:lnTo>
                <a:lnTo>
                  <a:pt x="954" y="1937"/>
                </a:lnTo>
                <a:lnTo>
                  <a:pt x="983" y="1926"/>
                </a:lnTo>
                <a:lnTo>
                  <a:pt x="1011" y="1913"/>
                </a:lnTo>
                <a:lnTo>
                  <a:pt x="1039" y="1898"/>
                </a:lnTo>
                <a:lnTo>
                  <a:pt x="1065" y="1881"/>
                </a:lnTo>
                <a:lnTo>
                  <a:pt x="1092" y="1862"/>
                </a:lnTo>
                <a:lnTo>
                  <a:pt x="1114" y="1844"/>
                </a:lnTo>
                <a:lnTo>
                  <a:pt x="1114" y="1844"/>
                </a:lnTo>
                <a:lnTo>
                  <a:pt x="1131" y="1829"/>
                </a:lnTo>
                <a:lnTo>
                  <a:pt x="1148" y="1814"/>
                </a:lnTo>
                <a:lnTo>
                  <a:pt x="1162" y="1797"/>
                </a:lnTo>
                <a:lnTo>
                  <a:pt x="1176" y="1780"/>
                </a:lnTo>
                <a:lnTo>
                  <a:pt x="1189" y="1763"/>
                </a:lnTo>
                <a:lnTo>
                  <a:pt x="1200" y="1745"/>
                </a:lnTo>
                <a:lnTo>
                  <a:pt x="1211" y="1728"/>
                </a:lnTo>
                <a:lnTo>
                  <a:pt x="1220" y="1709"/>
                </a:lnTo>
                <a:lnTo>
                  <a:pt x="1228" y="1689"/>
                </a:lnTo>
                <a:lnTo>
                  <a:pt x="1235" y="1670"/>
                </a:lnTo>
                <a:lnTo>
                  <a:pt x="1241" y="1650"/>
                </a:lnTo>
                <a:lnTo>
                  <a:pt x="1246" y="1629"/>
                </a:lnTo>
                <a:lnTo>
                  <a:pt x="1250" y="1609"/>
                </a:lnTo>
                <a:lnTo>
                  <a:pt x="1254" y="1588"/>
                </a:lnTo>
                <a:lnTo>
                  <a:pt x="1254" y="1566"/>
                </a:lnTo>
                <a:lnTo>
                  <a:pt x="1256" y="1545"/>
                </a:lnTo>
                <a:lnTo>
                  <a:pt x="1256" y="1545"/>
                </a:lnTo>
                <a:lnTo>
                  <a:pt x="1254" y="1523"/>
                </a:lnTo>
                <a:lnTo>
                  <a:pt x="1252" y="1502"/>
                </a:lnTo>
                <a:lnTo>
                  <a:pt x="1250" y="1484"/>
                </a:lnTo>
                <a:lnTo>
                  <a:pt x="1245" y="1463"/>
                </a:lnTo>
                <a:lnTo>
                  <a:pt x="1233" y="1426"/>
                </a:lnTo>
                <a:lnTo>
                  <a:pt x="1218" y="1388"/>
                </a:lnTo>
                <a:lnTo>
                  <a:pt x="1200" y="1353"/>
                </a:lnTo>
                <a:lnTo>
                  <a:pt x="1179" y="1319"/>
                </a:lnTo>
                <a:lnTo>
                  <a:pt x="1153" y="1288"/>
                </a:lnTo>
                <a:lnTo>
                  <a:pt x="1127" y="1260"/>
                </a:lnTo>
                <a:lnTo>
                  <a:pt x="1097" y="1232"/>
                </a:lnTo>
                <a:lnTo>
                  <a:pt x="1065" y="1205"/>
                </a:lnTo>
                <a:lnTo>
                  <a:pt x="1034" y="1183"/>
                </a:lnTo>
                <a:lnTo>
                  <a:pt x="1000" y="1163"/>
                </a:lnTo>
                <a:lnTo>
                  <a:pt x="965" y="1144"/>
                </a:lnTo>
                <a:lnTo>
                  <a:pt x="929" y="1127"/>
                </a:lnTo>
                <a:lnTo>
                  <a:pt x="894" y="1112"/>
                </a:lnTo>
                <a:lnTo>
                  <a:pt x="858" y="1101"/>
                </a:lnTo>
                <a:lnTo>
                  <a:pt x="858" y="1101"/>
                </a:lnTo>
                <a:lnTo>
                  <a:pt x="903" y="1090"/>
                </a:lnTo>
                <a:lnTo>
                  <a:pt x="944" y="1077"/>
                </a:lnTo>
                <a:lnTo>
                  <a:pt x="983" y="1060"/>
                </a:lnTo>
                <a:lnTo>
                  <a:pt x="1021" y="1039"/>
                </a:lnTo>
                <a:lnTo>
                  <a:pt x="1021" y="1039"/>
                </a:lnTo>
                <a:lnTo>
                  <a:pt x="1041" y="1026"/>
                </a:lnTo>
                <a:lnTo>
                  <a:pt x="1062" y="1011"/>
                </a:lnTo>
                <a:lnTo>
                  <a:pt x="1082" y="995"/>
                </a:lnTo>
                <a:lnTo>
                  <a:pt x="1101" y="978"/>
                </a:lnTo>
                <a:lnTo>
                  <a:pt x="1118" y="959"/>
                </a:lnTo>
                <a:lnTo>
                  <a:pt x="1133" y="940"/>
                </a:lnTo>
                <a:lnTo>
                  <a:pt x="1148" y="920"/>
                </a:lnTo>
                <a:lnTo>
                  <a:pt x="1162" y="898"/>
                </a:lnTo>
                <a:lnTo>
                  <a:pt x="1176" y="875"/>
                </a:lnTo>
                <a:lnTo>
                  <a:pt x="1187" y="851"/>
                </a:lnTo>
                <a:lnTo>
                  <a:pt x="1196" y="827"/>
                </a:lnTo>
                <a:lnTo>
                  <a:pt x="1205" y="802"/>
                </a:lnTo>
                <a:lnTo>
                  <a:pt x="1213" y="776"/>
                </a:lnTo>
                <a:lnTo>
                  <a:pt x="1218" y="750"/>
                </a:lnTo>
                <a:lnTo>
                  <a:pt x="1224" y="722"/>
                </a:lnTo>
                <a:lnTo>
                  <a:pt x="1228" y="694"/>
                </a:lnTo>
                <a:lnTo>
                  <a:pt x="1228" y="694"/>
                </a:lnTo>
                <a:close/>
                <a:moveTo>
                  <a:pt x="810" y="1024"/>
                </a:moveTo>
                <a:lnTo>
                  <a:pt x="810" y="1024"/>
                </a:lnTo>
                <a:lnTo>
                  <a:pt x="797" y="1026"/>
                </a:lnTo>
                <a:lnTo>
                  <a:pt x="780" y="1026"/>
                </a:lnTo>
                <a:lnTo>
                  <a:pt x="780" y="1026"/>
                </a:lnTo>
                <a:lnTo>
                  <a:pt x="758" y="1026"/>
                </a:lnTo>
                <a:lnTo>
                  <a:pt x="733" y="1028"/>
                </a:lnTo>
                <a:lnTo>
                  <a:pt x="711" y="1034"/>
                </a:lnTo>
                <a:lnTo>
                  <a:pt x="702" y="1037"/>
                </a:lnTo>
                <a:lnTo>
                  <a:pt x="692" y="1043"/>
                </a:lnTo>
                <a:lnTo>
                  <a:pt x="692" y="1043"/>
                </a:lnTo>
                <a:lnTo>
                  <a:pt x="677" y="1054"/>
                </a:lnTo>
                <a:lnTo>
                  <a:pt x="666" y="1065"/>
                </a:lnTo>
                <a:lnTo>
                  <a:pt x="659" y="1077"/>
                </a:lnTo>
                <a:lnTo>
                  <a:pt x="655" y="1090"/>
                </a:lnTo>
                <a:lnTo>
                  <a:pt x="651" y="1101"/>
                </a:lnTo>
                <a:lnTo>
                  <a:pt x="651" y="1112"/>
                </a:lnTo>
                <a:lnTo>
                  <a:pt x="653" y="1129"/>
                </a:lnTo>
                <a:lnTo>
                  <a:pt x="653" y="1131"/>
                </a:lnTo>
                <a:lnTo>
                  <a:pt x="653" y="1131"/>
                </a:lnTo>
                <a:lnTo>
                  <a:pt x="655" y="1140"/>
                </a:lnTo>
                <a:lnTo>
                  <a:pt x="659" y="1148"/>
                </a:lnTo>
                <a:lnTo>
                  <a:pt x="664" y="1153"/>
                </a:lnTo>
                <a:lnTo>
                  <a:pt x="670" y="1161"/>
                </a:lnTo>
                <a:lnTo>
                  <a:pt x="670" y="1161"/>
                </a:lnTo>
                <a:lnTo>
                  <a:pt x="677" y="1164"/>
                </a:lnTo>
                <a:lnTo>
                  <a:pt x="685" y="1166"/>
                </a:lnTo>
                <a:lnTo>
                  <a:pt x="692" y="1168"/>
                </a:lnTo>
                <a:lnTo>
                  <a:pt x="702" y="1168"/>
                </a:lnTo>
                <a:lnTo>
                  <a:pt x="702" y="1168"/>
                </a:lnTo>
                <a:lnTo>
                  <a:pt x="730" y="1166"/>
                </a:lnTo>
                <a:lnTo>
                  <a:pt x="730" y="1166"/>
                </a:lnTo>
                <a:lnTo>
                  <a:pt x="763" y="1168"/>
                </a:lnTo>
                <a:lnTo>
                  <a:pt x="799" y="1174"/>
                </a:lnTo>
                <a:lnTo>
                  <a:pt x="834" y="1183"/>
                </a:lnTo>
                <a:lnTo>
                  <a:pt x="871" y="1194"/>
                </a:lnTo>
                <a:lnTo>
                  <a:pt x="909" y="1211"/>
                </a:lnTo>
                <a:lnTo>
                  <a:pt x="944" y="1228"/>
                </a:lnTo>
                <a:lnTo>
                  <a:pt x="980" y="1248"/>
                </a:lnTo>
                <a:lnTo>
                  <a:pt x="1013" y="1273"/>
                </a:lnTo>
                <a:lnTo>
                  <a:pt x="1013" y="1273"/>
                </a:lnTo>
                <a:lnTo>
                  <a:pt x="1036" y="1291"/>
                </a:lnTo>
                <a:lnTo>
                  <a:pt x="1062" y="1314"/>
                </a:lnTo>
                <a:lnTo>
                  <a:pt x="1088" y="1342"/>
                </a:lnTo>
                <a:lnTo>
                  <a:pt x="1114" y="1373"/>
                </a:lnTo>
                <a:lnTo>
                  <a:pt x="1125" y="1392"/>
                </a:lnTo>
                <a:lnTo>
                  <a:pt x="1136" y="1411"/>
                </a:lnTo>
                <a:lnTo>
                  <a:pt x="1146" y="1431"/>
                </a:lnTo>
                <a:lnTo>
                  <a:pt x="1155" y="1452"/>
                </a:lnTo>
                <a:lnTo>
                  <a:pt x="1161" y="1474"/>
                </a:lnTo>
                <a:lnTo>
                  <a:pt x="1166" y="1497"/>
                </a:lnTo>
                <a:lnTo>
                  <a:pt x="1170" y="1521"/>
                </a:lnTo>
                <a:lnTo>
                  <a:pt x="1172" y="1545"/>
                </a:lnTo>
                <a:lnTo>
                  <a:pt x="1172" y="1545"/>
                </a:lnTo>
                <a:lnTo>
                  <a:pt x="1170" y="1564"/>
                </a:lnTo>
                <a:lnTo>
                  <a:pt x="1170" y="1582"/>
                </a:lnTo>
                <a:lnTo>
                  <a:pt x="1166" y="1601"/>
                </a:lnTo>
                <a:lnTo>
                  <a:pt x="1162" y="1618"/>
                </a:lnTo>
                <a:lnTo>
                  <a:pt x="1153" y="1651"/>
                </a:lnTo>
                <a:lnTo>
                  <a:pt x="1138" y="1683"/>
                </a:lnTo>
                <a:lnTo>
                  <a:pt x="1121" y="1711"/>
                </a:lnTo>
                <a:lnTo>
                  <a:pt x="1103" y="1737"/>
                </a:lnTo>
                <a:lnTo>
                  <a:pt x="1080" y="1762"/>
                </a:lnTo>
                <a:lnTo>
                  <a:pt x="1056" y="1782"/>
                </a:lnTo>
                <a:lnTo>
                  <a:pt x="1030" y="1803"/>
                </a:lnTo>
                <a:lnTo>
                  <a:pt x="1004" y="1819"/>
                </a:lnTo>
                <a:lnTo>
                  <a:pt x="978" y="1834"/>
                </a:lnTo>
                <a:lnTo>
                  <a:pt x="950" y="1847"/>
                </a:lnTo>
                <a:lnTo>
                  <a:pt x="922" y="1859"/>
                </a:lnTo>
                <a:lnTo>
                  <a:pt x="896" y="1868"/>
                </a:lnTo>
                <a:lnTo>
                  <a:pt x="870" y="1874"/>
                </a:lnTo>
                <a:lnTo>
                  <a:pt x="845" y="1879"/>
                </a:lnTo>
                <a:lnTo>
                  <a:pt x="845" y="1879"/>
                </a:lnTo>
                <a:lnTo>
                  <a:pt x="836" y="1881"/>
                </a:lnTo>
                <a:lnTo>
                  <a:pt x="828" y="1885"/>
                </a:lnTo>
                <a:lnTo>
                  <a:pt x="823" y="1888"/>
                </a:lnTo>
                <a:lnTo>
                  <a:pt x="817" y="1894"/>
                </a:lnTo>
                <a:lnTo>
                  <a:pt x="814" y="1900"/>
                </a:lnTo>
                <a:lnTo>
                  <a:pt x="810" y="1907"/>
                </a:lnTo>
                <a:lnTo>
                  <a:pt x="808" y="1915"/>
                </a:lnTo>
                <a:lnTo>
                  <a:pt x="808" y="1924"/>
                </a:lnTo>
                <a:lnTo>
                  <a:pt x="808" y="1924"/>
                </a:lnTo>
                <a:lnTo>
                  <a:pt x="812" y="1991"/>
                </a:lnTo>
                <a:lnTo>
                  <a:pt x="812" y="1991"/>
                </a:lnTo>
                <a:lnTo>
                  <a:pt x="827" y="2381"/>
                </a:lnTo>
                <a:lnTo>
                  <a:pt x="834" y="2637"/>
                </a:lnTo>
                <a:lnTo>
                  <a:pt x="834" y="2637"/>
                </a:lnTo>
                <a:lnTo>
                  <a:pt x="836" y="2644"/>
                </a:lnTo>
                <a:lnTo>
                  <a:pt x="838" y="2652"/>
                </a:lnTo>
                <a:lnTo>
                  <a:pt x="842" y="2659"/>
                </a:lnTo>
                <a:lnTo>
                  <a:pt x="847" y="2665"/>
                </a:lnTo>
                <a:lnTo>
                  <a:pt x="853" y="2670"/>
                </a:lnTo>
                <a:lnTo>
                  <a:pt x="860" y="2674"/>
                </a:lnTo>
                <a:lnTo>
                  <a:pt x="868" y="2676"/>
                </a:lnTo>
                <a:lnTo>
                  <a:pt x="877" y="2676"/>
                </a:lnTo>
                <a:lnTo>
                  <a:pt x="877" y="2676"/>
                </a:lnTo>
                <a:lnTo>
                  <a:pt x="914" y="2678"/>
                </a:lnTo>
                <a:lnTo>
                  <a:pt x="950" y="2683"/>
                </a:lnTo>
                <a:lnTo>
                  <a:pt x="980" y="2691"/>
                </a:lnTo>
                <a:lnTo>
                  <a:pt x="1008" y="2700"/>
                </a:lnTo>
                <a:lnTo>
                  <a:pt x="1032" y="2713"/>
                </a:lnTo>
                <a:lnTo>
                  <a:pt x="1043" y="2721"/>
                </a:lnTo>
                <a:lnTo>
                  <a:pt x="1052" y="2730"/>
                </a:lnTo>
                <a:lnTo>
                  <a:pt x="1062" y="2738"/>
                </a:lnTo>
                <a:lnTo>
                  <a:pt x="1069" y="2749"/>
                </a:lnTo>
                <a:lnTo>
                  <a:pt x="1077" y="2758"/>
                </a:lnTo>
                <a:lnTo>
                  <a:pt x="1082" y="2769"/>
                </a:lnTo>
                <a:lnTo>
                  <a:pt x="1082" y="2769"/>
                </a:lnTo>
                <a:lnTo>
                  <a:pt x="1090" y="2788"/>
                </a:lnTo>
                <a:lnTo>
                  <a:pt x="1093" y="2807"/>
                </a:lnTo>
                <a:lnTo>
                  <a:pt x="1095" y="2823"/>
                </a:lnTo>
                <a:lnTo>
                  <a:pt x="1095" y="2838"/>
                </a:lnTo>
                <a:lnTo>
                  <a:pt x="1095" y="2853"/>
                </a:lnTo>
                <a:lnTo>
                  <a:pt x="1092" y="2866"/>
                </a:lnTo>
                <a:lnTo>
                  <a:pt x="1090" y="2876"/>
                </a:lnTo>
                <a:lnTo>
                  <a:pt x="1086" y="2881"/>
                </a:lnTo>
                <a:lnTo>
                  <a:pt x="1086" y="2881"/>
                </a:lnTo>
                <a:lnTo>
                  <a:pt x="1069" y="2887"/>
                </a:lnTo>
                <a:lnTo>
                  <a:pt x="1037" y="2891"/>
                </a:lnTo>
                <a:lnTo>
                  <a:pt x="995" y="2894"/>
                </a:lnTo>
                <a:lnTo>
                  <a:pt x="937" y="2896"/>
                </a:lnTo>
                <a:lnTo>
                  <a:pt x="937" y="2896"/>
                </a:lnTo>
                <a:lnTo>
                  <a:pt x="937" y="2896"/>
                </a:lnTo>
                <a:lnTo>
                  <a:pt x="886" y="2894"/>
                </a:lnTo>
                <a:lnTo>
                  <a:pt x="838" y="2892"/>
                </a:lnTo>
                <a:lnTo>
                  <a:pt x="789" y="2889"/>
                </a:lnTo>
                <a:lnTo>
                  <a:pt x="745" y="2883"/>
                </a:lnTo>
                <a:lnTo>
                  <a:pt x="745" y="2883"/>
                </a:lnTo>
                <a:lnTo>
                  <a:pt x="731" y="2879"/>
                </a:lnTo>
                <a:lnTo>
                  <a:pt x="720" y="2874"/>
                </a:lnTo>
                <a:lnTo>
                  <a:pt x="711" y="2866"/>
                </a:lnTo>
                <a:lnTo>
                  <a:pt x="702" y="2857"/>
                </a:lnTo>
                <a:lnTo>
                  <a:pt x="702" y="2857"/>
                </a:lnTo>
                <a:lnTo>
                  <a:pt x="698" y="2848"/>
                </a:lnTo>
                <a:lnTo>
                  <a:pt x="692" y="2838"/>
                </a:lnTo>
                <a:lnTo>
                  <a:pt x="687" y="2816"/>
                </a:lnTo>
                <a:lnTo>
                  <a:pt x="681" y="2794"/>
                </a:lnTo>
                <a:lnTo>
                  <a:pt x="679" y="2769"/>
                </a:lnTo>
                <a:lnTo>
                  <a:pt x="679" y="2747"/>
                </a:lnTo>
                <a:lnTo>
                  <a:pt x="681" y="2726"/>
                </a:lnTo>
                <a:lnTo>
                  <a:pt x="685" y="2693"/>
                </a:lnTo>
                <a:lnTo>
                  <a:pt x="685" y="2693"/>
                </a:lnTo>
                <a:lnTo>
                  <a:pt x="687" y="2685"/>
                </a:lnTo>
                <a:lnTo>
                  <a:pt x="687" y="2685"/>
                </a:lnTo>
                <a:lnTo>
                  <a:pt x="689" y="2579"/>
                </a:lnTo>
                <a:lnTo>
                  <a:pt x="690" y="2471"/>
                </a:lnTo>
                <a:lnTo>
                  <a:pt x="690" y="2471"/>
                </a:lnTo>
                <a:lnTo>
                  <a:pt x="694" y="2370"/>
                </a:lnTo>
                <a:lnTo>
                  <a:pt x="696" y="2278"/>
                </a:lnTo>
                <a:lnTo>
                  <a:pt x="694" y="2196"/>
                </a:lnTo>
                <a:lnTo>
                  <a:pt x="692" y="2161"/>
                </a:lnTo>
                <a:lnTo>
                  <a:pt x="689" y="2129"/>
                </a:lnTo>
                <a:lnTo>
                  <a:pt x="683" y="2099"/>
                </a:lnTo>
                <a:lnTo>
                  <a:pt x="677" y="2073"/>
                </a:lnTo>
                <a:lnTo>
                  <a:pt x="668" y="2051"/>
                </a:lnTo>
                <a:lnTo>
                  <a:pt x="659" y="2032"/>
                </a:lnTo>
                <a:lnTo>
                  <a:pt x="648" y="2017"/>
                </a:lnTo>
                <a:lnTo>
                  <a:pt x="640" y="2010"/>
                </a:lnTo>
                <a:lnTo>
                  <a:pt x="633" y="2006"/>
                </a:lnTo>
                <a:lnTo>
                  <a:pt x="625" y="2000"/>
                </a:lnTo>
                <a:lnTo>
                  <a:pt x="616" y="1999"/>
                </a:lnTo>
                <a:lnTo>
                  <a:pt x="606" y="1997"/>
                </a:lnTo>
                <a:lnTo>
                  <a:pt x="597" y="1995"/>
                </a:lnTo>
                <a:lnTo>
                  <a:pt x="597" y="1995"/>
                </a:lnTo>
                <a:lnTo>
                  <a:pt x="593" y="1995"/>
                </a:lnTo>
                <a:lnTo>
                  <a:pt x="593" y="1995"/>
                </a:lnTo>
                <a:lnTo>
                  <a:pt x="584" y="1997"/>
                </a:lnTo>
                <a:lnTo>
                  <a:pt x="575" y="2000"/>
                </a:lnTo>
                <a:lnTo>
                  <a:pt x="564" y="2006"/>
                </a:lnTo>
                <a:lnTo>
                  <a:pt x="552" y="2017"/>
                </a:lnTo>
                <a:lnTo>
                  <a:pt x="552" y="2017"/>
                </a:lnTo>
                <a:lnTo>
                  <a:pt x="547" y="2027"/>
                </a:lnTo>
                <a:lnTo>
                  <a:pt x="543" y="2038"/>
                </a:lnTo>
                <a:lnTo>
                  <a:pt x="534" y="2064"/>
                </a:lnTo>
                <a:lnTo>
                  <a:pt x="524" y="2097"/>
                </a:lnTo>
                <a:lnTo>
                  <a:pt x="519" y="2139"/>
                </a:lnTo>
                <a:lnTo>
                  <a:pt x="513" y="2183"/>
                </a:lnTo>
                <a:lnTo>
                  <a:pt x="508" y="2232"/>
                </a:lnTo>
                <a:lnTo>
                  <a:pt x="504" y="2282"/>
                </a:lnTo>
                <a:lnTo>
                  <a:pt x="500" y="2336"/>
                </a:lnTo>
                <a:lnTo>
                  <a:pt x="498" y="2443"/>
                </a:lnTo>
                <a:lnTo>
                  <a:pt x="498" y="2542"/>
                </a:lnTo>
                <a:lnTo>
                  <a:pt x="500" y="2586"/>
                </a:lnTo>
                <a:lnTo>
                  <a:pt x="504" y="2626"/>
                </a:lnTo>
                <a:lnTo>
                  <a:pt x="508" y="2661"/>
                </a:lnTo>
                <a:lnTo>
                  <a:pt x="511" y="2687"/>
                </a:lnTo>
                <a:lnTo>
                  <a:pt x="511" y="2687"/>
                </a:lnTo>
                <a:lnTo>
                  <a:pt x="519" y="2730"/>
                </a:lnTo>
                <a:lnTo>
                  <a:pt x="524" y="2769"/>
                </a:lnTo>
                <a:lnTo>
                  <a:pt x="526" y="2803"/>
                </a:lnTo>
                <a:lnTo>
                  <a:pt x="524" y="2833"/>
                </a:lnTo>
                <a:lnTo>
                  <a:pt x="521" y="2855"/>
                </a:lnTo>
                <a:lnTo>
                  <a:pt x="517" y="2874"/>
                </a:lnTo>
                <a:lnTo>
                  <a:pt x="509" y="2885"/>
                </a:lnTo>
                <a:lnTo>
                  <a:pt x="504" y="2891"/>
                </a:lnTo>
                <a:lnTo>
                  <a:pt x="500" y="2892"/>
                </a:lnTo>
                <a:lnTo>
                  <a:pt x="500" y="2892"/>
                </a:lnTo>
                <a:lnTo>
                  <a:pt x="474" y="2898"/>
                </a:lnTo>
                <a:lnTo>
                  <a:pt x="437" y="2904"/>
                </a:lnTo>
                <a:lnTo>
                  <a:pt x="392" y="2906"/>
                </a:lnTo>
                <a:lnTo>
                  <a:pt x="338" y="2907"/>
                </a:lnTo>
                <a:lnTo>
                  <a:pt x="338" y="2907"/>
                </a:lnTo>
                <a:lnTo>
                  <a:pt x="269" y="2906"/>
                </a:lnTo>
                <a:lnTo>
                  <a:pt x="211" y="2902"/>
                </a:lnTo>
                <a:lnTo>
                  <a:pt x="168" y="2894"/>
                </a:lnTo>
                <a:lnTo>
                  <a:pt x="153" y="2892"/>
                </a:lnTo>
                <a:lnTo>
                  <a:pt x="144" y="2889"/>
                </a:lnTo>
                <a:lnTo>
                  <a:pt x="144" y="2887"/>
                </a:lnTo>
                <a:lnTo>
                  <a:pt x="144" y="2887"/>
                </a:lnTo>
                <a:lnTo>
                  <a:pt x="131" y="2864"/>
                </a:lnTo>
                <a:lnTo>
                  <a:pt x="125" y="2853"/>
                </a:lnTo>
                <a:lnTo>
                  <a:pt x="123" y="2840"/>
                </a:lnTo>
                <a:lnTo>
                  <a:pt x="121" y="2825"/>
                </a:lnTo>
                <a:lnTo>
                  <a:pt x="123" y="2808"/>
                </a:lnTo>
                <a:lnTo>
                  <a:pt x="129" y="2788"/>
                </a:lnTo>
                <a:lnTo>
                  <a:pt x="136" y="2766"/>
                </a:lnTo>
                <a:lnTo>
                  <a:pt x="136" y="2766"/>
                </a:lnTo>
                <a:lnTo>
                  <a:pt x="140" y="2756"/>
                </a:lnTo>
                <a:lnTo>
                  <a:pt x="147" y="2749"/>
                </a:lnTo>
                <a:lnTo>
                  <a:pt x="155" y="2741"/>
                </a:lnTo>
                <a:lnTo>
                  <a:pt x="162" y="2734"/>
                </a:lnTo>
                <a:lnTo>
                  <a:pt x="185" y="2723"/>
                </a:lnTo>
                <a:lnTo>
                  <a:pt x="211" y="2715"/>
                </a:lnTo>
                <a:lnTo>
                  <a:pt x="237" y="2708"/>
                </a:lnTo>
                <a:lnTo>
                  <a:pt x="265" y="2704"/>
                </a:lnTo>
                <a:lnTo>
                  <a:pt x="293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27" y="2700"/>
                </a:lnTo>
                <a:lnTo>
                  <a:pt x="334" y="2697"/>
                </a:lnTo>
                <a:lnTo>
                  <a:pt x="341" y="2693"/>
                </a:lnTo>
                <a:lnTo>
                  <a:pt x="347" y="2689"/>
                </a:lnTo>
                <a:lnTo>
                  <a:pt x="347" y="2689"/>
                </a:lnTo>
                <a:lnTo>
                  <a:pt x="353" y="2682"/>
                </a:lnTo>
                <a:lnTo>
                  <a:pt x="356" y="2674"/>
                </a:lnTo>
                <a:lnTo>
                  <a:pt x="360" y="2667"/>
                </a:lnTo>
                <a:lnTo>
                  <a:pt x="360" y="2659"/>
                </a:lnTo>
                <a:lnTo>
                  <a:pt x="360" y="2659"/>
                </a:lnTo>
                <a:lnTo>
                  <a:pt x="362" y="2390"/>
                </a:lnTo>
                <a:lnTo>
                  <a:pt x="366" y="2148"/>
                </a:lnTo>
                <a:lnTo>
                  <a:pt x="371" y="1915"/>
                </a:lnTo>
                <a:lnTo>
                  <a:pt x="371" y="1915"/>
                </a:lnTo>
                <a:lnTo>
                  <a:pt x="371" y="1887"/>
                </a:lnTo>
                <a:lnTo>
                  <a:pt x="373" y="1818"/>
                </a:lnTo>
                <a:lnTo>
                  <a:pt x="381" y="1717"/>
                </a:lnTo>
                <a:lnTo>
                  <a:pt x="386" y="1657"/>
                </a:lnTo>
                <a:lnTo>
                  <a:pt x="394" y="1595"/>
                </a:lnTo>
                <a:lnTo>
                  <a:pt x="403" y="1532"/>
                </a:lnTo>
                <a:lnTo>
                  <a:pt x="414" y="1467"/>
                </a:lnTo>
                <a:lnTo>
                  <a:pt x="429" y="1403"/>
                </a:lnTo>
                <a:lnTo>
                  <a:pt x="446" y="1344"/>
                </a:lnTo>
                <a:lnTo>
                  <a:pt x="457" y="1314"/>
                </a:lnTo>
                <a:lnTo>
                  <a:pt x="467" y="1286"/>
                </a:lnTo>
                <a:lnTo>
                  <a:pt x="478" y="1260"/>
                </a:lnTo>
                <a:lnTo>
                  <a:pt x="491" y="1233"/>
                </a:lnTo>
                <a:lnTo>
                  <a:pt x="504" y="1211"/>
                </a:lnTo>
                <a:lnTo>
                  <a:pt x="519" y="1189"/>
                </a:lnTo>
                <a:lnTo>
                  <a:pt x="534" y="1170"/>
                </a:lnTo>
                <a:lnTo>
                  <a:pt x="549" y="1153"/>
                </a:lnTo>
                <a:lnTo>
                  <a:pt x="549" y="1153"/>
                </a:lnTo>
                <a:lnTo>
                  <a:pt x="556" y="1146"/>
                </a:lnTo>
                <a:lnTo>
                  <a:pt x="560" y="1136"/>
                </a:lnTo>
                <a:lnTo>
                  <a:pt x="564" y="1127"/>
                </a:lnTo>
                <a:lnTo>
                  <a:pt x="567" y="1116"/>
                </a:lnTo>
                <a:lnTo>
                  <a:pt x="569" y="1097"/>
                </a:lnTo>
                <a:lnTo>
                  <a:pt x="571" y="1082"/>
                </a:lnTo>
                <a:lnTo>
                  <a:pt x="571" y="1082"/>
                </a:lnTo>
                <a:lnTo>
                  <a:pt x="569" y="1071"/>
                </a:lnTo>
                <a:lnTo>
                  <a:pt x="567" y="1062"/>
                </a:lnTo>
                <a:lnTo>
                  <a:pt x="562" y="1045"/>
                </a:lnTo>
                <a:lnTo>
                  <a:pt x="552" y="1034"/>
                </a:lnTo>
                <a:lnTo>
                  <a:pt x="545" y="1026"/>
                </a:lnTo>
                <a:lnTo>
                  <a:pt x="545" y="1026"/>
                </a:lnTo>
                <a:lnTo>
                  <a:pt x="536" y="1019"/>
                </a:lnTo>
                <a:lnTo>
                  <a:pt x="526" y="1015"/>
                </a:lnTo>
                <a:lnTo>
                  <a:pt x="504" y="1006"/>
                </a:lnTo>
                <a:lnTo>
                  <a:pt x="504" y="1006"/>
                </a:lnTo>
                <a:lnTo>
                  <a:pt x="504" y="983"/>
                </a:lnTo>
                <a:lnTo>
                  <a:pt x="502" y="961"/>
                </a:lnTo>
                <a:lnTo>
                  <a:pt x="496" y="940"/>
                </a:lnTo>
                <a:lnTo>
                  <a:pt x="491" y="918"/>
                </a:lnTo>
                <a:lnTo>
                  <a:pt x="483" y="898"/>
                </a:lnTo>
                <a:lnTo>
                  <a:pt x="474" y="877"/>
                </a:lnTo>
                <a:lnTo>
                  <a:pt x="463" y="858"/>
                </a:lnTo>
                <a:lnTo>
                  <a:pt x="450" y="840"/>
                </a:lnTo>
                <a:lnTo>
                  <a:pt x="450" y="840"/>
                </a:lnTo>
                <a:lnTo>
                  <a:pt x="431" y="817"/>
                </a:lnTo>
                <a:lnTo>
                  <a:pt x="409" y="799"/>
                </a:lnTo>
                <a:lnTo>
                  <a:pt x="386" y="782"/>
                </a:lnTo>
                <a:lnTo>
                  <a:pt x="362" y="769"/>
                </a:lnTo>
                <a:lnTo>
                  <a:pt x="336" y="758"/>
                </a:lnTo>
                <a:lnTo>
                  <a:pt x="308" y="750"/>
                </a:lnTo>
                <a:lnTo>
                  <a:pt x="280" y="746"/>
                </a:lnTo>
                <a:lnTo>
                  <a:pt x="252" y="744"/>
                </a:lnTo>
                <a:lnTo>
                  <a:pt x="252" y="744"/>
                </a:lnTo>
                <a:lnTo>
                  <a:pt x="226" y="744"/>
                </a:lnTo>
                <a:lnTo>
                  <a:pt x="202" y="748"/>
                </a:lnTo>
                <a:lnTo>
                  <a:pt x="179" y="754"/>
                </a:lnTo>
                <a:lnTo>
                  <a:pt x="155" y="763"/>
                </a:lnTo>
                <a:lnTo>
                  <a:pt x="155" y="763"/>
                </a:lnTo>
                <a:lnTo>
                  <a:pt x="146" y="741"/>
                </a:lnTo>
                <a:lnTo>
                  <a:pt x="138" y="717"/>
                </a:lnTo>
                <a:lnTo>
                  <a:pt x="133" y="692"/>
                </a:lnTo>
                <a:lnTo>
                  <a:pt x="129" y="668"/>
                </a:lnTo>
                <a:lnTo>
                  <a:pt x="125" y="642"/>
                </a:lnTo>
                <a:lnTo>
                  <a:pt x="123" y="616"/>
                </a:lnTo>
                <a:lnTo>
                  <a:pt x="123" y="590"/>
                </a:lnTo>
                <a:lnTo>
                  <a:pt x="125" y="563"/>
                </a:lnTo>
                <a:lnTo>
                  <a:pt x="125" y="563"/>
                </a:lnTo>
                <a:lnTo>
                  <a:pt x="129" y="537"/>
                </a:lnTo>
                <a:lnTo>
                  <a:pt x="133" y="513"/>
                </a:lnTo>
                <a:lnTo>
                  <a:pt x="138" y="489"/>
                </a:lnTo>
                <a:lnTo>
                  <a:pt x="146" y="465"/>
                </a:lnTo>
                <a:lnTo>
                  <a:pt x="153" y="442"/>
                </a:lnTo>
                <a:lnTo>
                  <a:pt x="162" y="418"/>
                </a:lnTo>
                <a:lnTo>
                  <a:pt x="181" y="375"/>
                </a:lnTo>
                <a:lnTo>
                  <a:pt x="205" y="332"/>
                </a:lnTo>
                <a:lnTo>
                  <a:pt x="233" y="293"/>
                </a:lnTo>
                <a:lnTo>
                  <a:pt x="263" y="256"/>
                </a:lnTo>
                <a:lnTo>
                  <a:pt x="297" y="222"/>
                </a:lnTo>
                <a:lnTo>
                  <a:pt x="334" y="192"/>
                </a:lnTo>
                <a:lnTo>
                  <a:pt x="373" y="164"/>
                </a:lnTo>
                <a:lnTo>
                  <a:pt x="414" y="140"/>
                </a:lnTo>
                <a:lnTo>
                  <a:pt x="457" y="121"/>
                </a:lnTo>
                <a:lnTo>
                  <a:pt x="480" y="112"/>
                </a:lnTo>
                <a:lnTo>
                  <a:pt x="504" y="104"/>
                </a:lnTo>
                <a:lnTo>
                  <a:pt x="526" y="99"/>
                </a:lnTo>
                <a:lnTo>
                  <a:pt x="550" y="93"/>
                </a:lnTo>
                <a:lnTo>
                  <a:pt x="575" y="89"/>
                </a:lnTo>
                <a:lnTo>
                  <a:pt x="599" y="86"/>
                </a:lnTo>
                <a:lnTo>
                  <a:pt x="623" y="84"/>
                </a:lnTo>
                <a:lnTo>
                  <a:pt x="648" y="84"/>
                </a:lnTo>
                <a:lnTo>
                  <a:pt x="648" y="84"/>
                </a:lnTo>
                <a:lnTo>
                  <a:pt x="674" y="84"/>
                </a:lnTo>
                <a:lnTo>
                  <a:pt x="700" y="86"/>
                </a:lnTo>
                <a:lnTo>
                  <a:pt x="700" y="86"/>
                </a:lnTo>
                <a:lnTo>
                  <a:pt x="724" y="89"/>
                </a:lnTo>
                <a:lnTo>
                  <a:pt x="750" y="93"/>
                </a:lnTo>
                <a:lnTo>
                  <a:pt x="774" y="101"/>
                </a:lnTo>
                <a:lnTo>
                  <a:pt x="799" y="108"/>
                </a:lnTo>
                <a:lnTo>
                  <a:pt x="823" y="116"/>
                </a:lnTo>
                <a:lnTo>
                  <a:pt x="845" y="127"/>
                </a:lnTo>
                <a:lnTo>
                  <a:pt x="868" y="138"/>
                </a:lnTo>
                <a:lnTo>
                  <a:pt x="890" y="149"/>
                </a:lnTo>
                <a:lnTo>
                  <a:pt x="912" y="164"/>
                </a:lnTo>
                <a:lnTo>
                  <a:pt x="933" y="179"/>
                </a:lnTo>
                <a:lnTo>
                  <a:pt x="954" y="194"/>
                </a:lnTo>
                <a:lnTo>
                  <a:pt x="972" y="213"/>
                </a:lnTo>
                <a:lnTo>
                  <a:pt x="991" y="229"/>
                </a:lnTo>
                <a:lnTo>
                  <a:pt x="1008" y="250"/>
                </a:lnTo>
                <a:lnTo>
                  <a:pt x="1026" y="270"/>
                </a:lnTo>
                <a:lnTo>
                  <a:pt x="1041" y="293"/>
                </a:lnTo>
                <a:lnTo>
                  <a:pt x="1041" y="293"/>
                </a:lnTo>
                <a:lnTo>
                  <a:pt x="1056" y="313"/>
                </a:lnTo>
                <a:lnTo>
                  <a:pt x="1069" y="336"/>
                </a:lnTo>
                <a:lnTo>
                  <a:pt x="1080" y="358"/>
                </a:lnTo>
                <a:lnTo>
                  <a:pt x="1093" y="382"/>
                </a:lnTo>
                <a:lnTo>
                  <a:pt x="1103" y="407"/>
                </a:lnTo>
                <a:lnTo>
                  <a:pt x="1112" y="431"/>
                </a:lnTo>
                <a:lnTo>
                  <a:pt x="1120" y="455"/>
                </a:lnTo>
                <a:lnTo>
                  <a:pt x="1127" y="479"/>
                </a:lnTo>
                <a:lnTo>
                  <a:pt x="1133" y="506"/>
                </a:lnTo>
                <a:lnTo>
                  <a:pt x="1138" y="530"/>
                </a:lnTo>
                <a:lnTo>
                  <a:pt x="1142" y="556"/>
                </a:lnTo>
                <a:lnTo>
                  <a:pt x="1144" y="582"/>
                </a:lnTo>
                <a:lnTo>
                  <a:pt x="1146" y="608"/>
                </a:lnTo>
                <a:lnTo>
                  <a:pt x="1146" y="634"/>
                </a:lnTo>
                <a:lnTo>
                  <a:pt x="1146" y="659"/>
                </a:lnTo>
                <a:lnTo>
                  <a:pt x="1144" y="685"/>
                </a:lnTo>
                <a:lnTo>
                  <a:pt x="1144" y="685"/>
                </a:lnTo>
                <a:lnTo>
                  <a:pt x="1140" y="709"/>
                </a:lnTo>
                <a:lnTo>
                  <a:pt x="1136" y="731"/>
                </a:lnTo>
                <a:lnTo>
                  <a:pt x="1131" y="754"/>
                </a:lnTo>
                <a:lnTo>
                  <a:pt x="1125" y="774"/>
                </a:lnTo>
                <a:lnTo>
                  <a:pt x="1118" y="795"/>
                </a:lnTo>
                <a:lnTo>
                  <a:pt x="1110" y="815"/>
                </a:lnTo>
                <a:lnTo>
                  <a:pt x="1101" y="834"/>
                </a:lnTo>
                <a:lnTo>
                  <a:pt x="1092" y="853"/>
                </a:lnTo>
                <a:lnTo>
                  <a:pt x="1080" y="870"/>
                </a:lnTo>
                <a:lnTo>
                  <a:pt x="1067" y="886"/>
                </a:lnTo>
                <a:lnTo>
                  <a:pt x="1054" y="903"/>
                </a:lnTo>
                <a:lnTo>
                  <a:pt x="1041" y="918"/>
                </a:lnTo>
                <a:lnTo>
                  <a:pt x="1026" y="931"/>
                </a:lnTo>
                <a:lnTo>
                  <a:pt x="1011" y="944"/>
                </a:lnTo>
                <a:lnTo>
                  <a:pt x="995" y="957"/>
                </a:lnTo>
                <a:lnTo>
                  <a:pt x="978" y="968"/>
                </a:lnTo>
                <a:lnTo>
                  <a:pt x="978" y="968"/>
                </a:lnTo>
                <a:lnTo>
                  <a:pt x="959" y="978"/>
                </a:lnTo>
                <a:lnTo>
                  <a:pt x="940" y="987"/>
                </a:lnTo>
                <a:lnTo>
                  <a:pt x="899" y="1004"/>
                </a:lnTo>
                <a:lnTo>
                  <a:pt x="856" y="1015"/>
                </a:lnTo>
                <a:lnTo>
                  <a:pt x="810" y="1024"/>
                </a:lnTo>
                <a:lnTo>
                  <a:pt x="810" y="1024"/>
                </a:lnTo>
                <a:close/>
                <a:moveTo>
                  <a:pt x="297" y="1196"/>
                </a:moveTo>
                <a:lnTo>
                  <a:pt x="297" y="1196"/>
                </a:lnTo>
                <a:lnTo>
                  <a:pt x="304" y="1241"/>
                </a:lnTo>
                <a:lnTo>
                  <a:pt x="308" y="1288"/>
                </a:lnTo>
                <a:lnTo>
                  <a:pt x="310" y="1334"/>
                </a:lnTo>
                <a:lnTo>
                  <a:pt x="308" y="1381"/>
                </a:lnTo>
                <a:lnTo>
                  <a:pt x="304" y="1426"/>
                </a:lnTo>
                <a:lnTo>
                  <a:pt x="299" y="1444"/>
                </a:lnTo>
                <a:lnTo>
                  <a:pt x="295" y="1465"/>
                </a:lnTo>
                <a:lnTo>
                  <a:pt x="289" y="1482"/>
                </a:lnTo>
                <a:lnTo>
                  <a:pt x="282" y="1498"/>
                </a:lnTo>
                <a:lnTo>
                  <a:pt x="274" y="1513"/>
                </a:lnTo>
                <a:lnTo>
                  <a:pt x="265" y="1526"/>
                </a:lnTo>
                <a:lnTo>
                  <a:pt x="265" y="1526"/>
                </a:lnTo>
                <a:lnTo>
                  <a:pt x="252" y="1539"/>
                </a:lnTo>
                <a:lnTo>
                  <a:pt x="237" y="1549"/>
                </a:lnTo>
                <a:lnTo>
                  <a:pt x="220" y="1554"/>
                </a:lnTo>
                <a:lnTo>
                  <a:pt x="202" y="1556"/>
                </a:lnTo>
                <a:lnTo>
                  <a:pt x="202" y="1556"/>
                </a:lnTo>
                <a:lnTo>
                  <a:pt x="202" y="1556"/>
                </a:lnTo>
                <a:lnTo>
                  <a:pt x="179" y="1554"/>
                </a:lnTo>
                <a:lnTo>
                  <a:pt x="179" y="1554"/>
                </a:lnTo>
                <a:lnTo>
                  <a:pt x="155" y="1547"/>
                </a:lnTo>
                <a:lnTo>
                  <a:pt x="146" y="1543"/>
                </a:lnTo>
                <a:lnTo>
                  <a:pt x="136" y="1538"/>
                </a:lnTo>
                <a:lnTo>
                  <a:pt x="127" y="1532"/>
                </a:lnTo>
                <a:lnTo>
                  <a:pt x="119" y="1526"/>
                </a:lnTo>
                <a:lnTo>
                  <a:pt x="112" y="1519"/>
                </a:lnTo>
                <a:lnTo>
                  <a:pt x="106" y="1510"/>
                </a:lnTo>
                <a:lnTo>
                  <a:pt x="106" y="1510"/>
                </a:lnTo>
                <a:lnTo>
                  <a:pt x="99" y="1495"/>
                </a:lnTo>
                <a:lnTo>
                  <a:pt x="95" y="1476"/>
                </a:lnTo>
                <a:lnTo>
                  <a:pt x="91" y="1459"/>
                </a:lnTo>
                <a:lnTo>
                  <a:pt x="91" y="1439"/>
                </a:lnTo>
                <a:lnTo>
                  <a:pt x="93" y="1420"/>
                </a:lnTo>
                <a:lnTo>
                  <a:pt x="95" y="1400"/>
                </a:lnTo>
                <a:lnTo>
                  <a:pt x="99" y="1381"/>
                </a:lnTo>
                <a:lnTo>
                  <a:pt x="105" y="1364"/>
                </a:lnTo>
                <a:lnTo>
                  <a:pt x="105" y="1364"/>
                </a:lnTo>
                <a:lnTo>
                  <a:pt x="131" y="1273"/>
                </a:lnTo>
                <a:lnTo>
                  <a:pt x="131" y="1273"/>
                </a:lnTo>
                <a:lnTo>
                  <a:pt x="162" y="1174"/>
                </a:lnTo>
                <a:lnTo>
                  <a:pt x="162" y="1174"/>
                </a:lnTo>
                <a:lnTo>
                  <a:pt x="164" y="1161"/>
                </a:lnTo>
                <a:lnTo>
                  <a:pt x="162" y="1148"/>
                </a:lnTo>
                <a:lnTo>
                  <a:pt x="157" y="1136"/>
                </a:lnTo>
                <a:lnTo>
                  <a:pt x="147" y="1127"/>
                </a:lnTo>
                <a:lnTo>
                  <a:pt x="147" y="1127"/>
                </a:lnTo>
                <a:lnTo>
                  <a:pt x="133" y="1114"/>
                </a:lnTo>
                <a:lnTo>
                  <a:pt x="119" y="1099"/>
                </a:lnTo>
                <a:lnTo>
                  <a:pt x="119" y="1099"/>
                </a:lnTo>
                <a:lnTo>
                  <a:pt x="110" y="1086"/>
                </a:lnTo>
                <a:lnTo>
                  <a:pt x="101" y="1073"/>
                </a:lnTo>
                <a:lnTo>
                  <a:pt x="95" y="1058"/>
                </a:lnTo>
                <a:lnTo>
                  <a:pt x="90" y="1041"/>
                </a:lnTo>
                <a:lnTo>
                  <a:pt x="86" y="1026"/>
                </a:lnTo>
                <a:lnTo>
                  <a:pt x="84" y="1009"/>
                </a:lnTo>
                <a:lnTo>
                  <a:pt x="84" y="993"/>
                </a:lnTo>
                <a:lnTo>
                  <a:pt x="84" y="976"/>
                </a:lnTo>
                <a:lnTo>
                  <a:pt x="84" y="976"/>
                </a:lnTo>
                <a:lnTo>
                  <a:pt x="88" y="959"/>
                </a:lnTo>
                <a:lnTo>
                  <a:pt x="91" y="944"/>
                </a:lnTo>
                <a:lnTo>
                  <a:pt x="97" y="929"/>
                </a:lnTo>
                <a:lnTo>
                  <a:pt x="105" y="914"/>
                </a:lnTo>
                <a:lnTo>
                  <a:pt x="114" y="899"/>
                </a:lnTo>
                <a:lnTo>
                  <a:pt x="123" y="886"/>
                </a:lnTo>
                <a:lnTo>
                  <a:pt x="134" y="875"/>
                </a:lnTo>
                <a:lnTo>
                  <a:pt x="147" y="864"/>
                </a:lnTo>
                <a:lnTo>
                  <a:pt x="147" y="864"/>
                </a:lnTo>
                <a:lnTo>
                  <a:pt x="159" y="856"/>
                </a:lnTo>
                <a:lnTo>
                  <a:pt x="172" y="849"/>
                </a:lnTo>
                <a:lnTo>
                  <a:pt x="183" y="842"/>
                </a:lnTo>
                <a:lnTo>
                  <a:pt x="196" y="838"/>
                </a:lnTo>
                <a:lnTo>
                  <a:pt x="209" y="832"/>
                </a:lnTo>
                <a:lnTo>
                  <a:pt x="224" y="830"/>
                </a:lnTo>
                <a:lnTo>
                  <a:pt x="237" y="828"/>
                </a:lnTo>
                <a:lnTo>
                  <a:pt x="252" y="828"/>
                </a:lnTo>
                <a:lnTo>
                  <a:pt x="252" y="828"/>
                </a:lnTo>
                <a:lnTo>
                  <a:pt x="271" y="828"/>
                </a:lnTo>
                <a:lnTo>
                  <a:pt x="289" y="832"/>
                </a:lnTo>
                <a:lnTo>
                  <a:pt x="308" y="838"/>
                </a:lnTo>
                <a:lnTo>
                  <a:pt x="325" y="845"/>
                </a:lnTo>
                <a:lnTo>
                  <a:pt x="341" y="855"/>
                </a:lnTo>
                <a:lnTo>
                  <a:pt x="356" y="864"/>
                </a:lnTo>
                <a:lnTo>
                  <a:pt x="371" y="877"/>
                </a:lnTo>
                <a:lnTo>
                  <a:pt x="384" y="892"/>
                </a:lnTo>
                <a:lnTo>
                  <a:pt x="384" y="892"/>
                </a:lnTo>
                <a:lnTo>
                  <a:pt x="394" y="905"/>
                </a:lnTo>
                <a:lnTo>
                  <a:pt x="401" y="920"/>
                </a:lnTo>
                <a:lnTo>
                  <a:pt x="409" y="935"/>
                </a:lnTo>
                <a:lnTo>
                  <a:pt x="414" y="950"/>
                </a:lnTo>
                <a:lnTo>
                  <a:pt x="416" y="967"/>
                </a:lnTo>
                <a:lnTo>
                  <a:pt x="420" y="983"/>
                </a:lnTo>
                <a:lnTo>
                  <a:pt x="420" y="998"/>
                </a:lnTo>
                <a:lnTo>
                  <a:pt x="418" y="1015"/>
                </a:lnTo>
                <a:lnTo>
                  <a:pt x="418" y="1015"/>
                </a:lnTo>
                <a:lnTo>
                  <a:pt x="416" y="1032"/>
                </a:lnTo>
                <a:lnTo>
                  <a:pt x="411" y="1049"/>
                </a:lnTo>
                <a:lnTo>
                  <a:pt x="405" y="1064"/>
                </a:lnTo>
                <a:lnTo>
                  <a:pt x="397" y="1079"/>
                </a:lnTo>
                <a:lnTo>
                  <a:pt x="390" y="1092"/>
                </a:lnTo>
                <a:lnTo>
                  <a:pt x="379" y="1105"/>
                </a:lnTo>
                <a:lnTo>
                  <a:pt x="368" y="1118"/>
                </a:lnTo>
                <a:lnTo>
                  <a:pt x="356" y="1127"/>
                </a:lnTo>
                <a:lnTo>
                  <a:pt x="356" y="1127"/>
                </a:lnTo>
                <a:lnTo>
                  <a:pt x="340" y="1140"/>
                </a:lnTo>
                <a:lnTo>
                  <a:pt x="321" y="1149"/>
                </a:lnTo>
                <a:lnTo>
                  <a:pt x="321" y="1149"/>
                </a:lnTo>
                <a:lnTo>
                  <a:pt x="313" y="1153"/>
                </a:lnTo>
                <a:lnTo>
                  <a:pt x="308" y="1157"/>
                </a:lnTo>
                <a:lnTo>
                  <a:pt x="304" y="1163"/>
                </a:lnTo>
                <a:lnTo>
                  <a:pt x="300" y="1168"/>
                </a:lnTo>
                <a:lnTo>
                  <a:pt x="297" y="1176"/>
                </a:lnTo>
                <a:lnTo>
                  <a:pt x="297" y="1181"/>
                </a:lnTo>
                <a:lnTo>
                  <a:pt x="295" y="1189"/>
                </a:lnTo>
                <a:lnTo>
                  <a:pt x="297" y="1196"/>
                </a:lnTo>
                <a:lnTo>
                  <a:pt x="297" y="1196"/>
                </a:lnTo>
                <a:close/>
                <a:moveTo>
                  <a:pt x="384" y="1211"/>
                </a:moveTo>
                <a:lnTo>
                  <a:pt x="384" y="1211"/>
                </a:lnTo>
                <a:lnTo>
                  <a:pt x="407" y="1194"/>
                </a:lnTo>
                <a:lnTo>
                  <a:pt x="407" y="1194"/>
                </a:lnTo>
                <a:lnTo>
                  <a:pt x="427" y="1176"/>
                </a:lnTo>
                <a:lnTo>
                  <a:pt x="427" y="1176"/>
                </a:lnTo>
                <a:lnTo>
                  <a:pt x="409" y="1215"/>
                </a:lnTo>
                <a:lnTo>
                  <a:pt x="390" y="1256"/>
                </a:lnTo>
                <a:lnTo>
                  <a:pt x="390" y="1256"/>
                </a:lnTo>
                <a:lnTo>
                  <a:pt x="384" y="1211"/>
                </a:lnTo>
                <a:lnTo>
                  <a:pt x="384" y="1211"/>
                </a:lnTo>
                <a:close/>
                <a:moveTo>
                  <a:pt x="606" y="2469"/>
                </a:moveTo>
                <a:lnTo>
                  <a:pt x="606" y="2469"/>
                </a:lnTo>
                <a:lnTo>
                  <a:pt x="605" y="2575"/>
                </a:lnTo>
                <a:lnTo>
                  <a:pt x="603" y="2682"/>
                </a:lnTo>
                <a:lnTo>
                  <a:pt x="603" y="2682"/>
                </a:lnTo>
                <a:lnTo>
                  <a:pt x="599" y="2700"/>
                </a:lnTo>
                <a:lnTo>
                  <a:pt x="599" y="2700"/>
                </a:lnTo>
                <a:lnTo>
                  <a:pt x="593" y="2670"/>
                </a:lnTo>
                <a:lnTo>
                  <a:pt x="593" y="2670"/>
                </a:lnTo>
                <a:lnTo>
                  <a:pt x="590" y="2648"/>
                </a:lnTo>
                <a:lnTo>
                  <a:pt x="586" y="2620"/>
                </a:lnTo>
                <a:lnTo>
                  <a:pt x="582" y="2558"/>
                </a:lnTo>
                <a:lnTo>
                  <a:pt x="582" y="2488"/>
                </a:lnTo>
                <a:lnTo>
                  <a:pt x="582" y="2409"/>
                </a:lnTo>
                <a:lnTo>
                  <a:pt x="586" y="2331"/>
                </a:lnTo>
                <a:lnTo>
                  <a:pt x="590" y="2256"/>
                </a:lnTo>
                <a:lnTo>
                  <a:pt x="597" y="2187"/>
                </a:lnTo>
                <a:lnTo>
                  <a:pt x="605" y="2131"/>
                </a:lnTo>
                <a:lnTo>
                  <a:pt x="605" y="2131"/>
                </a:lnTo>
                <a:lnTo>
                  <a:pt x="608" y="2163"/>
                </a:lnTo>
                <a:lnTo>
                  <a:pt x="610" y="2202"/>
                </a:lnTo>
                <a:lnTo>
                  <a:pt x="610" y="2290"/>
                </a:lnTo>
                <a:lnTo>
                  <a:pt x="610" y="2381"/>
                </a:lnTo>
                <a:lnTo>
                  <a:pt x="606" y="2469"/>
                </a:lnTo>
                <a:lnTo>
                  <a:pt x="606" y="246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9" name="任意多边形 68"/>
          <p:cNvSpPr/>
          <p:nvPr>
            <p:custDataLst>
              <p:tags r:id="rId10"/>
            </p:custDataLst>
          </p:nvPr>
        </p:nvSpPr>
        <p:spPr bwMode="auto">
          <a:xfrm flipH="1">
            <a:off x="3746974" y="3147757"/>
            <a:ext cx="159434" cy="222069"/>
          </a:xfrm>
          <a:custGeom>
            <a:avLst/>
            <a:gdLst>
              <a:gd name="T0" fmla="*/ 6 w 280"/>
              <a:gd name="T1" fmla="*/ 71 h 390"/>
              <a:gd name="T2" fmla="*/ 6 w 280"/>
              <a:gd name="T3" fmla="*/ 75 h 390"/>
              <a:gd name="T4" fmla="*/ 30 w 280"/>
              <a:gd name="T5" fmla="*/ 205 h 390"/>
              <a:gd name="T6" fmla="*/ 53 w 280"/>
              <a:gd name="T7" fmla="*/ 355 h 390"/>
              <a:gd name="T8" fmla="*/ 54 w 280"/>
              <a:gd name="T9" fmla="*/ 362 h 390"/>
              <a:gd name="T10" fmla="*/ 64 w 280"/>
              <a:gd name="T11" fmla="*/ 379 h 390"/>
              <a:gd name="T12" fmla="*/ 71 w 280"/>
              <a:gd name="T13" fmla="*/ 385 h 390"/>
              <a:gd name="T14" fmla="*/ 94 w 280"/>
              <a:gd name="T15" fmla="*/ 390 h 390"/>
              <a:gd name="T16" fmla="*/ 107 w 280"/>
              <a:gd name="T17" fmla="*/ 388 h 390"/>
              <a:gd name="T18" fmla="*/ 133 w 280"/>
              <a:gd name="T19" fmla="*/ 379 h 390"/>
              <a:gd name="T20" fmla="*/ 176 w 280"/>
              <a:gd name="T21" fmla="*/ 360 h 390"/>
              <a:gd name="T22" fmla="*/ 211 w 280"/>
              <a:gd name="T23" fmla="*/ 338 h 390"/>
              <a:gd name="T24" fmla="*/ 237 w 280"/>
              <a:gd name="T25" fmla="*/ 315 h 390"/>
              <a:gd name="T26" fmla="*/ 256 w 280"/>
              <a:gd name="T27" fmla="*/ 293 h 390"/>
              <a:gd name="T28" fmla="*/ 269 w 280"/>
              <a:gd name="T29" fmla="*/ 271 h 390"/>
              <a:gd name="T30" fmla="*/ 278 w 280"/>
              <a:gd name="T31" fmla="*/ 239 h 390"/>
              <a:gd name="T32" fmla="*/ 280 w 280"/>
              <a:gd name="T33" fmla="*/ 218 h 390"/>
              <a:gd name="T34" fmla="*/ 275 w 280"/>
              <a:gd name="T35" fmla="*/ 179 h 390"/>
              <a:gd name="T36" fmla="*/ 263 w 280"/>
              <a:gd name="T37" fmla="*/ 144 h 390"/>
              <a:gd name="T38" fmla="*/ 245 w 280"/>
              <a:gd name="T39" fmla="*/ 110 h 390"/>
              <a:gd name="T40" fmla="*/ 219 w 280"/>
              <a:gd name="T41" fmla="*/ 80 h 390"/>
              <a:gd name="T42" fmla="*/ 187 w 280"/>
              <a:gd name="T43" fmla="*/ 54 h 390"/>
              <a:gd name="T44" fmla="*/ 148 w 280"/>
              <a:gd name="T45" fmla="*/ 32 h 390"/>
              <a:gd name="T46" fmla="*/ 103 w 280"/>
              <a:gd name="T47" fmla="*/ 15 h 390"/>
              <a:gd name="T48" fmla="*/ 51 w 280"/>
              <a:gd name="T49" fmla="*/ 2 h 390"/>
              <a:gd name="T50" fmla="*/ 41 w 280"/>
              <a:gd name="T51" fmla="*/ 0 h 390"/>
              <a:gd name="T52" fmla="*/ 21 w 280"/>
              <a:gd name="T53" fmla="*/ 6 h 390"/>
              <a:gd name="T54" fmla="*/ 13 w 280"/>
              <a:gd name="T55" fmla="*/ 13 h 390"/>
              <a:gd name="T56" fmla="*/ 2 w 280"/>
              <a:gd name="T57" fmla="*/ 30 h 390"/>
              <a:gd name="T58" fmla="*/ 2 w 280"/>
              <a:gd name="T59" fmla="*/ 50 h 390"/>
              <a:gd name="T60" fmla="*/ 6 w 280"/>
              <a:gd name="T61" fmla="*/ 71 h 390"/>
              <a:gd name="T62" fmla="*/ 129 w 280"/>
              <a:gd name="T63" fmla="*/ 289 h 390"/>
              <a:gd name="T64" fmla="*/ 114 w 280"/>
              <a:gd name="T65" fmla="*/ 192 h 390"/>
              <a:gd name="T66" fmla="*/ 97 w 280"/>
              <a:gd name="T67" fmla="*/ 103 h 390"/>
              <a:gd name="T68" fmla="*/ 140 w 280"/>
              <a:gd name="T69" fmla="*/ 123 h 390"/>
              <a:gd name="T70" fmla="*/ 170 w 280"/>
              <a:gd name="T71" fmla="*/ 151 h 390"/>
              <a:gd name="T72" fmla="*/ 189 w 280"/>
              <a:gd name="T73" fmla="*/ 183 h 390"/>
              <a:gd name="T74" fmla="*/ 196 w 280"/>
              <a:gd name="T75" fmla="*/ 220 h 390"/>
              <a:gd name="T76" fmla="*/ 194 w 280"/>
              <a:gd name="T77" fmla="*/ 231 h 390"/>
              <a:gd name="T78" fmla="*/ 183 w 280"/>
              <a:gd name="T79" fmla="*/ 252 h 390"/>
              <a:gd name="T80" fmla="*/ 165 w 280"/>
              <a:gd name="T81" fmla="*/ 269 h 390"/>
              <a:gd name="T82" fmla="*/ 129 w 280"/>
              <a:gd name="T83" fmla="*/ 289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80" h="390">
                <a:moveTo>
                  <a:pt x="6" y="71"/>
                </a:moveTo>
                <a:lnTo>
                  <a:pt x="6" y="71"/>
                </a:lnTo>
                <a:lnTo>
                  <a:pt x="6" y="75"/>
                </a:lnTo>
                <a:lnTo>
                  <a:pt x="6" y="75"/>
                </a:lnTo>
                <a:lnTo>
                  <a:pt x="19" y="136"/>
                </a:lnTo>
                <a:lnTo>
                  <a:pt x="30" y="205"/>
                </a:lnTo>
                <a:lnTo>
                  <a:pt x="41" y="276"/>
                </a:lnTo>
                <a:lnTo>
                  <a:pt x="53" y="355"/>
                </a:lnTo>
                <a:lnTo>
                  <a:pt x="53" y="355"/>
                </a:lnTo>
                <a:lnTo>
                  <a:pt x="54" y="362"/>
                </a:lnTo>
                <a:lnTo>
                  <a:pt x="58" y="371"/>
                </a:lnTo>
                <a:lnTo>
                  <a:pt x="64" y="379"/>
                </a:lnTo>
                <a:lnTo>
                  <a:pt x="71" y="385"/>
                </a:lnTo>
                <a:lnTo>
                  <a:pt x="71" y="385"/>
                </a:lnTo>
                <a:lnTo>
                  <a:pt x="82" y="388"/>
                </a:lnTo>
                <a:lnTo>
                  <a:pt x="94" y="390"/>
                </a:lnTo>
                <a:lnTo>
                  <a:pt x="94" y="390"/>
                </a:lnTo>
                <a:lnTo>
                  <a:pt x="107" y="388"/>
                </a:lnTo>
                <a:lnTo>
                  <a:pt x="107" y="388"/>
                </a:lnTo>
                <a:lnTo>
                  <a:pt x="133" y="379"/>
                </a:lnTo>
                <a:lnTo>
                  <a:pt x="155" y="370"/>
                </a:lnTo>
                <a:lnTo>
                  <a:pt x="176" y="360"/>
                </a:lnTo>
                <a:lnTo>
                  <a:pt x="194" y="349"/>
                </a:lnTo>
                <a:lnTo>
                  <a:pt x="211" y="338"/>
                </a:lnTo>
                <a:lnTo>
                  <a:pt x="226" y="327"/>
                </a:lnTo>
                <a:lnTo>
                  <a:pt x="237" y="315"/>
                </a:lnTo>
                <a:lnTo>
                  <a:pt x="249" y="304"/>
                </a:lnTo>
                <a:lnTo>
                  <a:pt x="256" y="293"/>
                </a:lnTo>
                <a:lnTo>
                  <a:pt x="263" y="282"/>
                </a:lnTo>
                <a:lnTo>
                  <a:pt x="269" y="271"/>
                </a:lnTo>
                <a:lnTo>
                  <a:pt x="273" y="259"/>
                </a:lnTo>
                <a:lnTo>
                  <a:pt x="278" y="239"/>
                </a:lnTo>
                <a:lnTo>
                  <a:pt x="280" y="218"/>
                </a:lnTo>
                <a:lnTo>
                  <a:pt x="280" y="218"/>
                </a:lnTo>
                <a:lnTo>
                  <a:pt x="278" y="200"/>
                </a:lnTo>
                <a:lnTo>
                  <a:pt x="275" y="179"/>
                </a:lnTo>
                <a:lnTo>
                  <a:pt x="271" y="161"/>
                </a:lnTo>
                <a:lnTo>
                  <a:pt x="263" y="144"/>
                </a:lnTo>
                <a:lnTo>
                  <a:pt x="254" y="125"/>
                </a:lnTo>
                <a:lnTo>
                  <a:pt x="245" y="110"/>
                </a:lnTo>
                <a:lnTo>
                  <a:pt x="234" y="95"/>
                </a:lnTo>
                <a:lnTo>
                  <a:pt x="219" y="80"/>
                </a:lnTo>
                <a:lnTo>
                  <a:pt x="204" y="67"/>
                </a:lnTo>
                <a:lnTo>
                  <a:pt x="187" y="54"/>
                </a:lnTo>
                <a:lnTo>
                  <a:pt x="168" y="43"/>
                </a:lnTo>
                <a:lnTo>
                  <a:pt x="148" y="32"/>
                </a:lnTo>
                <a:lnTo>
                  <a:pt x="125" y="22"/>
                </a:lnTo>
                <a:lnTo>
                  <a:pt x="103" y="15"/>
                </a:lnTo>
                <a:lnTo>
                  <a:pt x="79" y="8"/>
                </a:lnTo>
                <a:lnTo>
                  <a:pt x="51" y="2"/>
                </a:lnTo>
                <a:lnTo>
                  <a:pt x="51" y="2"/>
                </a:lnTo>
                <a:lnTo>
                  <a:pt x="41" y="0"/>
                </a:lnTo>
                <a:lnTo>
                  <a:pt x="30" y="2"/>
                </a:lnTo>
                <a:lnTo>
                  <a:pt x="21" y="6"/>
                </a:lnTo>
                <a:lnTo>
                  <a:pt x="13" y="13"/>
                </a:lnTo>
                <a:lnTo>
                  <a:pt x="13" y="13"/>
                </a:lnTo>
                <a:lnTo>
                  <a:pt x="8" y="21"/>
                </a:lnTo>
                <a:lnTo>
                  <a:pt x="2" y="30"/>
                </a:lnTo>
                <a:lnTo>
                  <a:pt x="0" y="39"/>
                </a:lnTo>
                <a:lnTo>
                  <a:pt x="2" y="50"/>
                </a:lnTo>
                <a:lnTo>
                  <a:pt x="2" y="50"/>
                </a:lnTo>
                <a:lnTo>
                  <a:pt x="6" y="71"/>
                </a:lnTo>
                <a:lnTo>
                  <a:pt x="6" y="71"/>
                </a:lnTo>
                <a:close/>
                <a:moveTo>
                  <a:pt x="129" y="289"/>
                </a:moveTo>
                <a:lnTo>
                  <a:pt x="129" y="289"/>
                </a:lnTo>
                <a:lnTo>
                  <a:pt x="114" y="192"/>
                </a:lnTo>
                <a:lnTo>
                  <a:pt x="97" y="103"/>
                </a:lnTo>
                <a:lnTo>
                  <a:pt x="97" y="103"/>
                </a:lnTo>
                <a:lnTo>
                  <a:pt x="120" y="112"/>
                </a:lnTo>
                <a:lnTo>
                  <a:pt x="140" y="123"/>
                </a:lnTo>
                <a:lnTo>
                  <a:pt x="157" y="136"/>
                </a:lnTo>
                <a:lnTo>
                  <a:pt x="170" y="151"/>
                </a:lnTo>
                <a:lnTo>
                  <a:pt x="181" y="166"/>
                </a:lnTo>
                <a:lnTo>
                  <a:pt x="189" y="183"/>
                </a:lnTo>
                <a:lnTo>
                  <a:pt x="194" y="202"/>
                </a:lnTo>
                <a:lnTo>
                  <a:pt x="196" y="220"/>
                </a:lnTo>
                <a:lnTo>
                  <a:pt x="196" y="220"/>
                </a:lnTo>
                <a:lnTo>
                  <a:pt x="194" y="231"/>
                </a:lnTo>
                <a:lnTo>
                  <a:pt x="191" y="241"/>
                </a:lnTo>
                <a:lnTo>
                  <a:pt x="183" y="252"/>
                </a:lnTo>
                <a:lnTo>
                  <a:pt x="174" y="259"/>
                </a:lnTo>
                <a:lnTo>
                  <a:pt x="165" y="269"/>
                </a:lnTo>
                <a:lnTo>
                  <a:pt x="153" y="276"/>
                </a:lnTo>
                <a:lnTo>
                  <a:pt x="129" y="289"/>
                </a:lnTo>
                <a:lnTo>
                  <a:pt x="129" y="2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0" name="任意多边形 69"/>
          <p:cNvSpPr/>
          <p:nvPr>
            <p:custDataLst>
              <p:tags r:id="rId11"/>
            </p:custDataLst>
          </p:nvPr>
        </p:nvSpPr>
        <p:spPr bwMode="auto">
          <a:xfrm flipH="1">
            <a:off x="4122783" y="2605681"/>
            <a:ext cx="72884" cy="116159"/>
          </a:xfrm>
          <a:custGeom>
            <a:avLst/>
            <a:gdLst>
              <a:gd name="T0" fmla="*/ 71 w 127"/>
              <a:gd name="T1" fmla="*/ 0 h 204"/>
              <a:gd name="T2" fmla="*/ 71 w 127"/>
              <a:gd name="T3" fmla="*/ 0 h 204"/>
              <a:gd name="T4" fmla="*/ 58 w 127"/>
              <a:gd name="T5" fmla="*/ 0 h 204"/>
              <a:gd name="T6" fmla="*/ 46 w 127"/>
              <a:gd name="T7" fmla="*/ 4 h 204"/>
              <a:gd name="T8" fmla="*/ 35 w 127"/>
              <a:gd name="T9" fmla="*/ 10 h 204"/>
              <a:gd name="T10" fmla="*/ 26 w 127"/>
              <a:gd name="T11" fmla="*/ 15 h 204"/>
              <a:gd name="T12" fmla="*/ 18 w 127"/>
              <a:gd name="T13" fmla="*/ 25 h 204"/>
              <a:gd name="T14" fmla="*/ 11 w 127"/>
              <a:gd name="T15" fmla="*/ 34 h 204"/>
              <a:gd name="T16" fmla="*/ 7 w 127"/>
              <a:gd name="T17" fmla="*/ 47 h 204"/>
              <a:gd name="T18" fmla="*/ 5 w 127"/>
              <a:gd name="T19" fmla="*/ 58 h 204"/>
              <a:gd name="T20" fmla="*/ 0 w 127"/>
              <a:gd name="T21" fmla="*/ 137 h 204"/>
              <a:gd name="T22" fmla="*/ 0 w 127"/>
              <a:gd name="T23" fmla="*/ 137 h 204"/>
              <a:gd name="T24" fmla="*/ 0 w 127"/>
              <a:gd name="T25" fmla="*/ 150 h 204"/>
              <a:gd name="T26" fmla="*/ 2 w 127"/>
              <a:gd name="T27" fmla="*/ 161 h 204"/>
              <a:gd name="T28" fmla="*/ 7 w 127"/>
              <a:gd name="T29" fmla="*/ 172 h 204"/>
              <a:gd name="T30" fmla="*/ 13 w 127"/>
              <a:gd name="T31" fmla="*/ 181 h 204"/>
              <a:gd name="T32" fmla="*/ 22 w 127"/>
              <a:gd name="T33" fmla="*/ 191 h 204"/>
              <a:gd name="T34" fmla="*/ 32 w 127"/>
              <a:gd name="T35" fmla="*/ 196 h 204"/>
              <a:gd name="T36" fmla="*/ 43 w 127"/>
              <a:gd name="T37" fmla="*/ 202 h 204"/>
              <a:gd name="T38" fmla="*/ 56 w 127"/>
              <a:gd name="T39" fmla="*/ 204 h 204"/>
              <a:gd name="T40" fmla="*/ 56 w 127"/>
              <a:gd name="T41" fmla="*/ 204 h 204"/>
              <a:gd name="T42" fmla="*/ 69 w 127"/>
              <a:gd name="T43" fmla="*/ 204 h 204"/>
              <a:gd name="T44" fmla="*/ 80 w 127"/>
              <a:gd name="T45" fmla="*/ 200 h 204"/>
              <a:gd name="T46" fmla="*/ 91 w 127"/>
              <a:gd name="T47" fmla="*/ 194 h 204"/>
              <a:gd name="T48" fmla="*/ 101 w 127"/>
              <a:gd name="T49" fmla="*/ 189 h 204"/>
              <a:gd name="T50" fmla="*/ 108 w 127"/>
              <a:gd name="T51" fmla="*/ 179 h 204"/>
              <a:gd name="T52" fmla="*/ 114 w 127"/>
              <a:gd name="T53" fmla="*/ 170 h 204"/>
              <a:gd name="T54" fmla="*/ 119 w 127"/>
              <a:gd name="T55" fmla="*/ 157 h 204"/>
              <a:gd name="T56" fmla="*/ 121 w 127"/>
              <a:gd name="T57" fmla="*/ 146 h 204"/>
              <a:gd name="T58" fmla="*/ 127 w 127"/>
              <a:gd name="T59" fmla="*/ 68 h 204"/>
              <a:gd name="T60" fmla="*/ 127 w 127"/>
              <a:gd name="T61" fmla="*/ 68 h 204"/>
              <a:gd name="T62" fmla="*/ 127 w 127"/>
              <a:gd name="T63" fmla="*/ 54 h 204"/>
              <a:gd name="T64" fmla="*/ 123 w 127"/>
              <a:gd name="T65" fmla="*/ 43 h 204"/>
              <a:gd name="T66" fmla="*/ 119 w 127"/>
              <a:gd name="T67" fmla="*/ 32 h 204"/>
              <a:gd name="T68" fmla="*/ 112 w 127"/>
              <a:gd name="T69" fmla="*/ 23 h 204"/>
              <a:gd name="T70" fmla="*/ 104 w 127"/>
              <a:gd name="T71" fmla="*/ 13 h 204"/>
              <a:gd name="T72" fmla="*/ 95 w 127"/>
              <a:gd name="T73" fmla="*/ 8 h 204"/>
              <a:gd name="T74" fmla="*/ 84 w 127"/>
              <a:gd name="T75" fmla="*/ 2 h 204"/>
              <a:gd name="T76" fmla="*/ 71 w 127"/>
              <a:gd name="T77" fmla="*/ 0 h 204"/>
              <a:gd name="T78" fmla="*/ 71 w 127"/>
              <a:gd name="T79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7" h="204">
                <a:moveTo>
                  <a:pt x="71" y="0"/>
                </a:moveTo>
                <a:lnTo>
                  <a:pt x="71" y="0"/>
                </a:lnTo>
                <a:lnTo>
                  <a:pt x="58" y="0"/>
                </a:lnTo>
                <a:lnTo>
                  <a:pt x="46" y="4"/>
                </a:lnTo>
                <a:lnTo>
                  <a:pt x="35" y="10"/>
                </a:lnTo>
                <a:lnTo>
                  <a:pt x="26" y="15"/>
                </a:lnTo>
                <a:lnTo>
                  <a:pt x="18" y="25"/>
                </a:lnTo>
                <a:lnTo>
                  <a:pt x="11" y="34"/>
                </a:lnTo>
                <a:lnTo>
                  <a:pt x="7" y="47"/>
                </a:lnTo>
                <a:lnTo>
                  <a:pt x="5" y="58"/>
                </a:lnTo>
                <a:lnTo>
                  <a:pt x="0" y="137"/>
                </a:lnTo>
                <a:lnTo>
                  <a:pt x="0" y="137"/>
                </a:lnTo>
                <a:lnTo>
                  <a:pt x="0" y="150"/>
                </a:lnTo>
                <a:lnTo>
                  <a:pt x="2" y="161"/>
                </a:lnTo>
                <a:lnTo>
                  <a:pt x="7" y="172"/>
                </a:lnTo>
                <a:lnTo>
                  <a:pt x="13" y="181"/>
                </a:lnTo>
                <a:lnTo>
                  <a:pt x="22" y="191"/>
                </a:lnTo>
                <a:lnTo>
                  <a:pt x="32" y="196"/>
                </a:lnTo>
                <a:lnTo>
                  <a:pt x="43" y="202"/>
                </a:lnTo>
                <a:lnTo>
                  <a:pt x="56" y="204"/>
                </a:lnTo>
                <a:lnTo>
                  <a:pt x="56" y="204"/>
                </a:lnTo>
                <a:lnTo>
                  <a:pt x="69" y="204"/>
                </a:lnTo>
                <a:lnTo>
                  <a:pt x="80" y="200"/>
                </a:lnTo>
                <a:lnTo>
                  <a:pt x="91" y="194"/>
                </a:lnTo>
                <a:lnTo>
                  <a:pt x="101" y="189"/>
                </a:lnTo>
                <a:lnTo>
                  <a:pt x="108" y="179"/>
                </a:lnTo>
                <a:lnTo>
                  <a:pt x="114" y="170"/>
                </a:lnTo>
                <a:lnTo>
                  <a:pt x="119" y="157"/>
                </a:lnTo>
                <a:lnTo>
                  <a:pt x="121" y="146"/>
                </a:lnTo>
                <a:lnTo>
                  <a:pt x="127" y="68"/>
                </a:lnTo>
                <a:lnTo>
                  <a:pt x="127" y="68"/>
                </a:lnTo>
                <a:lnTo>
                  <a:pt x="127" y="54"/>
                </a:lnTo>
                <a:lnTo>
                  <a:pt x="123" y="43"/>
                </a:lnTo>
                <a:lnTo>
                  <a:pt x="119" y="32"/>
                </a:lnTo>
                <a:lnTo>
                  <a:pt x="112" y="23"/>
                </a:lnTo>
                <a:lnTo>
                  <a:pt x="104" y="13"/>
                </a:lnTo>
                <a:lnTo>
                  <a:pt x="95" y="8"/>
                </a:lnTo>
                <a:lnTo>
                  <a:pt x="84" y="2"/>
                </a:lnTo>
                <a:lnTo>
                  <a:pt x="71" y="0"/>
                </a:lnTo>
                <a:lnTo>
                  <a:pt x="7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1" name="任意多边形 70"/>
          <p:cNvSpPr/>
          <p:nvPr>
            <p:custDataLst>
              <p:tags r:id="rId12"/>
            </p:custDataLst>
          </p:nvPr>
        </p:nvSpPr>
        <p:spPr bwMode="auto">
          <a:xfrm flipH="1">
            <a:off x="3846051" y="2605681"/>
            <a:ext cx="71746" cy="116159"/>
          </a:xfrm>
          <a:custGeom>
            <a:avLst/>
            <a:gdLst>
              <a:gd name="T0" fmla="*/ 56 w 127"/>
              <a:gd name="T1" fmla="*/ 0 h 204"/>
              <a:gd name="T2" fmla="*/ 56 w 127"/>
              <a:gd name="T3" fmla="*/ 0 h 204"/>
              <a:gd name="T4" fmla="*/ 43 w 127"/>
              <a:gd name="T5" fmla="*/ 2 h 204"/>
              <a:gd name="T6" fmla="*/ 32 w 127"/>
              <a:gd name="T7" fmla="*/ 8 h 204"/>
              <a:gd name="T8" fmla="*/ 22 w 127"/>
              <a:gd name="T9" fmla="*/ 13 h 204"/>
              <a:gd name="T10" fmla="*/ 13 w 127"/>
              <a:gd name="T11" fmla="*/ 23 h 204"/>
              <a:gd name="T12" fmla="*/ 7 w 127"/>
              <a:gd name="T13" fmla="*/ 32 h 204"/>
              <a:gd name="T14" fmla="*/ 4 w 127"/>
              <a:gd name="T15" fmla="*/ 43 h 204"/>
              <a:gd name="T16" fmla="*/ 0 w 127"/>
              <a:gd name="T17" fmla="*/ 54 h 204"/>
              <a:gd name="T18" fmla="*/ 0 w 127"/>
              <a:gd name="T19" fmla="*/ 68 h 204"/>
              <a:gd name="T20" fmla="*/ 5 w 127"/>
              <a:gd name="T21" fmla="*/ 146 h 204"/>
              <a:gd name="T22" fmla="*/ 5 w 127"/>
              <a:gd name="T23" fmla="*/ 146 h 204"/>
              <a:gd name="T24" fmla="*/ 7 w 127"/>
              <a:gd name="T25" fmla="*/ 157 h 204"/>
              <a:gd name="T26" fmla="*/ 13 w 127"/>
              <a:gd name="T27" fmla="*/ 170 h 204"/>
              <a:gd name="T28" fmla="*/ 18 w 127"/>
              <a:gd name="T29" fmla="*/ 179 h 204"/>
              <a:gd name="T30" fmla="*/ 26 w 127"/>
              <a:gd name="T31" fmla="*/ 189 h 204"/>
              <a:gd name="T32" fmla="*/ 35 w 127"/>
              <a:gd name="T33" fmla="*/ 194 h 204"/>
              <a:gd name="T34" fmla="*/ 46 w 127"/>
              <a:gd name="T35" fmla="*/ 200 h 204"/>
              <a:gd name="T36" fmla="*/ 58 w 127"/>
              <a:gd name="T37" fmla="*/ 204 h 204"/>
              <a:gd name="T38" fmla="*/ 71 w 127"/>
              <a:gd name="T39" fmla="*/ 204 h 204"/>
              <a:gd name="T40" fmla="*/ 71 w 127"/>
              <a:gd name="T41" fmla="*/ 204 h 204"/>
              <a:gd name="T42" fmla="*/ 84 w 127"/>
              <a:gd name="T43" fmla="*/ 202 h 204"/>
              <a:gd name="T44" fmla="*/ 95 w 127"/>
              <a:gd name="T45" fmla="*/ 196 h 204"/>
              <a:gd name="T46" fmla="*/ 104 w 127"/>
              <a:gd name="T47" fmla="*/ 191 h 204"/>
              <a:gd name="T48" fmla="*/ 114 w 127"/>
              <a:gd name="T49" fmla="*/ 181 h 204"/>
              <a:gd name="T50" fmla="*/ 119 w 127"/>
              <a:gd name="T51" fmla="*/ 172 h 204"/>
              <a:gd name="T52" fmla="*/ 125 w 127"/>
              <a:gd name="T53" fmla="*/ 161 h 204"/>
              <a:gd name="T54" fmla="*/ 127 w 127"/>
              <a:gd name="T55" fmla="*/ 150 h 204"/>
              <a:gd name="T56" fmla="*/ 127 w 127"/>
              <a:gd name="T57" fmla="*/ 137 h 204"/>
              <a:gd name="T58" fmla="*/ 121 w 127"/>
              <a:gd name="T59" fmla="*/ 58 h 204"/>
              <a:gd name="T60" fmla="*/ 121 w 127"/>
              <a:gd name="T61" fmla="*/ 58 h 204"/>
              <a:gd name="T62" fmla="*/ 119 w 127"/>
              <a:gd name="T63" fmla="*/ 47 h 204"/>
              <a:gd name="T64" fmla="*/ 114 w 127"/>
              <a:gd name="T65" fmla="*/ 34 h 204"/>
              <a:gd name="T66" fmla="*/ 108 w 127"/>
              <a:gd name="T67" fmla="*/ 25 h 204"/>
              <a:gd name="T68" fmla="*/ 101 w 127"/>
              <a:gd name="T69" fmla="*/ 15 h 204"/>
              <a:gd name="T70" fmla="*/ 91 w 127"/>
              <a:gd name="T71" fmla="*/ 10 h 204"/>
              <a:gd name="T72" fmla="*/ 80 w 127"/>
              <a:gd name="T73" fmla="*/ 4 h 204"/>
              <a:gd name="T74" fmla="*/ 69 w 127"/>
              <a:gd name="T75" fmla="*/ 0 h 204"/>
              <a:gd name="T76" fmla="*/ 56 w 127"/>
              <a:gd name="T77" fmla="*/ 0 h 204"/>
              <a:gd name="T78" fmla="*/ 56 w 127"/>
              <a:gd name="T79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7" h="204">
                <a:moveTo>
                  <a:pt x="56" y="0"/>
                </a:moveTo>
                <a:lnTo>
                  <a:pt x="56" y="0"/>
                </a:lnTo>
                <a:lnTo>
                  <a:pt x="43" y="2"/>
                </a:lnTo>
                <a:lnTo>
                  <a:pt x="32" y="8"/>
                </a:lnTo>
                <a:lnTo>
                  <a:pt x="22" y="13"/>
                </a:lnTo>
                <a:lnTo>
                  <a:pt x="13" y="23"/>
                </a:lnTo>
                <a:lnTo>
                  <a:pt x="7" y="32"/>
                </a:lnTo>
                <a:lnTo>
                  <a:pt x="4" y="43"/>
                </a:lnTo>
                <a:lnTo>
                  <a:pt x="0" y="54"/>
                </a:lnTo>
                <a:lnTo>
                  <a:pt x="0" y="68"/>
                </a:lnTo>
                <a:lnTo>
                  <a:pt x="5" y="146"/>
                </a:lnTo>
                <a:lnTo>
                  <a:pt x="5" y="146"/>
                </a:lnTo>
                <a:lnTo>
                  <a:pt x="7" y="157"/>
                </a:lnTo>
                <a:lnTo>
                  <a:pt x="13" y="170"/>
                </a:lnTo>
                <a:lnTo>
                  <a:pt x="18" y="179"/>
                </a:lnTo>
                <a:lnTo>
                  <a:pt x="26" y="189"/>
                </a:lnTo>
                <a:lnTo>
                  <a:pt x="35" y="194"/>
                </a:lnTo>
                <a:lnTo>
                  <a:pt x="46" y="200"/>
                </a:lnTo>
                <a:lnTo>
                  <a:pt x="58" y="204"/>
                </a:lnTo>
                <a:lnTo>
                  <a:pt x="71" y="204"/>
                </a:lnTo>
                <a:lnTo>
                  <a:pt x="71" y="204"/>
                </a:lnTo>
                <a:lnTo>
                  <a:pt x="84" y="202"/>
                </a:lnTo>
                <a:lnTo>
                  <a:pt x="95" y="196"/>
                </a:lnTo>
                <a:lnTo>
                  <a:pt x="104" y="191"/>
                </a:lnTo>
                <a:lnTo>
                  <a:pt x="114" y="181"/>
                </a:lnTo>
                <a:lnTo>
                  <a:pt x="119" y="172"/>
                </a:lnTo>
                <a:lnTo>
                  <a:pt x="125" y="161"/>
                </a:lnTo>
                <a:lnTo>
                  <a:pt x="127" y="150"/>
                </a:lnTo>
                <a:lnTo>
                  <a:pt x="127" y="137"/>
                </a:lnTo>
                <a:lnTo>
                  <a:pt x="121" y="58"/>
                </a:lnTo>
                <a:lnTo>
                  <a:pt x="121" y="58"/>
                </a:lnTo>
                <a:lnTo>
                  <a:pt x="119" y="47"/>
                </a:lnTo>
                <a:lnTo>
                  <a:pt x="114" y="34"/>
                </a:lnTo>
                <a:lnTo>
                  <a:pt x="108" y="25"/>
                </a:lnTo>
                <a:lnTo>
                  <a:pt x="101" y="15"/>
                </a:lnTo>
                <a:lnTo>
                  <a:pt x="91" y="10"/>
                </a:lnTo>
                <a:lnTo>
                  <a:pt x="80" y="4"/>
                </a:lnTo>
                <a:lnTo>
                  <a:pt x="69" y="0"/>
                </a:lnTo>
                <a:lnTo>
                  <a:pt x="56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 bwMode="auto">
          <a:xfrm>
            <a:off x="3047827" y="1925377"/>
            <a:ext cx="612284" cy="529655"/>
          </a:xfrm>
          <a:custGeom>
            <a:avLst/>
            <a:gdLst>
              <a:gd name="T0" fmla="*/ 730 w 741"/>
              <a:gd name="T1" fmla="*/ 232 h 641"/>
              <a:gd name="T2" fmla="*/ 721 w 741"/>
              <a:gd name="T3" fmla="*/ 205 h 641"/>
              <a:gd name="T4" fmla="*/ 709 w 741"/>
              <a:gd name="T5" fmla="*/ 180 h 641"/>
              <a:gd name="T6" fmla="*/ 679 w 741"/>
              <a:gd name="T7" fmla="*/ 134 h 641"/>
              <a:gd name="T8" fmla="*/ 640 w 741"/>
              <a:gd name="T9" fmla="*/ 94 h 641"/>
              <a:gd name="T10" fmla="*/ 596 w 741"/>
              <a:gd name="T11" fmla="*/ 63 h 641"/>
              <a:gd name="T12" fmla="*/ 546 w 741"/>
              <a:gd name="T13" fmla="*/ 37 h 641"/>
              <a:gd name="T14" fmla="*/ 493 w 741"/>
              <a:gd name="T15" fmla="*/ 19 h 641"/>
              <a:gd name="T16" fmla="*/ 438 w 741"/>
              <a:gd name="T17" fmla="*/ 6 h 641"/>
              <a:gd name="T18" fmla="*/ 383 w 741"/>
              <a:gd name="T19" fmla="*/ 0 h 641"/>
              <a:gd name="T20" fmla="*/ 364 w 741"/>
              <a:gd name="T21" fmla="*/ 0 h 641"/>
              <a:gd name="T22" fmla="*/ 326 w 741"/>
              <a:gd name="T23" fmla="*/ 1 h 641"/>
              <a:gd name="T24" fmla="*/ 273 w 741"/>
              <a:gd name="T25" fmla="*/ 9 h 641"/>
              <a:gd name="T26" fmla="*/ 206 w 741"/>
              <a:gd name="T27" fmla="*/ 27 h 641"/>
              <a:gd name="T28" fmla="*/ 145 w 741"/>
              <a:gd name="T29" fmla="*/ 56 h 641"/>
              <a:gd name="T30" fmla="*/ 105 w 741"/>
              <a:gd name="T31" fmla="*/ 84 h 641"/>
              <a:gd name="T32" fmla="*/ 82 w 741"/>
              <a:gd name="T33" fmla="*/ 104 h 641"/>
              <a:gd name="T34" fmla="*/ 61 w 741"/>
              <a:gd name="T35" fmla="*/ 127 h 641"/>
              <a:gd name="T36" fmla="*/ 43 w 741"/>
              <a:gd name="T37" fmla="*/ 151 h 641"/>
              <a:gd name="T38" fmla="*/ 27 w 741"/>
              <a:gd name="T39" fmla="*/ 178 h 641"/>
              <a:gd name="T40" fmla="*/ 16 w 741"/>
              <a:gd name="T41" fmla="*/ 205 h 641"/>
              <a:gd name="T42" fmla="*/ 6 w 741"/>
              <a:gd name="T43" fmla="*/ 233 h 641"/>
              <a:gd name="T44" fmla="*/ 1 w 741"/>
              <a:gd name="T45" fmla="*/ 263 h 641"/>
              <a:gd name="T46" fmla="*/ 0 w 741"/>
              <a:gd name="T47" fmla="*/ 278 h 641"/>
              <a:gd name="T48" fmla="*/ 2 w 741"/>
              <a:gd name="T49" fmla="*/ 333 h 641"/>
              <a:gd name="T50" fmla="*/ 16 w 741"/>
              <a:gd name="T51" fmla="*/ 381 h 641"/>
              <a:gd name="T52" fmla="*/ 37 w 741"/>
              <a:gd name="T53" fmla="*/ 425 h 641"/>
              <a:gd name="T54" fmla="*/ 65 w 741"/>
              <a:gd name="T55" fmla="*/ 463 h 641"/>
              <a:gd name="T56" fmla="*/ 100 w 741"/>
              <a:gd name="T57" fmla="*/ 495 h 641"/>
              <a:gd name="T58" fmla="*/ 139 w 741"/>
              <a:gd name="T59" fmla="*/ 523 h 641"/>
              <a:gd name="T60" fmla="*/ 181 w 741"/>
              <a:gd name="T61" fmla="*/ 545 h 641"/>
              <a:gd name="T62" fmla="*/ 226 w 741"/>
              <a:gd name="T63" fmla="*/ 564 h 641"/>
              <a:gd name="T64" fmla="*/ 244 w 741"/>
              <a:gd name="T65" fmla="*/ 570 h 641"/>
              <a:gd name="T66" fmla="*/ 283 w 741"/>
              <a:gd name="T67" fmla="*/ 577 h 641"/>
              <a:gd name="T68" fmla="*/ 324 w 741"/>
              <a:gd name="T69" fmla="*/ 582 h 641"/>
              <a:gd name="T70" fmla="*/ 385 w 741"/>
              <a:gd name="T71" fmla="*/ 584 h 641"/>
              <a:gd name="T72" fmla="*/ 462 w 741"/>
              <a:gd name="T73" fmla="*/ 576 h 641"/>
              <a:gd name="T74" fmla="*/ 527 w 741"/>
              <a:gd name="T75" fmla="*/ 563 h 641"/>
              <a:gd name="T76" fmla="*/ 561 w 741"/>
              <a:gd name="T77" fmla="*/ 587 h 641"/>
              <a:gd name="T78" fmla="*/ 593 w 741"/>
              <a:gd name="T79" fmla="*/ 608 h 641"/>
              <a:gd name="T80" fmla="*/ 630 w 741"/>
              <a:gd name="T81" fmla="*/ 626 h 641"/>
              <a:gd name="T82" fmla="*/ 680 w 741"/>
              <a:gd name="T83" fmla="*/ 641 h 641"/>
              <a:gd name="T84" fmla="*/ 660 w 741"/>
              <a:gd name="T85" fmla="*/ 591 h 641"/>
              <a:gd name="T86" fmla="*/ 653 w 741"/>
              <a:gd name="T87" fmla="*/ 561 h 641"/>
              <a:gd name="T88" fmla="*/ 652 w 741"/>
              <a:gd name="T89" fmla="*/ 544 h 641"/>
              <a:gd name="T90" fmla="*/ 654 w 741"/>
              <a:gd name="T91" fmla="*/ 526 h 641"/>
              <a:gd name="T92" fmla="*/ 662 w 741"/>
              <a:gd name="T93" fmla="*/ 508 h 641"/>
              <a:gd name="T94" fmla="*/ 684 w 741"/>
              <a:gd name="T95" fmla="*/ 474 h 641"/>
              <a:gd name="T96" fmla="*/ 695 w 741"/>
              <a:gd name="T97" fmla="*/ 458 h 641"/>
              <a:gd name="T98" fmla="*/ 714 w 741"/>
              <a:gd name="T99" fmla="*/ 427 h 641"/>
              <a:gd name="T100" fmla="*/ 727 w 741"/>
              <a:gd name="T101" fmla="*/ 396 h 641"/>
              <a:gd name="T102" fmla="*/ 736 w 741"/>
              <a:gd name="T103" fmla="*/ 366 h 641"/>
              <a:gd name="T104" fmla="*/ 740 w 741"/>
              <a:gd name="T105" fmla="*/ 337 h 641"/>
              <a:gd name="T106" fmla="*/ 741 w 741"/>
              <a:gd name="T107" fmla="*/ 307 h 641"/>
              <a:gd name="T108" fmla="*/ 736 w 741"/>
              <a:gd name="T109" fmla="*/ 262 h 641"/>
              <a:gd name="T110" fmla="*/ 730 w 741"/>
              <a:gd name="T111" fmla="*/ 232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41" h="641">
                <a:moveTo>
                  <a:pt x="730" y="232"/>
                </a:moveTo>
                <a:lnTo>
                  <a:pt x="730" y="232"/>
                </a:lnTo>
                <a:lnTo>
                  <a:pt x="726" y="219"/>
                </a:lnTo>
                <a:lnTo>
                  <a:pt x="721" y="205"/>
                </a:lnTo>
                <a:lnTo>
                  <a:pt x="715" y="192"/>
                </a:lnTo>
                <a:lnTo>
                  <a:pt x="709" y="180"/>
                </a:lnTo>
                <a:lnTo>
                  <a:pt x="695" y="155"/>
                </a:lnTo>
                <a:lnTo>
                  <a:pt x="679" y="134"/>
                </a:lnTo>
                <a:lnTo>
                  <a:pt x="660" y="113"/>
                </a:lnTo>
                <a:lnTo>
                  <a:pt x="640" y="94"/>
                </a:lnTo>
                <a:lnTo>
                  <a:pt x="619" y="78"/>
                </a:lnTo>
                <a:lnTo>
                  <a:pt x="596" y="63"/>
                </a:lnTo>
                <a:lnTo>
                  <a:pt x="571" y="50"/>
                </a:lnTo>
                <a:lnTo>
                  <a:pt x="546" y="37"/>
                </a:lnTo>
                <a:lnTo>
                  <a:pt x="520" y="27"/>
                </a:lnTo>
                <a:lnTo>
                  <a:pt x="493" y="19"/>
                </a:lnTo>
                <a:lnTo>
                  <a:pt x="465" y="11"/>
                </a:lnTo>
                <a:lnTo>
                  <a:pt x="438" y="6"/>
                </a:lnTo>
                <a:lnTo>
                  <a:pt x="411" y="2"/>
                </a:lnTo>
                <a:lnTo>
                  <a:pt x="383" y="0"/>
                </a:lnTo>
                <a:lnTo>
                  <a:pt x="383" y="0"/>
                </a:lnTo>
                <a:lnTo>
                  <a:pt x="364" y="0"/>
                </a:lnTo>
                <a:lnTo>
                  <a:pt x="345" y="0"/>
                </a:lnTo>
                <a:lnTo>
                  <a:pt x="326" y="1"/>
                </a:lnTo>
                <a:lnTo>
                  <a:pt x="309" y="2"/>
                </a:lnTo>
                <a:lnTo>
                  <a:pt x="273" y="9"/>
                </a:lnTo>
                <a:lnTo>
                  <a:pt x="238" y="16"/>
                </a:lnTo>
                <a:lnTo>
                  <a:pt x="206" y="27"/>
                </a:lnTo>
                <a:lnTo>
                  <a:pt x="175" y="41"/>
                </a:lnTo>
                <a:lnTo>
                  <a:pt x="145" y="56"/>
                </a:lnTo>
                <a:lnTo>
                  <a:pt x="118" y="75"/>
                </a:lnTo>
                <a:lnTo>
                  <a:pt x="105" y="84"/>
                </a:lnTo>
                <a:lnTo>
                  <a:pt x="93" y="94"/>
                </a:lnTo>
                <a:lnTo>
                  <a:pt x="82" y="104"/>
                </a:lnTo>
                <a:lnTo>
                  <a:pt x="70" y="115"/>
                </a:lnTo>
                <a:lnTo>
                  <a:pt x="61" y="127"/>
                </a:lnTo>
                <a:lnTo>
                  <a:pt x="52" y="139"/>
                </a:lnTo>
                <a:lnTo>
                  <a:pt x="43" y="151"/>
                </a:lnTo>
                <a:lnTo>
                  <a:pt x="34" y="164"/>
                </a:lnTo>
                <a:lnTo>
                  <a:pt x="27" y="178"/>
                </a:lnTo>
                <a:lnTo>
                  <a:pt x="21" y="191"/>
                </a:lnTo>
                <a:lnTo>
                  <a:pt x="16" y="205"/>
                </a:lnTo>
                <a:lnTo>
                  <a:pt x="11" y="219"/>
                </a:lnTo>
                <a:lnTo>
                  <a:pt x="6" y="233"/>
                </a:lnTo>
                <a:lnTo>
                  <a:pt x="3" y="248"/>
                </a:lnTo>
                <a:lnTo>
                  <a:pt x="1" y="263"/>
                </a:lnTo>
                <a:lnTo>
                  <a:pt x="0" y="278"/>
                </a:lnTo>
                <a:lnTo>
                  <a:pt x="0" y="278"/>
                </a:lnTo>
                <a:lnTo>
                  <a:pt x="0" y="305"/>
                </a:lnTo>
                <a:lnTo>
                  <a:pt x="2" y="333"/>
                </a:lnTo>
                <a:lnTo>
                  <a:pt x="8" y="358"/>
                </a:lnTo>
                <a:lnTo>
                  <a:pt x="16" y="381"/>
                </a:lnTo>
                <a:lnTo>
                  <a:pt x="26" y="404"/>
                </a:lnTo>
                <a:lnTo>
                  <a:pt x="37" y="425"/>
                </a:lnTo>
                <a:lnTo>
                  <a:pt x="51" y="445"/>
                </a:lnTo>
                <a:lnTo>
                  <a:pt x="65" y="463"/>
                </a:lnTo>
                <a:lnTo>
                  <a:pt x="82" y="479"/>
                </a:lnTo>
                <a:lnTo>
                  <a:pt x="100" y="495"/>
                </a:lnTo>
                <a:lnTo>
                  <a:pt x="119" y="510"/>
                </a:lnTo>
                <a:lnTo>
                  <a:pt x="139" y="523"/>
                </a:lnTo>
                <a:lnTo>
                  <a:pt x="160" y="535"/>
                </a:lnTo>
                <a:lnTo>
                  <a:pt x="181" y="545"/>
                </a:lnTo>
                <a:lnTo>
                  <a:pt x="203" y="555"/>
                </a:lnTo>
                <a:lnTo>
                  <a:pt x="226" y="564"/>
                </a:lnTo>
                <a:lnTo>
                  <a:pt x="226" y="564"/>
                </a:lnTo>
                <a:lnTo>
                  <a:pt x="244" y="570"/>
                </a:lnTo>
                <a:lnTo>
                  <a:pt x="263" y="574"/>
                </a:lnTo>
                <a:lnTo>
                  <a:pt x="283" y="577"/>
                </a:lnTo>
                <a:lnTo>
                  <a:pt x="304" y="581"/>
                </a:lnTo>
                <a:lnTo>
                  <a:pt x="324" y="582"/>
                </a:lnTo>
                <a:lnTo>
                  <a:pt x="344" y="584"/>
                </a:lnTo>
                <a:lnTo>
                  <a:pt x="385" y="584"/>
                </a:lnTo>
                <a:lnTo>
                  <a:pt x="424" y="581"/>
                </a:lnTo>
                <a:lnTo>
                  <a:pt x="462" y="576"/>
                </a:lnTo>
                <a:lnTo>
                  <a:pt x="496" y="570"/>
                </a:lnTo>
                <a:lnTo>
                  <a:pt x="527" y="563"/>
                </a:lnTo>
                <a:lnTo>
                  <a:pt x="527" y="563"/>
                </a:lnTo>
                <a:lnTo>
                  <a:pt x="561" y="587"/>
                </a:lnTo>
                <a:lnTo>
                  <a:pt x="577" y="597"/>
                </a:lnTo>
                <a:lnTo>
                  <a:pt x="593" y="608"/>
                </a:lnTo>
                <a:lnTo>
                  <a:pt x="611" y="617"/>
                </a:lnTo>
                <a:lnTo>
                  <a:pt x="630" y="626"/>
                </a:lnTo>
                <a:lnTo>
                  <a:pt x="654" y="635"/>
                </a:lnTo>
                <a:lnTo>
                  <a:pt x="680" y="641"/>
                </a:lnTo>
                <a:lnTo>
                  <a:pt x="680" y="641"/>
                </a:lnTo>
                <a:lnTo>
                  <a:pt x="660" y="591"/>
                </a:lnTo>
                <a:lnTo>
                  <a:pt x="654" y="571"/>
                </a:lnTo>
                <a:lnTo>
                  <a:pt x="653" y="561"/>
                </a:lnTo>
                <a:lnTo>
                  <a:pt x="652" y="553"/>
                </a:lnTo>
                <a:lnTo>
                  <a:pt x="652" y="544"/>
                </a:lnTo>
                <a:lnTo>
                  <a:pt x="652" y="535"/>
                </a:lnTo>
                <a:lnTo>
                  <a:pt x="654" y="526"/>
                </a:lnTo>
                <a:lnTo>
                  <a:pt x="657" y="518"/>
                </a:lnTo>
                <a:lnTo>
                  <a:pt x="662" y="508"/>
                </a:lnTo>
                <a:lnTo>
                  <a:pt x="668" y="498"/>
                </a:lnTo>
                <a:lnTo>
                  <a:pt x="684" y="474"/>
                </a:lnTo>
                <a:lnTo>
                  <a:pt x="684" y="474"/>
                </a:lnTo>
                <a:lnTo>
                  <a:pt x="695" y="458"/>
                </a:lnTo>
                <a:lnTo>
                  <a:pt x="705" y="442"/>
                </a:lnTo>
                <a:lnTo>
                  <a:pt x="714" y="427"/>
                </a:lnTo>
                <a:lnTo>
                  <a:pt x="721" y="411"/>
                </a:lnTo>
                <a:lnTo>
                  <a:pt x="727" y="396"/>
                </a:lnTo>
                <a:lnTo>
                  <a:pt x="732" y="381"/>
                </a:lnTo>
                <a:lnTo>
                  <a:pt x="736" y="366"/>
                </a:lnTo>
                <a:lnTo>
                  <a:pt x="739" y="351"/>
                </a:lnTo>
                <a:lnTo>
                  <a:pt x="740" y="337"/>
                </a:lnTo>
                <a:lnTo>
                  <a:pt x="741" y="322"/>
                </a:lnTo>
                <a:lnTo>
                  <a:pt x="741" y="307"/>
                </a:lnTo>
                <a:lnTo>
                  <a:pt x="740" y="292"/>
                </a:lnTo>
                <a:lnTo>
                  <a:pt x="736" y="262"/>
                </a:lnTo>
                <a:lnTo>
                  <a:pt x="730" y="232"/>
                </a:lnTo>
                <a:lnTo>
                  <a:pt x="730" y="23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7" name="任意多边形 46"/>
          <p:cNvSpPr/>
          <p:nvPr>
            <p:custDataLst>
              <p:tags r:id="rId14"/>
            </p:custDataLst>
          </p:nvPr>
        </p:nvSpPr>
        <p:spPr bwMode="auto">
          <a:xfrm>
            <a:off x="3317199" y="2283144"/>
            <a:ext cx="72714" cy="73540"/>
          </a:xfrm>
          <a:custGeom>
            <a:avLst/>
            <a:gdLst>
              <a:gd name="T0" fmla="*/ 76 w 88"/>
              <a:gd name="T1" fmla="*/ 76 h 89"/>
              <a:gd name="T2" fmla="*/ 76 w 88"/>
              <a:gd name="T3" fmla="*/ 76 h 89"/>
              <a:gd name="T4" fmla="*/ 70 w 88"/>
              <a:gd name="T5" fmla="*/ 81 h 89"/>
              <a:gd name="T6" fmla="*/ 62 w 88"/>
              <a:gd name="T7" fmla="*/ 85 h 89"/>
              <a:gd name="T8" fmla="*/ 54 w 88"/>
              <a:gd name="T9" fmla="*/ 87 h 89"/>
              <a:gd name="T10" fmla="*/ 45 w 88"/>
              <a:gd name="T11" fmla="*/ 89 h 89"/>
              <a:gd name="T12" fmla="*/ 45 w 88"/>
              <a:gd name="T13" fmla="*/ 89 h 89"/>
              <a:gd name="T14" fmla="*/ 36 w 88"/>
              <a:gd name="T15" fmla="*/ 87 h 89"/>
              <a:gd name="T16" fmla="*/ 29 w 88"/>
              <a:gd name="T17" fmla="*/ 86 h 89"/>
              <a:gd name="T18" fmla="*/ 21 w 88"/>
              <a:gd name="T19" fmla="*/ 82 h 89"/>
              <a:gd name="T20" fmla="*/ 14 w 88"/>
              <a:gd name="T21" fmla="*/ 77 h 89"/>
              <a:gd name="T22" fmla="*/ 14 w 88"/>
              <a:gd name="T23" fmla="*/ 77 h 89"/>
              <a:gd name="T24" fmla="*/ 8 w 88"/>
              <a:gd name="T25" fmla="*/ 71 h 89"/>
              <a:gd name="T26" fmla="*/ 4 w 88"/>
              <a:gd name="T27" fmla="*/ 64 h 89"/>
              <a:gd name="T28" fmla="*/ 2 w 88"/>
              <a:gd name="T29" fmla="*/ 55 h 89"/>
              <a:gd name="T30" fmla="*/ 0 w 88"/>
              <a:gd name="T31" fmla="*/ 45 h 89"/>
              <a:gd name="T32" fmla="*/ 0 w 88"/>
              <a:gd name="T33" fmla="*/ 45 h 89"/>
              <a:gd name="T34" fmla="*/ 0 w 88"/>
              <a:gd name="T35" fmla="*/ 36 h 89"/>
              <a:gd name="T36" fmla="*/ 3 w 88"/>
              <a:gd name="T37" fmla="*/ 28 h 89"/>
              <a:gd name="T38" fmla="*/ 6 w 88"/>
              <a:gd name="T39" fmla="*/ 20 h 89"/>
              <a:gd name="T40" fmla="*/ 13 w 88"/>
              <a:gd name="T41" fmla="*/ 13 h 89"/>
              <a:gd name="T42" fmla="*/ 13 w 88"/>
              <a:gd name="T43" fmla="*/ 13 h 89"/>
              <a:gd name="T44" fmla="*/ 19 w 88"/>
              <a:gd name="T45" fmla="*/ 8 h 89"/>
              <a:gd name="T46" fmla="*/ 28 w 88"/>
              <a:gd name="T47" fmla="*/ 4 h 89"/>
              <a:gd name="T48" fmla="*/ 35 w 88"/>
              <a:gd name="T49" fmla="*/ 2 h 89"/>
              <a:gd name="T50" fmla="*/ 44 w 88"/>
              <a:gd name="T51" fmla="*/ 0 h 89"/>
              <a:gd name="T52" fmla="*/ 44 w 88"/>
              <a:gd name="T53" fmla="*/ 0 h 89"/>
              <a:gd name="T54" fmla="*/ 54 w 88"/>
              <a:gd name="T55" fmla="*/ 0 h 89"/>
              <a:gd name="T56" fmla="*/ 61 w 88"/>
              <a:gd name="T57" fmla="*/ 3 h 89"/>
              <a:gd name="T58" fmla="*/ 69 w 88"/>
              <a:gd name="T59" fmla="*/ 7 h 89"/>
              <a:gd name="T60" fmla="*/ 76 w 88"/>
              <a:gd name="T61" fmla="*/ 13 h 89"/>
              <a:gd name="T62" fmla="*/ 76 w 88"/>
              <a:gd name="T63" fmla="*/ 13 h 89"/>
              <a:gd name="T64" fmla="*/ 81 w 88"/>
              <a:gd name="T65" fmla="*/ 19 h 89"/>
              <a:gd name="T66" fmla="*/ 86 w 88"/>
              <a:gd name="T67" fmla="*/ 26 h 89"/>
              <a:gd name="T68" fmla="*/ 88 w 88"/>
              <a:gd name="T69" fmla="*/ 35 h 89"/>
              <a:gd name="T70" fmla="*/ 88 w 88"/>
              <a:gd name="T71" fmla="*/ 44 h 89"/>
              <a:gd name="T72" fmla="*/ 88 w 88"/>
              <a:gd name="T73" fmla="*/ 44 h 89"/>
              <a:gd name="T74" fmla="*/ 88 w 88"/>
              <a:gd name="T75" fmla="*/ 54 h 89"/>
              <a:gd name="T76" fmla="*/ 86 w 88"/>
              <a:gd name="T77" fmla="*/ 62 h 89"/>
              <a:gd name="T78" fmla="*/ 82 w 88"/>
              <a:gd name="T79" fmla="*/ 70 h 89"/>
              <a:gd name="T80" fmla="*/ 76 w 88"/>
              <a:gd name="T81" fmla="*/ 76 h 89"/>
              <a:gd name="T82" fmla="*/ 76 w 88"/>
              <a:gd name="T83" fmla="*/ 76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88" h="89">
                <a:moveTo>
                  <a:pt x="76" y="76"/>
                </a:moveTo>
                <a:lnTo>
                  <a:pt x="76" y="76"/>
                </a:lnTo>
                <a:lnTo>
                  <a:pt x="70" y="81"/>
                </a:lnTo>
                <a:lnTo>
                  <a:pt x="62" y="85"/>
                </a:lnTo>
                <a:lnTo>
                  <a:pt x="54" y="87"/>
                </a:lnTo>
                <a:lnTo>
                  <a:pt x="45" y="89"/>
                </a:lnTo>
                <a:lnTo>
                  <a:pt x="45" y="89"/>
                </a:lnTo>
                <a:lnTo>
                  <a:pt x="36" y="87"/>
                </a:lnTo>
                <a:lnTo>
                  <a:pt x="29" y="86"/>
                </a:lnTo>
                <a:lnTo>
                  <a:pt x="21" y="82"/>
                </a:lnTo>
                <a:lnTo>
                  <a:pt x="14" y="77"/>
                </a:lnTo>
                <a:lnTo>
                  <a:pt x="14" y="77"/>
                </a:lnTo>
                <a:lnTo>
                  <a:pt x="8" y="71"/>
                </a:lnTo>
                <a:lnTo>
                  <a:pt x="4" y="64"/>
                </a:lnTo>
                <a:lnTo>
                  <a:pt x="2" y="55"/>
                </a:lnTo>
                <a:lnTo>
                  <a:pt x="0" y="45"/>
                </a:lnTo>
                <a:lnTo>
                  <a:pt x="0" y="45"/>
                </a:lnTo>
                <a:lnTo>
                  <a:pt x="0" y="36"/>
                </a:lnTo>
                <a:lnTo>
                  <a:pt x="3" y="28"/>
                </a:lnTo>
                <a:lnTo>
                  <a:pt x="6" y="20"/>
                </a:lnTo>
                <a:lnTo>
                  <a:pt x="13" y="13"/>
                </a:lnTo>
                <a:lnTo>
                  <a:pt x="13" y="13"/>
                </a:lnTo>
                <a:lnTo>
                  <a:pt x="19" y="8"/>
                </a:lnTo>
                <a:lnTo>
                  <a:pt x="28" y="4"/>
                </a:lnTo>
                <a:lnTo>
                  <a:pt x="35" y="2"/>
                </a:lnTo>
                <a:lnTo>
                  <a:pt x="44" y="0"/>
                </a:lnTo>
                <a:lnTo>
                  <a:pt x="44" y="0"/>
                </a:lnTo>
                <a:lnTo>
                  <a:pt x="54" y="0"/>
                </a:lnTo>
                <a:lnTo>
                  <a:pt x="61" y="3"/>
                </a:lnTo>
                <a:lnTo>
                  <a:pt x="69" y="7"/>
                </a:lnTo>
                <a:lnTo>
                  <a:pt x="76" y="13"/>
                </a:lnTo>
                <a:lnTo>
                  <a:pt x="76" y="13"/>
                </a:lnTo>
                <a:lnTo>
                  <a:pt x="81" y="19"/>
                </a:lnTo>
                <a:lnTo>
                  <a:pt x="86" y="26"/>
                </a:lnTo>
                <a:lnTo>
                  <a:pt x="88" y="35"/>
                </a:lnTo>
                <a:lnTo>
                  <a:pt x="88" y="44"/>
                </a:lnTo>
                <a:lnTo>
                  <a:pt x="88" y="44"/>
                </a:lnTo>
                <a:lnTo>
                  <a:pt x="88" y="54"/>
                </a:lnTo>
                <a:lnTo>
                  <a:pt x="86" y="62"/>
                </a:lnTo>
                <a:lnTo>
                  <a:pt x="82" y="70"/>
                </a:lnTo>
                <a:lnTo>
                  <a:pt x="76" y="76"/>
                </a:lnTo>
                <a:lnTo>
                  <a:pt x="76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8" name="任意多边形 47"/>
          <p:cNvSpPr/>
          <p:nvPr>
            <p:custDataLst>
              <p:tags r:id="rId15"/>
            </p:custDataLst>
          </p:nvPr>
        </p:nvSpPr>
        <p:spPr bwMode="auto">
          <a:xfrm>
            <a:off x="3236222" y="1987332"/>
            <a:ext cx="242931" cy="273502"/>
          </a:xfrm>
          <a:custGeom>
            <a:avLst/>
            <a:gdLst>
              <a:gd name="T0" fmla="*/ 280 w 294"/>
              <a:gd name="T1" fmla="*/ 168 h 331"/>
              <a:gd name="T2" fmla="*/ 261 w 294"/>
              <a:gd name="T3" fmla="*/ 192 h 331"/>
              <a:gd name="T4" fmla="*/ 211 w 294"/>
              <a:gd name="T5" fmla="*/ 239 h 331"/>
              <a:gd name="T6" fmla="*/ 190 w 294"/>
              <a:gd name="T7" fmla="*/ 263 h 331"/>
              <a:gd name="T8" fmla="*/ 183 w 294"/>
              <a:gd name="T9" fmla="*/ 280 h 331"/>
              <a:gd name="T10" fmla="*/ 178 w 294"/>
              <a:gd name="T11" fmla="*/ 300 h 331"/>
              <a:gd name="T12" fmla="*/ 170 w 294"/>
              <a:gd name="T13" fmla="*/ 319 h 331"/>
              <a:gd name="T14" fmla="*/ 157 w 294"/>
              <a:gd name="T15" fmla="*/ 330 h 331"/>
              <a:gd name="T16" fmla="*/ 143 w 294"/>
              <a:gd name="T17" fmla="*/ 331 h 331"/>
              <a:gd name="T18" fmla="*/ 123 w 294"/>
              <a:gd name="T19" fmla="*/ 326 h 331"/>
              <a:gd name="T20" fmla="*/ 113 w 294"/>
              <a:gd name="T21" fmla="*/ 316 h 331"/>
              <a:gd name="T22" fmla="*/ 107 w 294"/>
              <a:gd name="T23" fmla="*/ 293 h 331"/>
              <a:gd name="T24" fmla="*/ 108 w 294"/>
              <a:gd name="T25" fmla="*/ 269 h 331"/>
              <a:gd name="T26" fmla="*/ 113 w 294"/>
              <a:gd name="T27" fmla="*/ 249 h 331"/>
              <a:gd name="T28" fmla="*/ 128 w 294"/>
              <a:gd name="T29" fmla="*/ 224 h 331"/>
              <a:gd name="T30" fmla="*/ 148 w 294"/>
              <a:gd name="T31" fmla="*/ 202 h 331"/>
              <a:gd name="T32" fmla="*/ 194 w 294"/>
              <a:gd name="T33" fmla="*/ 158 h 331"/>
              <a:gd name="T34" fmla="*/ 209 w 294"/>
              <a:gd name="T35" fmla="*/ 140 h 331"/>
              <a:gd name="T36" fmla="*/ 213 w 294"/>
              <a:gd name="T37" fmla="*/ 129 h 331"/>
              <a:gd name="T38" fmla="*/ 213 w 294"/>
              <a:gd name="T39" fmla="*/ 105 h 331"/>
              <a:gd name="T40" fmla="*/ 195 w 294"/>
              <a:gd name="T41" fmla="*/ 78 h 331"/>
              <a:gd name="T42" fmla="*/ 175 w 294"/>
              <a:gd name="T43" fmla="*/ 65 h 331"/>
              <a:gd name="T44" fmla="*/ 150 w 294"/>
              <a:gd name="T45" fmla="*/ 62 h 331"/>
              <a:gd name="T46" fmla="*/ 111 w 294"/>
              <a:gd name="T47" fmla="*/ 72 h 331"/>
              <a:gd name="T48" fmla="*/ 95 w 294"/>
              <a:gd name="T49" fmla="*/ 88 h 331"/>
              <a:gd name="T50" fmla="*/ 77 w 294"/>
              <a:gd name="T51" fmla="*/ 127 h 331"/>
              <a:gd name="T52" fmla="*/ 71 w 294"/>
              <a:gd name="T53" fmla="*/ 142 h 331"/>
              <a:gd name="T54" fmla="*/ 57 w 294"/>
              <a:gd name="T55" fmla="*/ 156 h 331"/>
              <a:gd name="T56" fmla="*/ 40 w 294"/>
              <a:gd name="T57" fmla="*/ 161 h 331"/>
              <a:gd name="T58" fmla="*/ 24 w 294"/>
              <a:gd name="T59" fmla="*/ 158 h 331"/>
              <a:gd name="T60" fmla="*/ 11 w 294"/>
              <a:gd name="T61" fmla="*/ 150 h 331"/>
              <a:gd name="T62" fmla="*/ 0 w 294"/>
              <a:gd name="T63" fmla="*/ 131 h 331"/>
              <a:gd name="T64" fmla="*/ 0 w 294"/>
              <a:gd name="T65" fmla="*/ 111 h 331"/>
              <a:gd name="T66" fmla="*/ 16 w 294"/>
              <a:gd name="T67" fmla="*/ 68 h 331"/>
              <a:gd name="T68" fmla="*/ 39 w 294"/>
              <a:gd name="T69" fmla="*/ 42 h 331"/>
              <a:gd name="T70" fmla="*/ 68 w 294"/>
              <a:gd name="T71" fmla="*/ 19 h 331"/>
              <a:gd name="T72" fmla="*/ 127 w 294"/>
              <a:gd name="T73" fmla="*/ 1 h 331"/>
              <a:gd name="T74" fmla="*/ 170 w 294"/>
              <a:gd name="T75" fmla="*/ 1 h 331"/>
              <a:gd name="T76" fmla="*/ 225 w 294"/>
              <a:gd name="T77" fmla="*/ 14 h 331"/>
              <a:gd name="T78" fmla="*/ 255 w 294"/>
              <a:gd name="T79" fmla="*/ 33 h 331"/>
              <a:gd name="T80" fmla="*/ 276 w 294"/>
              <a:gd name="T81" fmla="*/ 57 h 331"/>
              <a:gd name="T82" fmla="*/ 293 w 294"/>
              <a:gd name="T83" fmla="*/ 100 h 331"/>
              <a:gd name="T84" fmla="*/ 294 w 294"/>
              <a:gd name="T85" fmla="*/ 127 h 331"/>
              <a:gd name="T86" fmla="*/ 286 w 294"/>
              <a:gd name="T87" fmla="*/ 16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94" h="331">
                <a:moveTo>
                  <a:pt x="286" y="160"/>
                </a:moveTo>
                <a:lnTo>
                  <a:pt x="286" y="160"/>
                </a:lnTo>
                <a:lnTo>
                  <a:pt x="280" y="168"/>
                </a:lnTo>
                <a:lnTo>
                  <a:pt x="275" y="177"/>
                </a:lnTo>
                <a:lnTo>
                  <a:pt x="268" y="185"/>
                </a:lnTo>
                <a:lnTo>
                  <a:pt x="261" y="192"/>
                </a:lnTo>
                <a:lnTo>
                  <a:pt x="261" y="192"/>
                </a:lnTo>
                <a:lnTo>
                  <a:pt x="211" y="239"/>
                </a:lnTo>
                <a:lnTo>
                  <a:pt x="211" y="239"/>
                </a:lnTo>
                <a:lnTo>
                  <a:pt x="196" y="255"/>
                </a:lnTo>
                <a:lnTo>
                  <a:pt x="196" y="255"/>
                </a:lnTo>
                <a:lnTo>
                  <a:pt x="190" y="263"/>
                </a:lnTo>
                <a:lnTo>
                  <a:pt x="186" y="269"/>
                </a:lnTo>
                <a:lnTo>
                  <a:pt x="186" y="269"/>
                </a:lnTo>
                <a:lnTo>
                  <a:pt x="183" y="280"/>
                </a:lnTo>
                <a:lnTo>
                  <a:pt x="183" y="280"/>
                </a:lnTo>
                <a:lnTo>
                  <a:pt x="178" y="300"/>
                </a:lnTo>
                <a:lnTo>
                  <a:pt x="178" y="300"/>
                </a:lnTo>
                <a:lnTo>
                  <a:pt x="176" y="307"/>
                </a:lnTo>
                <a:lnTo>
                  <a:pt x="174" y="314"/>
                </a:lnTo>
                <a:lnTo>
                  <a:pt x="170" y="319"/>
                </a:lnTo>
                <a:lnTo>
                  <a:pt x="167" y="324"/>
                </a:lnTo>
                <a:lnTo>
                  <a:pt x="162" y="327"/>
                </a:lnTo>
                <a:lnTo>
                  <a:pt x="157" y="330"/>
                </a:lnTo>
                <a:lnTo>
                  <a:pt x="150" y="331"/>
                </a:lnTo>
                <a:lnTo>
                  <a:pt x="143" y="331"/>
                </a:lnTo>
                <a:lnTo>
                  <a:pt x="143" y="331"/>
                </a:lnTo>
                <a:lnTo>
                  <a:pt x="136" y="331"/>
                </a:lnTo>
                <a:lnTo>
                  <a:pt x="129" y="329"/>
                </a:lnTo>
                <a:lnTo>
                  <a:pt x="123" y="326"/>
                </a:lnTo>
                <a:lnTo>
                  <a:pt x="117" y="321"/>
                </a:lnTo>
                <a:lnTo>
                  <a:pt x="117" y="321"/>
                </a:lnTo>
                <a:lnTo>
                  <a:pt x="113" y="316"/>
                </a:lnTo>
                <a:lnTo>
                  <a:pt x="109" y="309"/>
                </a:lnTo>
                <a:lnTo>
                  <a:pt x="107" y="301"/>
                </a:lnTo>
                <a:lnTo>
                  <a:pt x="107" y="293"/>
                </a:lnTo>
                <a:lnTo>
                  <a:pt x="107" y="293"/>
                </a:lnTo>
                <a:lnTo>
                  <a:pt x="107" y="280"/>
                </a:lnTo>
                <a:lnTo>
                  <a:pt x="108" y="269"/>
                </a:lnTo>
                <a:lnTo>
                  <a:pt x="111" y="259"/>
                </a:lnTo>
                <a:lnTo>
                  <a:pt x="113" y="249"/>
                </a:lnTo>
                <a:lnTo>
                  <a:pt x="113" y="249"/>
                </a:lnTo>
                <a:lnTo>
                  <a:pt x="118" y="240"/>
                </a:lnTo>
                <a:lnTo>
                  <a:pt x="122" y="232"/>
                </a:lnTo>
                <a:lnTo>
                  <a:pt x="128" y="224"/>
                </a:lnTo>
                <a:lnTo>
                  <a:pt x="133" y="217"/>
                </a:lnTo>
                <a:lnTo>
                  <a:pt x="133" y="217"/>
                </a:lnTo>
                <a:lnTo>
                  <a:pt x="148" y="202"/>
                </a:lnTo>
                <a:lnTo>
                  <a:pt x="168" y="183"/>
                </a:lnTo>
                <a:lnTo>
                  <a:pt x="168" y="183"/>
                </a:lnTo>
                <a:lnTo>
                  <a:pt x="194" y="158"/>
                </a:lnTo>
                <a:lnTo>
                  <a:pt x="194" y="158"/>
                </a:lnTo>
                <a:lnTo>
                  <a:pt x="201" y="150"/>
                </a:lnTo>
                <a:lnTo>
                  <a:pt x="209" y="140"/>
                </a:lnTo>
                <a:lnTo>
                  <a:pt x="209" y="140"/>
                </a:lnTo>
                <a:lnTo>
                  <a:pt x="210" y="134"/>
                </a:lnTo>
                <a:lnTo>
                  <a:pt x="213" y="129"/>
                </a:lnTo>
                <a:lnTo>
                  <a:pt x="214" y="117"/>
                </a:lnTo>
                <a:lnTo>
                  <a:pt x="214" y="117"/>
                </a:lnTo>
                <a:lnTo>
                  <a:pt x="213" y="105"/>
                </a:lnTo>
                <a:lnTo>
                  <a:pt x="209" y="95"/>
                </a:lnTo>
                <a:lnTo>
                  <a:pt x="204" y="85"/>
                </a:lnTo>
                <a:lnTo>
                  <a:pt x="195" y="78"/>
                </a:lnTo>
                <a:lnTo>
                  <a:pt x="195" y="78"/>
                </a:lnTo>
                <a:lnTo>
                  <a:pt x="186" y="70"/>
                </a:lnTo>
                <a:lnTo>
                  <a:pt x="175" y="65"/>
                </a:lnTo>
                <a:lnTo>
                  <a:pt x="163" y="63"/>
                </a:lnTo>
                <a:lnTo>
                  <a:pt x="150" y="62"/>
                </a:lnTo>
                <a:lnTo>
                  <a:pt x="150" y="62"/>
                </a:lnTo>
                <a:lnTo>
                  <a:pt x="134" y="63"/>
                </a:lnTo>
                <a:lnTo>
                  <a:pt x="122" y="67"/>
                </a:lnTo>
                <a:lnTo>
                  <a:pt x="111" y="72"/>
                </a:lnTo>
                <a:lnTo>
                  <a:pt x="102" y="79"/>
                </a:lnTo>
                <a:lnTo>
                  <a:pt x="102" y="79"/>
                </a:lnTo>
                <a:lnTo>
                  <a:pt x="95" y="88"/>
                </a:lnTo>
                <a:lnTo>
                  <a:pt x="88" y="99"/>
                </a:lnTo>
                <a:lnTo>
                  <a:pt x="82" y="113"/>
                </a:lnTo>
                <a:lnTo>
                  <a:pt x="77" y="127"/>
                </a:lnTo>
                <a:lnTo>
                  <a:pt x="77" y="127"/>
                </a:lnTo>
                <a:lnTo>
                  <a:pt x="75" y="135"/>
                </a:lnTo>
                <a:lnTo>
                  <a:pt x="71" y="142"/>
                </a:lnTo>
                <a:lnTo>
                  <a:pt x="67" y="147"/>
                </a:lnTo>
                <a:lnTo>
                  <a:pt x="62" y="152"/>
                </a:lnTo>
                <a:lnTo>
                  <a:pt x="57" y="156"/>
                </a:lnTo>
                <a:lnTo>
                  <a:pt x="52" y="158"/>
                </a:lnTo>
                <a:lnTo>
                  <a:pt x="46" y="161"/>
                </a:lnTo>
                <a:lnTo>
                  <a:pt x="40" y="161"/>
                </a:lnTo>
                <a:lnTo>
                  <a:pt x="40" y="161"/>
                </a:lnTo>
                <a:lnTo>
                  <a:pt x="31" y="161"/>
                </a:lnTo>
                <a:lnTo>
                  <a:pt x="24" y="158"/>
                </a:lnTo>
                <a:lnTo>
                  <a:pt x="18" y="155"/>
                </a:lnTo>
                <a:lnTo>
                  <a:pt x="11" y="150"/>
                </a:lnTo>
                <a:lnTo>
                  <a:pt x="11" y="150"/>
                </a:lnTo>
                <a:lnTo>
                  <a:pt x="6" y="144"/>
                </a:lnTo>
                <a:lnTo>
                  <a:pt x="3" y="137"/>
                </a:lnTo>
                <a:lnTo>
                  <a:pt x="0" y="131"/>
                </a:lnTo>
                <a:lnTo>
                  <a:pt x="0" y="125"/>
                </a:lnTo>
                <a:lnTo>
                  <a:pt x="0" y="125"/>
                </a:lnTo>
                <a:lnTo>
                  <a:pt x="0" y="111"/>
                </a:lnTo>
                <a:lnTo>
                  <a:pt x="4" y="96"/>
                </a:lnTo>
                <a:lnTo>
                  <a:pt x="9" y="83"/>
                </a:lnTo>
                <a:lnTo>
                  <a:pt x="16" y="68"/>
                </a:lnTo>
                <a:lnTo>
                  <a:pt x="16" y="68"/>
                </a:lnTo>
                <a:lnTo>
                  <a:pt x="26" y="54"/>
                </a:lnTo>
                <a:lnTo>
                  <a:pt x="39" y="42"/>
                </a:lnTo>
                <a:lnTo>
                  <a:pt x="52" y="29"/>
                </a:lnTo>
                <a:lnTo>
                  <a:pt x="68" y="19"/>
                </a:lnTo>
                <a:lnTo>
                  <a:pt x="68" y="19"/>
                </a:lnTo>
                <a:lnTo>
                  <a:pt x="87" y="11"/>
                </a:lnTo>
                <a:lnTo>
                  <a:pt x="106" y="4"/>
                </a:lnTo>
                <a:lnTo>
                  <a:pt x="127" y="1"/>
                </a:lnTo>
                <a:lnTo>
                  <a:pt x="149" y="0"/>
                </a:lnTo>
                <a:lnTo>
                  <a:pt x="149" y="0"/>
                </a:lnTo>
                <a:lnTo>
                  <a:pt x="170" y="1"/>
                </a:lnTo>
                <a:lnTo>
                  <a:pt x="189" y="3"/>
                </a:lnTo>
                <a:lnTo>
                  <a:pt x="208" y="7"/>
                </a:lnTo>
                <a:lnTo>
                  <a:pt x="225" y="14"/>
                </a:lnTo>
                <a:lnTo>
                  <a:pt x="225" y="14"/>
                </a:lnTo>
                <a:lnTo>
                  <a:pt x="240" y="23"/>
                </a:lnTo>
                <a:lnTo>
                  <a:pt x="255" y="33"/>
                </a:lnTo>
                <a:lnTo>
                  <a:pt x="266" y="44"/>
                </a:lnTo>
                <a:lnTo>
                  <a:pt x="276" y="57"/>
                </a:lnTo>
                <a:lnTo>
                  <a:pt x="276" y="57"/>
                </a:lnTo>
                <a:lnTo>
                  <a:pt x="285" y="70"/>
                </a:lnTo>
                <a:lnTo>
                  <a:pt x="289" y="85"/>
                </a:lnTo>
                <a:lnTo>
                  <a:pt x="293" y="100"/>
                </a:lnTo>
                <a:lnTo>
                  <a:pt x="294" y="115"/>
                </a:lnTo>
                <a:lnTo>
                  <a:pt x="294" y="115"/>
                </a:lnTo>
                <a:lnTo>
                  <a:pt x="294" y="127"/>
                </a:lnTo>
                <a:lnTo>
                  <a:pt x="292" y="139"/>
                </a:lnTo>
                <a:lnTo>
                  <a:pt x="289" y="150"/>
                </a:lnTo>
                <a:lnTo>
                  <a:pt x="286" y="160"/>
                </a:lnTo>
                <a:lnTo>
                  <a:pt x="286" y="1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3" name="椭圆 72"/>
          <p:cNvSpPr/>
          <p:nvPr>
            <p:custDataLst>
              <p:tags r:id="rId16"/>
            </p:custDataLst>
          </p:nvPr>
        </p:nvSpPr>
        <p:spPr>
          <a:xfrm>
            <a:off x="6039223" y="4067920"/>
            <a:ext cx="182770" cy="1827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17"/>
            </p:custDataLst>
          </p:nvPr>
        </p:nvSpPr>
        <p:spPr bwMode="auto">
          <a:xfrm>
            <a:off x="6878955" y="5019675"/>
            <a:ext cx="2880995" cy="1216025"/>
          </a:xfrm>
          <a:prstGeom prst="rect">
            <a:avLst/>
          </a:prstGeom>
        </p:spPr>
        <p:txBody>
          <a:bodyPr wrap="square" lIns="90000" tIns="0" rIns="90000" bIns="46800" anchor="t" anchorCtr="1">
            <a:norm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50">
                <a:solidFill>
                  <a:schemeClr val="dk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销售量</a:t>
            </a:r>
            <a:endParaRPr lang="zh-CN" altLang="en-US" sz="2000" spc="150">
              <a:solidFill>
                <a:schemeClr val="dk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spc="150">
                <a:solidFill>
                  <a:schemeClr val="dk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产品差异性</a:t>
            </a:r>
            <a:endParaRPr lang="zh-CN" altLang="en-US" sz="2000" spc="150">
              <a:solidFill>
                <a:schemeClr val="dk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8"/>
            </p:custDataLst>
          </p:nvPr>
        </p:nvSpPr>
        <p:spPr bwMode="auto">
          <a:xfrm>
            <a:off x="6497320" y="4428490"/>
            <a:ext cx="3262630" cy="462280"/>
          </a:xfrm>
          <a:prstGeom prst="rect">
            <a:avLst/>
          </a:prstGeom>
        </p:spPr>
        <p:txBody>
          <a:bodyPr wrap="square" lIns="90000" tIns="46800" rIns="90000" bIns="0" anchor="b" anchorCtr="1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spc="3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爆品卖点文案提炼</a:t>
            </a:r>
            <a:endParaRPr lang="zh-CN" altLang="en-US" sz="2400" b="1" spc="3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椭圆 13"/>
          <p:cNvSpPr/>
          <p:nvPr>
            <p:custDataLst>
              <p:tags r:id="rId19"/>
            </p:custDataLst>
          </p:nvPr>
        </p:nvSpPr>
        <p:spPr>
          <a:xfrm>
            <a:off x="8219417" y="4067920"/>
            <a:ext cx="182770" cy="182770"/>
          </a:xfrm>
          <a:prstGeom prst="ellipse">
            <a:avLst/>
          </a:prstGeom>
          <a:solidFill>
            <a:srgbClr val="5268A5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8" name="任意多边形 87"/>
          <p:cNvSpPr/>
          <p:nvPr>
            <p:custDataLst>
              <p:tags r:id="rId20"/>
            </p:custDataLst>
          </p:nvPr>
        </p:nvSpPr>
        <p:spPr bwMode="auto">
          <a:xfrm flipH="1">
            <a:off x="7981346" y="2414360"/>
            <a:ext cx="669624" cy="1653560"/>
          </a:xfrm>
          <a:custGeom>
            <a:avLst/>
            <a:gdLst>
              <a:gd name="T0" fmla="*/ 937 w 1176"/>
              <a:gd name="T1" fmla="*/ 1835 h 2904"/>
              <a:gd name="T2" fmla="*/ 1107 w 1176"/>
              <a:gd name="T3" fmla="*/ 1699 h 2904"/>
              <a:gd name="T4" fmla="*/ 1172 w 1176"/>
              <a:gd name="T5" fmla="*/ 1536 h 2904"/>
              <a:gd name="T6" fmla="*/ 1159 w 1176"/>
              <a:gd name="T7" fmla="*/ 1398 h 2904"/>
              <a:gd name="T8" fmla="*/ 1034 w 1176"/>
              <a:gd name="T9" fmla="*/ 1223 h 2904"/>
              <a:gd name="T10" fmla="*/ 860 w 1176"/>
              <a:gd name="T11" fmla="*/ 1120 h 2904"/>
              <a:gd name="T12" fmla="*/ 674 w 1176"/>
              <a:gd name="T13" fmla="*/ 1034 h 2904"/>
              <a:gd name="T14" fmla="*/ 965 w 1176"/>
              <a:gd name="T15" fmla="*/ 948 h 2904"/>
              <a:gd name="T16" fmla="*/ 1071 w 1176"/>
              <a:gd name="T17" fmla="*/ 844 h 2904"/>
              <a:gd name="T18" fmla="*/ 1135 w 1176"/>
              <a:gd name="T19" fmla="*/ 695 h 2904"/>
              <a:gd name="T20" fmla="*/ 1148 w 1176"/>
              <a:gd name="T21" fmla="*/ 530 h 2904"/>
              <a:gd name="T22" fmla="*/ 1107 w 1176"/>
              <a:gd name="T23" fmla="*/ 344 h 2904"/>
              <a:gd name="T24" fmla="*/ 1008 w 1176"/>
              <a:gd name="T25" fmla="*/ 185 h 2904"/>
              <a:gd name="T26" fmla="*/ 864 w 1176"/>
              <a:gd name="T27" fmla="*/ 68 h 2904"/>
              <a:gd name="T28" fmla="*/ 685 w 1176"/>
              <a:gd name="T29" fmla="*/ 6 h 2904"/>
              <a:gd name="T30" fmla="*/ 517 w 1176"/>
              <a:gd name="T31" fmla="*/ 6 h 2904"/>
              <a:gd name="T32" fmla="*/ 336 w 1176"/>
              <a:gd name="T33" fmla="*/ 66 h 2904"/>
              <a:gd name="T34" fmla="*/ 191 w 1176"/>
              <a:gd name="T35" fmla="*/ 181 h 2904"/>
              <a:gd name="T36" fmla="*/ 90 w 1176"/>
              <a:gd name="T37" fmla="*/ 338 h 2904"/>
              <a:gd name="T38" fmla="*/ 47 w 1176"/>
              <a:gd name="T39" fmla="*/ 525 h 2904"/>
              <a:gd name="T40" fmla="*/ 67 w 1176"/>
              <a:gd name="T41" fmla="*/ 695 h 2904"/>
              <a:gd name="T42" fmla="*/ 41 w 1176"/>
              <a:gd name="T43" fmla="*/ 823 h 2904"/>
              <a:gd name="T44" fmla="*/ 2 w 1176"/>
              <a:gd name="T45" fmla="*/ 975 h 2904"/>
              <a:gd name="T46" fmla="*/ 88 w 1176"/>
              <a:gd name="T47" fmla="*/ 1122 h 2904"/>
              <a:gd name="T48" fmla="*/ 11 w 1176"/>
              <a:gd name="T49" fmla="*/ 1374 h 2904"/>
              <a:gd name="T50" fmla="*/ 38 w 1176"/>
              <a:gd name="T51" fmla="*/ 1497 h 2904"/>
              <a:gd name="T52" fmla="*/ 138 w 1176"/>
              <a:gd name="T53" fmla="*/ 1549 h 2904"/>
              <a:gd name="T54" fmla="*/ 271 w 1176"/>
              <a:gd name="T55" fmla="*/ 1518 h 2904"/>
              <a:gd name="T56" fmla="*/ 293 w 1176"/>
              <a:gd name="T57" fmla="*/ 1753 h 2904"/>
              <a:gd name="T58" fmla="*/ 230 w 1176"/>
              <a:gd name="T59" fmla="*/ 2606 h 2904"/>
              <a:gd name="T60" fmla="*/ 82 w 1176"/>
              <a:gd name="T61" fmla="*/ 2671 h 2904"/>
              <a:gd name="T62" fmla="*/ 41 w 1176"/>
              <a:gd name="T63" fmla="*/ 2757 h 2904"/>
              <a:gd name="T64" fmla="*/ 56 w 1176"/>
              <a:gd name="T65" fmla="*/ 2839 h 2904"/>
              <a:gd name="T66" fmla="*/ 159 w 1176"/>
              <a:gd name="T67" fmla="*/ 2891 h 2904"/>
              <a:gd name="T68" fmla="*/ 375 w 1176"/>
              <a:gd name="T69" fmla="*/ 2900 h 2904"/>
              <a:gd name="T70" fmla="*/ 519 w 1176"/>
              <a:gd name="T71" fmla="*/ 2835 h 2904"/>
              <a:gd name="T72" fmla="*/ 588 w 1176"/>
              <a:gd name="T73" fmla="*/ 2712 h 2904"/>
              <a:gd name="T74" fmla="*/ 629 w 1176"/>
              <a:gd name="T75" fmla="*/ 2824 h 2904"/>
              <a:gd name="T76" fmla="*/ 732 w 1176"/>
              <a:gd name="T77" fmla="*/ 2876 h 2904"/>
              <a:gd name="T78" fmla="*/ 1032 w 1176"/>
              <a:gd name="T79" fmla="*/ 2871 h 2904"/>
              <a:gd name="T80" fmla="*/ 1099 w 1176"/>
              <a:gd name="T81" fmla="*/ 2816 h 2904"/>
              <a:gd name="T82" fmla="*/ 1084 w 1176"/>
              <a:gd name="T83" fmla="*/ 2718 h 2904"/>
              <a:gd name="T84" fmla="*/ 993 w 1176"/>
              <a:gd name="T85" fmla="*/ 2621 h 2904"/>
              <a:gd name="T86" fmla="*/ 330 w 1176"/>
              <a:gd name="T87" fmla="*/ 1346 h 2904"/>
              <a:gd name="T88" fmla="*/ 302 w 1176"/>
              <a:gd name="T89" fmla="*/ 1139 h 2904"/>
              <a:gd name="T90" fmla="*/ 474 w 1176"/>
              <a:gd name="T91" fmla="*/ 1029 h 2904"/>
              <a:gd name="T92" fmla="*/ 332 w 1176"/>
              <a:gd name="T93" fmla="*/ 1396 h 2904"/>
              <a:gd name="T94" fmla="*/ 502 w 1176"/>
              <a:gd name="T95" fmla="*/ 2283 h 2904"/>
              <a:gd name="T96" fmla="*/ 532 w 1176"/>
              <a:gd name="T97" fmla="*/ 2040 h 2904"/>
              <a:gd name="T98" fmla="*/ 573 w 1176"/>
              <a:gd name="T99" fmla="*/ 2008 h 2904"/>
              <a:gd name="T100" fmla="*/ 614 w 1176"/>
              <a:gd name="T101" fmla="*/ 2152 h 2904"/>
              <a:gd name="T102" fmla="*/ 601 w 1176"/>
              <a:gd name="T103" fmla="*/ 2667 h 2904"/>
              <a:gd name="T104" fmla="*/ 851 w 1176"/>
              <a:gd name="T105" fmla="*/ 1372 h 2904"/>
              <a:gd name="T106" fmla="*/ 926 w 1176"/>
              <a:gd name="T107" fmla="*/ 1447 h 2904"/>
              <a:gd name="T108" fmla="*/ 935 w 1176"/>
              <a:gd name="T109" fmla="*/ 1516 h 2904"/>
              <a:gd name="T110" fmla="*/ 844 w 1176"/>
              <a:gd name="T111" fmla="*/ 1607 h 2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76" h="2904">
                <a:moveTo>
                  <a:pt x="834" y="2581"/>
                </a:moveTo>
                <a:lnTo>
                  <a:pt x="814" y="1883"/>
                </a:lnTo>
                <a:lnTo>
                  <a:pt x="814" y="1883"/>
                </a:lnTo>
                <a:lnTo>
                  <a:pt x="831" y="1878"/>
                </a:lnTo>
                <a:lnTo>
                  <a:pt x="875" y="1863"/>
                </a:lnTo>
                <a:lnTo>
                  <a:pt x="905" y="1850"/>
                </a:lnTo>
                <a:lnTo>
                  <a:pt x="937" y="1835"/>
                </a:lnTo>
                <a:lnTo>
                  <a:pt x="972" y="1816"/>
                </a:lnTo>
                <a:lnTo>
                  <a:pt x="1008" y="1792"/>
                </a:lnTo>
                <a:lnTo>
                  <a:pt x="1043" y="1766"/>
                </a:lnTo>
                <a:lnTo>
                  <a:pt x="1060" y="1751"/>
                </a:lnTo>
                <a:lnTo>
                  <a:pt x="1077" y="1734"/>
                </a:lnTo>
                <a:lnTo>
                  <a:pt x="1092" y="1717"/>
                </a:lnTo>
                <a:lnTo>
                  <a:pt x="1107" y="1699"/>
                </a:lnTo>
                <a:lnTo>
                  <a:pt x="1120" y="1680"/>
                </a:lnTo>
                <a:lnTo>
                  <a:pt x="1133" y="1659"/>
                </a:lnTo>
                <a:lnTo>
                  <a:pt x="1144" y="1637"/>
                </a:lnTo>
                <a:lnTo>
                  <a:pt x="1153" y="1613"/>
                </a:lnTo>
                <a:lnTo>
                  <a:pt x="1163" y="1589"/>
                </a:lnTo>
                <a:lnTo>
                  <a:pt x="1168" y="1564"/>
                </a:lnTo>
                <a:lnTo>
                  <a:pt x="1172" y="1536"/>
                </a:lnTo>
                <a:lnTo>
                  <a:pt x="1176" y="1508"/>
                </a:lnTo>
                <a:lnTo>
                  <a:pt x="1176" y="1478"/>
                </a:lnTo>
                <a:lnTo>
                  <a:pt x="1174" y="1447"/>
                </a:lnTo>
                <a:lnTo>
                  <a:pt x="1174" y="1447"/>
                </a:lnTo>
                <a:lnTo>
                  <a:pt x="1170" y="1434"/>
                </a:lnTo>
                <a:lnTo>
                  <a:pt x="1166" y="1419"/>
                </a:lnTo>
                <a:lnTo>
                  <a:pt x="1159" y="1398"/>
                </a:lnTo>
                <a:lnTo>
                  <a:pt x="1150" y="1376"/>
                </a:lnTo>
                <a:lnTo>
                  <a:pt x="1137" y="1348"/>
                </a:lnTo>
                <a:lnTo>
                  <a:pt x="1120" y="1318"/>
                </a:lnTo>
                <a:lnTo>
                  <a:pt x="1097" y="1288"/>
                </a:lnTo>
                <a:lnTo>
                  <a:pt x="1069" y="1254"/>
                </a:lnTo>
                <a:lnTo>
                  <a:pt x="1053" y="1240"/>
                </a:lnTo>
                <a:lnTo>
                  <a:pt x="1034" y="1223"/>
                </a:lnTo>
                <a:lnTo>
                  <a:pt x="1015" y="1208"/>
                </a:lnTo>
                <a:lnTo>
                  <a:pt x="995" y="1191"/>
                </a:lnTo>
                <a:lnTo>
                  <a:pt x="970" y="1176"/>
                </a:lnTo>
                <a:lnTo>
                  <a:pt x="946" y="1161"/>
                </a:lnTo>
                <a:lnTo>
                  <a:pt x="920" y="1146"/>
                </a:lnTo>
                <a:lnTo>
                  <a:pt x="892" y="1133"/>
                </a:lnTo>
                <a:lnTo>
                  <a:pt x="860" y="1120"/>
                </a:lnTo>
                <a:lnTo>
                  <a:pt x="827" y="1109"/>
                </a:lnTo>
                <a:lnTo>
                  <a:pt x="793" y="1098"/>
                </a:lnTo>
                <a:lnTo>
                  <a:pt x="756" y="1087"/>
                </a:lnTo>
                <a:lnTo>
                  <a:pt x="715" y="1077"/>
                </a:lnTo>
                <a:lnTo>
                  <a:pt x="674" y="1070"/>
                </a:lnTo>
                <a:lnTo>
                  <a:pt x="674" y="1034"/>
                </a:lnTo>
                <a:lnTo>
                  <a:pt x="674" y="1034"/>
                </a:lnTo>
                <a:lnTo>
                  <a:pt x="724" y="1029"/>
                </a:lnTo>
                <a:lnTo>
                  <a:pt x="773" y="1021"/>
                </a:lnTo>
                <a:lnTo>
                  <a:pt x="821" y="1012"/>
                </a:lnTo>
                <a:lnTo>
                  <a:pt x="864" y="997"/>
                </a:lnTo>
                <a:lnTo>
                  <a:pt x="907" y="980"/>
                </a:lnTo>
                <a:lnTo>
                  <a:pt x="946" y="960"/>
                </a:lnTo>
                <a:lnTo>
                  <a:pt x="965" y="948"/>
                </a:lnTo>
                <a:lnTo>
                  <a:pt x="982" y="935"/>
                </a:lnTo>
                <a:lnTo>
                  <a:pt x="998" y="922"/>
                </a:lnTo>
                <a:lnTo>
                  <a:pt x="1015" y="909"/>
                </a:lnTo>
                <a:lnTo>
                  <a:pt x="1030" y="894"/>
                </a:lnTo>
                <a:lnTo>
                  <a:pt x="1045" y="878"/>
                </a:lnTo>
                <a:lnTo>
                  <a:pt x="1058" y="861"/>
                </a:lnTo>
                <a:lnTo>
                  <a:pt x="1071" y="844"/>
                </a:lnTo>
                <a:lnTo>
                  <a:pt x="1084" y="825"/>
                </a:lnTo>
                <a:lnTo>
                  <a:pt x="1096" y="807"/>
                </a:lnTo>
                <a:lnTo>
                  <a:pt x="1105" y="786"/>
                </a:lnTo>
                <a:lnTo>
                  <a:pt x="1114" y="764"/>
                </a:lnTo>
                <a:lnTo>
                  <a:pt x="1122" y="741"/>
                </a:lnTo>
                <a:lnTo>
                  <a:pt x="1129" y="719"/>
                </a:lnTo>
                <a:lnTo>
                  <a:pt x="1135" y="695"/>
                </a:lnTo>
                <a:lnTo>
                  <a:pt x="1140" y="670"/>
                </a:lnTo>
                <a:lnTo>
                  <a:pt x="1144" y="644"/>
                </a:lnTo>
                <a:lnTo>
                  <a:pt x="1148" y="616"/>
                </a:lnTo>
                <a:lnTo>
                  <a:pt x="1150" y="588"/>
                </a:lnTo>
                <a:lnTo>
                  <a:pt x="1150" y="560"/>
                </a:lnTo>
                <a:lnTo>
                  <a:pt x="1150" y="560"/>
                </a:lnTo>
                <a:lnTo>
                  <a:pt x="1148" y="530"/>
                </a:lnTo>
                <a:lnTo>
                  <a:pt x="1146" y="502"/>
                </a:lnTo>
                <a:lnTo>
                  <a:pt x="1144" y="474"/>
                </a:lnTo>
                <a:lnTo>
                  <a:pt x="1138" y="448"/>
                </a:lnTo>
                <a:lnTo>
                  <a:pt x="1133" y="420"/>
                </a:lnTo>
                <a:lnTo>
                  <a:pt x="1125" y="394"/>
                </a:lnTo>
                <a:lnTo>
                  <a:pt x="1116" y="368"/>
                </a:lnTo>
                <a:lnTo>
                  <a:pt x="1107" y="344"/>
                </a:lnTo>
                <a:lnTo>
                  <a:pt x="1096" y="318"/>
                </a:lnTo>
                <a:lnTo>
                  <a:pt x="1084" y="293"/>
                </a:lnTo>
                <a:lnTo>
                  <a:pt x="1071" y="271"/>
                </a:lnTo>
                <a:lnTo>
                  <a:pt x="1056" y="249"/>
                </a:lnTo>
                <a:lnTo>
                  <a:pt x="1041" y="226"/>
                </a:lnTo>
                <a:lnTo>
                  <a:pt x="1025" y="204"/>
                </a:lnTo>
                <a:lnTo>
                  <a:pt x="1008" y="185"/>
                </a:lnTo>
                <a:lnTo>
                  <a:pt x="989" y="165"/>
                </a:lnTo>
                <a:lnTo>
                  <a:pt x="970" y="146"/>
                </a:lnTo>
                <a:lnTo>
                  <a:pt x="952" y="129"/>
                </a:lnTo>
                <a:lnTo>
                  <a:pt x="931" y="112"/>
                </a:lnTo>
                <a:lnTo>
                  <a:pt x="909" y="96"/>
                </a:lnTo>
                <a:lnTo>
                  <a:pt x="887" y="81"/>
                </a:lnTo>
                <a:lnTo>
                  <a:pt x="864" y="68"/>
                </a:lnTo>
                <a:lnTo>
                  <a:pt x="840" y="55"/>
                </a:lnTo>
                <a:lnTo>
                  <a:pt x="816" y="43"/>
                </a:lnTo>
                <a:lnTo>
                  <a:pt x="791" y="34"/>
                </a:lnTo>
                <a:lnTo>
                  <a:pt x="765" y="25"/>
                </a:lnTo>
                <a:lnTo>
                  <a:pt x="739" y="17"/>
                </a:lnTo>
                <a:lnTo>
                  <a:pt x="713" y="12"/>
                </a:lnTo>
                <a:lnTo>
                  <a:pt x="685" y="6"/>
                </a:lnTo>
                <a:lnTo>
                  <a:pt x="657" y="2"/>
                </a:lnTo>
                <a:lnTo>
                  <a:pt x="629" y="0"/>
                </a:lnTo>
                <a:lnTo>
                  <a:pt x="601" y="0"/>
                </a:lnTo>
                <a:lnTo>
                  <a:pt x="601" y="0"/>
                </a:lnTo>
                <a:lnTo>
                  <a:pt x="573" y="0"/>
                </a:lnTo>
                <a:lnTo>
                  <a:pt x="545" y="2"/>
                </a:lnTo>
                <a:lnTo>
                  <a:pt x="517" y="6"/>
                </a:lnTo>
                <a:lnTo>
                  <a:pt x="489" y="12"/>
                </a:lnTo>
                <a:lnTo>
                  <a:pt x="463" y="17"/>
                </a:lnTo>
                <a:lnTo>
                  <a:pt x="437" y="25"/>
                </a:lnTo>
                <a:lnTo>
                  <a:pt x="411" y="34"/>
                </a:lnTo>
                <a:lnTo>
                  <a:pt x="385" y="43"/>
                </a:lnTo>
                <a:lnTo>
                  <a:pt x="360" y="55"/>
                </a:lnTo>
                <a:lnTo>
                  <a:pt x="336" y="66"/>
                </a:lnTo>
                <a:lnTo>
                  <a:pt x="314" y="81"/>
                </a:lnTo>
                <a:lnTo>
                  <a:pt x="291" y="94"/>
                </a:lnTo>
                <a:lnTo>
                  <a:pt x="269" y="111"/>
                </a:lnTo>
                <a:lnTo>
                  <a:pt x="248" y="125"/>
                </a:lnTo>
                <a:lnTo>
                  <a:pt x="228" y="144"/>
                </a:lnTo>
                <a:lnTo>
                  <a:pt x="209" y="163"/>
                </a:lnTo>
                <a:lnTo>
                  <a:pt x="191" y="181"/>
                </a:lnTo>
                <a:lnTo>
                  <a:pt x="174" y="202"/>
                </a:lnTo>
                <a:lnTo>
                  <a:pt x="157" y="222"/>
                </a:lnTo>
                <a:lnTo>
                  <a:pt x="142" y="243"/>
                </a:lnTo>
                <a:lnTo>
                  <a:pt x="127" y="267"/>
                </a:lnTo>
                <a:lnTo>
                  <a:pt x="114" y="290"/>
                </a:lnTo>
                <a:lnTo>
                  <a:pt x="101" y="314"/>
                </a:lnTo>
                <a:lnTo>
                  <a:pt x="90" y="338"/>
                </a:lnTo>
                <a:lnTo>
                  <a:pt x="80" y="362"/>
                </a:lnTo>
                <a:lnTo>
                  <a:pt x="71" y="389"/>
                </a:lnTo>
                <a:lnTo>
                  <a:pt x="64" y="415"/>
                </a:lnTo>
                <a:lnTo>
                  <a:pt x="58" y="443"/>
                </a:lnTo>
                <a:lnTo>
                  <a:pt x="52" y="469"/>
                </a:lnTo>
                <a:lnTo>
                  <a:pt x="51" y="497"/>
                </a:lnTo>
                <a:lnTo>
                  <a:pt x="47" y="525"/>
                </a:lnTo>
                <a:lnTo>
                  <a:pt x="47" y="555"/>
                </a:lnTo>
                <a:lnTo>
                  <a:pt x="47" y="555"/>
                </a:lnTo>
                <a:lnTo>
                  <a:pt x="49" y="585"/>
                </a:lnTo>
                <a:lnTo>
                  <a:pt x="51" y="613"/>
                </a:lnTo>
                <a:lnTo>
                  <a:pt x="54" y="641"/>
                </a:lnTo>
                <a:lnTo>
                  <a:pt x="60" y="669"/>
                </a:lnTo>
                <a:lnTo>
                  <a:pt x="67" y="695"/>
                </a:lnTo>
                <a:lnTo>
                  <a:pt x="77" y="721"/>
                </a:lnTo>
                <a:lnTo>
                  <a:pt x="88" y="745"/>
                </a:lnTo>
                <a:lnTo>
                  <a:pt x="99" y="769"/>
                </a:lnTo>
                <a:lnTo>
                  <a:pt x="99" y="769"/>
                </a:lnTo>
                <a:lnTo>
                  <a:pt x="77" y="784"/>
                </a:lnTo>
                <a:lnTo>
                  <a:pt x="58" y="803"/>
                </a:lnTo>
                <a:lnTo>
                  <a:pt x="41" y="823"/>
                </a:lnTo>
                <a:lnTo>
                  <a:pt x="26" y="844"/>
                </a:lnTo>
                <a:lnTo>
                  <a:pt x="15" y="868"/>
                </a:lnTo>
                <a:lnTo>
                  <a:pt x="8" y="894"/>
                </a:lnTo>
                <a:lnTo>
                  <a:pt x="2" y="920"/>
                </a:lnTo>
                <a:lnTo>
                  <a:pt x="0" y="948"/>
                </a:lnTo>
                <a:lnTo>
                  <a:pt x="0" y="948"/>
                </a:lnTo>
                <a:lnTo>
                  <a:pt x="2" y="975"/>
                </a:lnTo>
                <a:lnTo>
                  <a:pt x="6" y="1001"/>
                </a:lnTo>
                <a:lnTo>
                  <a:pt x="13" y="1025"/>
                </a:lnTo>
                <a:lnTo>
                  <a:pt x="24" y="1047"/>
                </a:lnTo>
                <a:lnTo>
                  <a:pt x="38" y="1068"/>
                </a:lnTo>
                <a:lnTo>
                  <a:pt x="52" y="1088"/>
                </a:lnTo>
                <a:lnTo>
                  <a:pt x="69" y="1105"/>
                </a:lnTo>
                <a:lnTo>
                  <a:pt x="88" y="1122"/>
                </a:lnTo>
                <a:lnTo>
                  <a:pt x="88" y="1122"/>
                </a:lnTo>
                <a:lnTo>
                  <a:pt x="69" y="1176"/>
                </a:lnTo>
                <a:lnTo>
                  <a:pt x="49" y="1234"/>
                </a:lnTo>
                <a:lnTo>
                  <a:pt x="30" y="1292"/>
                </a:lnTo>
                <a:lnTo>
                  <a:pt x="23" y="1320"/>
                </a:lnTo>
                <a:lnTo>
                  <a:pt x="15" y="1348"/>
                </a:lnTo>
                <a:lnTo>
                  <a:pt x="11" y="1374"/>
                </a:lnTo>
                <a:lnTo>
                  <a:pt x="8" y="1400"/>
                </a:lnTo>
                <a:lnTo>
                  <a:pt x="8" y="1424"/>
                </a:lnTo>
                <a:lnTo>
                  <a:pt x="11" y="1449"/>
                </a:lnTo>
                <a:lnTo>
                  <a:pt x="19" y="1469"/>
                </a:lnTo>
                <a:lnTo>
                  <a:pt x="24" y="1478"/>
                </a:lnTo>
                <a:lnTo>
                  <a:pt x="30" y="1488"/>
                </a:lnTo>
                <a:lnTo>
                  <a:pt x="38" y="1497"/>
                </a:lnTo>
                <a:lnTo>
                  <a:pt x="45" y="1506"/>
                </a:lnTo>
                <a:lnTo>
                  <a:pt x="54" y="1514"/>
                </a:lnTo>
                <a:lnTo>
                  <a:pt x="66" y="1521"/>
                </a:lnTo>
                <a:lnTo>
                  <a:pt x="66" y="1521"/>
                </a:lnTo>
                <a:lnTo>
                  <a:pt x="90" y="1534"/>
                </a:lnTo>
                <a:lnTo>
                  <a:pt x="116" y="1544"/>
                </a:lnTo>
                <a:lnTo>
                  <a:pt x="138" y="1549"/>
                </a:lnTo>
                <a:lnTo>
                  <a:pt x="163" y="1551"/>
                </a:lnTo>
                <a:lnTo>
                  <a:pt x="183" y="1549"/>
                </a:lnTo>
                <a:lnTo>
                  <a:pt x="204" y="1546"/>
                </a:lnTo>
                <a:lnTo>
                  <a:pt x="224" y="1542"/>
                </a:lnTo>
                <a:lnTo>
                  <a:pt x="241" y="1534"/>
                </a:lnTo>
                <a:lnTo>
                  <a:pt x="258" y="1527"/>
                </a:lnTo>
                <a:lnTo>
                  <a:pt x="271" y="1518"/>
                </a:lnTo>
                <a:lnTo>
                  <a:pt x="295" y="1501"/>
                </a:lnTo>
                <a:lnTo>
                  <a:pt x="308" y="1488"/>
                </a:lnTo>
                <a:lnTo>
                  <a:pt x="314" y="1484"/>
                </a:lnTo>
                <a:lnTo>
                  <a:pt x="314" y="1484"/>
                </a:lnTo>
                <a:lnTo>
                  <a:pt x="308" y="1549"/>
                </a:lnTo>
                <a:lnTo>
                  <a:pt x="301" y="1633"/>
                </a:lnTo>
                <a:lnTo>
                  <a:pt x="293" y="1753"/>
                </a:lnTo>
                <a:lnTo>
                  <a:pt x="286" y="1908"/>
                </a:lnTo>
                <a:lnTo>
                  <a:pt x="280" y="2100"/>
                </a:lnTo>
                <a:lnTo>
                  <a:pt x="276" y="2329"/>
                </a:lnTo>
                <a:lnTo>
                  <a:pt x="274" y="2600"/>
                </a:lnTo>
                <a:lnTo>
                  <a:pt x="274" y="2600"/>
                </a:lnTo>
                <a:lnTo>
                  <a:pt x="261" y="2600"/>
                </a:lnTo>
                <a:lnTo>
                  <a:pt x="230" y="2606"/>
                </a:lnTo>
                <a:lnTo>
                  <a:pt x="209" y="2609"/>
                </a:lnTo>
                <a:lnTo>
                  <a:pt x="187" y="2615"/>
                </a:lnTo>
                <a:lnTo>
                  <a:pt x="163" y="2624"/>
                </a:lnTo>
                <a:lnTo>
                  <a:pt x="138" y="2634"/>
                </a:lnTo>
                <a:lnTo>
                  <a:pt x="114" y="2647"/>
                </a:lnTo>
                <a:lnTo>
                  <a:pt x="92" y="2662"/>
                </a:lnTo>
                <a:lnTo>
                  <a:pt x="82" y="2671"/>
                </a:lnTo>
                <a:lnTo>
                  <a:pt x="73" y="2680"/>
                </a:lnTo>
                <a:lnTo>
                  <a:pt x="66" y="2690"/>
                </a:lnTo>
                <a:lnTo>
                  <a:pt x="58" y="2701"/>
                </a:lnTo>
                <a:lnTo>
                  <a:pt x="51" y="2714"/>
                </a:lnTo>
                <a:lnTo>
                  <a:pt x="47" y="2727"/>
                </a:lnTo>
                <a:lnTo>
                  <a:pt x="43" y="2742"/>
                </a:lnTo>
                <a:lnTo>
                  <a:pt x="41" y="2757"/>
                </a:lnTo>
                <a:lnTo>
                  <a:pt x="41" y="2772"/>
                </a:lnTo>
                <a:lnTo>
                  <a:pt x="41" y="2788"/>
                </a:lnTo>
                <a:lnTo>
                  <a:pt x="45" y="2807"/>
                </a:lnTo>
                <a:lnTo>
                  <a:pt x="51" y="2826"/>
                </a:lnTo>
                <a:lnTo>
                  <a:pt x="51" y="2826"/>
                </a:lnTo>
                <a:lnTo>
                  <a:pt x="51" y="2830"/>
                </a:lnTo>
                <a:lnTo>
                  <a:pt x="56" y="2839"/>
                </a:lnTo>
                <a:lnTo>
                  <a:pt x="66" y="2850"/>
                </a:lnTo>
                <a:lnTo>
                  <a:pt x="75" y="2858"/>
                </a:lnTo>
                <a:lnTo>
                  <a:pt x="84" y="2865"/>
                </a:lnTo>
                <a:lnTo>
                  <a:pt x="99" y="2872"/>
                </a:lnTo>
                <a:lnTo>
                  <a:pt x="116" y="2880"/>
                </a:lnTo>
                <a:lnTo>
                  <a:pt x="135" y="2886"/>
                </a:lnTo>
                <a:lnTo>
                  <a:pt x="159" y="2891"/>
                </a:lnTo>
                <a:lnTo>
                  <a:pt x="187" y="2897"/>
                </a:lnTo>
                <a:lnTo>
                  <a:pt x="219" y="2900"/>
                </a:lnTo>
                <a:lnTo>
                  <a:pt x="256" y="2902"/>
                </a:lnTo>
                <a:lnTo>
                  <a:pt x="297" y="2904"/>
                </a:lnTo>
                <a:lnTo>
                  <a:pt x="297" y="2904"/>
                </a:lnTo>
                <a:lnTo>
                  <a:pt x="340" y="2902"/>
                </a:lnTo>
                <a:lnTo>
                  <a:pt x="375" y="2900"/>
                </a:lnTo>
                <a:lnTo>
                  <a:pt x="407" y="2895"/>
                </a:lnTo>
                <a:lnTo>
                  <a:pt x="435" y="2889"/>
                </a:lnTo>
                <a:lnTo>
                  <a:pt x="459" y="2880"/>
                </a:lnTo>
                <a:lnTo>
                  <a:pt x="478" y="2871"/>
                </a:lnTo>
                <a:lnTo>
                  <a:pt x="495" y="2861"/>
                </a:lnTo>
                <a:lnTo>
                  <a:pt x="508" y="2848"/>
                </a:lnTo>
                <a:lnTo>
                  <a:pt x="519" y="2835"/>
                </a:lnTo>
                <a:lnTo>
                  <a:pt x="528" y="2820"/>
                </a:lnTo>
                <a:lnTo>
                  <a:pt x="536" y="2805"/>
                </a:lnTo>
                <a:lnTo>
                  <a:pt x="541" y="2788"/>
                </a:lnTo>
                <a:lnTo>
                  <a:pt x="549" y="2751"/>
                </a:lnTo>
                <a:lnTo>
                  <a:pt x="556" y="2712"/>
                </a:lnTo>
                <a:lnTo>
                  <a:pt x="588" y="2712"/>
                </a:lnTo>
                <a:lnTo>
                  <a:pt x="588" y="2712"/>
                </a:lnTo>
                <a:lnTo>
                  <a:pt x="590" y="2719"/>
                </a:lnTo>
                <a:lnTo>
                  <a:pt x="592" y="2738"/>
                </a:lnTo>
                <a:lnTo>
                  <a:pt x="599" y="2764"/>
                </a:lnTo>
                <a:lnTo>
                  <a:pt x="605" y="2779"/>
                </a:lnTo>
                <a:lnTo>
                  <a:pt x="610" y="2794"/>
                </a:lnTo>
                <a:lnTo>
                  <a:pt x="620" y="2809"/>
                </a:lnTo>
                <a:lnTo>
                  <a:pt x="629" y="2824"/>
                </a:lnTo>
                <a:lnTo>
                  <a:pt x="640" y="2839"/>
                </a:lnTo>
                <a:lnTo>
                  <a:pt x="653" y="2850"/>
                </a:lnTo>
                <a:lnTo>
                  <a:pt x="670" y="2861"/>
                </a:lnTo>
                <a:lnTo>
                  <a:pt x="687" y="2871"/>
                </a:lnTo>
                <a:lnTo>
                  <a:pt x="707" y="2874"/>
                </a:lnTo>
                <a:lnTo>
                  <a:pt x="732" y="2876"/>
                </a:lnTo>
                <a:lnTo>
                  <a:pt x="732" y="2876"/>
                </a:lnTo>
                <a:lnTo>
                  <a:pt x="786" y="2878"/>
                </a:lnTo>
                <a:lnTo>
                  <a:pt x="847" y="2882"/>
                </a:lnTo>
                <a:lnTo>
                  <a:pt x="913" y="2884"/>
                </a:lnTo>
                <a:lnTo>
                  <a:pt x="944" y="2882"/>
                </a:lnTo>
                <a:lnTo>
                  <a:pt x="976" y="2880"/>
                </a:lnTo>
                <a:lnTo>
                  <a:pt x="1006" y="2876"/>
                </a:lnTo>
                <a:lnTo>
                  <a:pt x="1032" y="2871"/>
                </a:lnTo>
                <a:lnTo>
                  <a:pt x="1054" y="2861"/>
                </a:lnTo>
                <a:lnTo>
                  <a:pt x="1066" y="2856"/>
                </a:lnTo>
                <a:lnTo>
                  <a:pt x="1073" y="2850"/>
                </a:lnTo>
                <a:lnTo>
                  <a:pt x="1082" y="2843"/>
                </a:lnTo>
                <a:lnTo>
                  <a:pt x="1088" y="2835"/>
                </a:lnTo>
                <a:lnTo>
                  <a:pt x="1094" y="2826"/>
                </a:lnTo>
                <a:lnTo>
                  <a:pt x="1099" y="2816"/>
                </a:lnTo>
                <a:lnTo>
                  <a:pt x="1101" y="2805"/>
                </a:lnTo>
                <a:lnTo>
                  <a:pt x="1101" y="2794"/>
                </a:lnTo>
                <a:lnTo>
                  <a:pt x="1101" y="2781"/>
                </a:lnTo>
                <a:lnTo>
                  <a:pt x="1099" y="2768"/>
                </a:lnTo>
                <a:lnTo>
                  <a:pt x="1099" y="2768"/>
                </a:lnTo>
                <a:lnTo>
                  <a:pt x="1092" y="2740"/>
                </a:lnTo>
                <a:lnTo>
                  <a:pt x="1084" y="2718"/>
                </a:lnTo>
                <a:lnTo>
                  <a:pt x="1075" y="2697"/>
                </a:lnTo>
                <a:lnTo>
                  <a:pt x="1064" y="2678"/>
                </a:lnTo>
                <a:lnTo>
                  <a:pt x="1053" y="2663"/>
                </a:lnTo>
                <a:lnTo>
                  <a:pt x="1040" y="2650"/>
                </a:lnTo>
                <a:lnTo>
                  <a:pt x="1025" y="2639"/>
                </a:lnTo>
                <a:lnTo>
                  <a:pt x="1010" y="2630"/>
                </a:lnTo>
                <a:lnTo>
                  <a:pt x="993" y="2621"/>
                </a:lnTo>
                <a:lnTo>
                  <a:pt x="974" y="2615"/>
                </a:lnTo>
                <a:lnTo>
                  <a:pt x="933" y="2604"/>
                </a:lnTo>
                <a:lnTo>
                  <a:pt x="834" y="2581"/>
                </a:lnTo>
                <a:lnTo>
                  <a:pt x="834" y="2581"/>
                </a:lnTo>
                <a:close/>
                <a:moveTo>
                  <a:pt x="332" y="1396"/>
                </a:moveTo>
                <a:lnTo>
                  <a:pt x="332" y="1396"/>
                </a:lnTo>
                <a:lnTo>
                  <a:pt x="330" y="1346"/>
                </a:lnTo>
                <a:lnTo>
                  <a:pt x="327" y="1299"/>
                </a:lnTo>
                <a:lnTo>
                  <a:pt x="321" y="1254"/>
                </a:lnTo>
                <a:lnTo>
                  <a:pt x="314" y="1217"/>
                </a:lnTo>
                <a:lnTo>
                  <a:pt x="301" y="1161"/>
                </a:lnTo>
                <a:lnTo>
                  <a:pt x="295" y="1141"/>
                </a:lnTo>
                <a:lnTo>
                  <a:pt x="295" y="1141"/>
                </a:lnTo>
                <a:lnTo>
                  <a:pt x="302" y="1139"/>
                </a:lnTo>
                <a:lnTo>
                  <a:pt x="314" y="1133"/>
                </a:lnTo>
                <a:lnTo>
                  <a:pt x="338" y="1120"/>
                </a:lnTo>
                <a:lnTo>
                  <a:pt x="368" y="1101"/>
                </a:lnTo>
                <a:lnTo>
                  <a:pt x="398" y="1081"/>
                </a:lnTo>
                <a:lnTo>
                  <a:pt x="452" y="1045"/>
                </a:lnTo>
                <a:lnTo>
                  <a:pt x="474" y="1029"/>
                </a:lnTo>
                <a:lnTo>
                  <a:pt x="474" y="1029"/>
                </a:lnTo>
                <a:lnTo>
                  <a:pt x="442" y="1096"/>
                </a:lnTo>
                <a:lnTo>
                  <a:pt x="414" y="1161"/>
                </a:lnTo>
                <a:lnTo>
                  <a:pt x="390" y="1223"/>
                </a:lnTo>
                <a:lnTo>
                  <a:pt x="370" y="1279"/>
                </a:lnTo>
                <a:lnTo>
                  <a:pt x="342" y="1365"/>
                </a:lnTo>
                <a:lnTo>
                  <a:pt x="332" y="1396"/>
                </a:lnTo>
                <a:lnTo>
                  <a:pt x="332" y="1396"/>
                </a:lnTo>
                <a:close/>
                <a:moveTo>
                  <a:pt x="601" y="2667"/>
                </a:moveTo>
                <a:lnTo>
                  <a:pt x="521" y="2667"/>
                </a:lnTo>
                <a:lnTo>
                  <a:pt x="521" y="2667"/>
                </a:lnTo>
                <a:lnTo>
                  <a:pt x="513" y="2566"/>
                </a:lnTo>
                <a:lnTo>
                  <a:pt x="506" y="2462"/>
                </a:lnTo>
                <a:lnTo>
                  <a:pt x="502" y="2342"/>
                </a:lnTo>
                <a:lnTo>
                  <a:pt x="502" y="2283"/>
                </a:lnTo>
                <a:lnTo>
                  <a:pt x="504" y="2223"/>
                </a:lnTo>
                <a:lnTo>
                  <a:pt x="508" y="2167"/>
                </a:lnTo>
                <a:lnTo>
                  <a:pt x="513" y="2117"/>
                </a:lnTo>
                <a:lnTo>
                  <a:pt x="517" y="2094"/>
                </a:lnTo>
                <a:lnTo>
                  <a:pt x="521" y="2074"/>
                </a:lnTo>
                <a:lnTo>
                  <a:pt x="526" y="2055"/>
                </a:lnTo>
                <a:lnTo>
                  <a:pt x="532" y="2040"/>
                </a:lnTo>
                <a:lnTo>
                  <a:pt x="539" y="2027"/>
                </a:lnTo>
                <a:lnTo>
                  <a:pt x="547" y="2018"/>
                </a:lnTo>
                <a:lnTo>
                  <a:pt x="556" y="2010"/>
                </a:lnTo>
                <a:lnTo>
                  <a:pt x="566" y="2007"/>
                </a:lnTo>
                <a:lnTo>
                  <a:pt x="566" y="2007"/>
                </a:lnTo>
                <a:lnTo>
                  <a:pt x="569" y="2007"/>
                </a:lnTo>
                <a:lnTo>
                  <a:pt x="573" y="2008"/>
                </a:lnTo>
                <a:lnTo>
                  <a:pt x="579" y="2012"/>
                </a:lnTo>
                <a:lnTo>
                  <a:pt x="584" y="2020"/>
                </a:lnTo>
                <a:lnTo>
                  <a:pt x="592" y="2033"/>
                </a:lnTo>
                <a:lnTo>
                  <a:pt x="597" y="2049"/>
                </a:lnTo>
                <a:lnTo>
                  <a:pt x="603" y="2076"/>
                </a:lnTo>
                <a:lnTo>
                  <a:pt x="609" y="2109"/>
                </a:lnTo>
                <a:lnTo>
                  <a:pt x="614" y="2152"/>
                </a:lnTo>
                <a:lnTo>
                  <a:pt x="616" y="2204"/>
                </a:lnTo>
                <a:lnTo>
                  <a:pt x="618" y="2270"/>
                </a:lnTo>
                <a:lnTo>
                  <a:pt x="618" y="2346"/>
                </a:lnTo>
                <a:lnTo>
                  <a:pt x="614" y="2438"/>
                </a:lnTo>
                <a:lnTo>
                  <a:pt x="610" y="2544"/>
                </a:lnTo>
                <a:lnTo>
                  <a:pt x="601" y="2667"/>
                </a:lnTo>
                <a:lnTo>
                  <a:pt x="601" y="2667"/>
                </a:lnTo>
                <a:close/>
                <a:moveTo>
                  <a:pt x="737" y="1335"/>
                </a:moveTo>
                <a:lnTo>
                  <a:pt x="737" y="1335"/>
                </a:lnTo>
                <a:lnTo>
                  <a:pt x="765" y="1340"/>
                </a:lnTo>
                <a:lnTo>
                  <a:pt x="791" y="1348"/>
                </a:lnTo>
                <a:lnTo>
                  <a:pt x="814" y="1355"/>
                </a:lnTo>
                <a:lnTo>
                  <a:pt x="834" y="1365"/>
                </a:lnTo>
                <a:lnTo>
                  <a:pt x="851" y="1372"/>
                </a:lnTo>
                <a:lnTo>
                  <a:pt x="868" y="1381"/>
                </a:lnTo>
                <a:lnTo>
                  <a:pt x="881" y="1393"/>
                </a:lnTo>
                <a:lnTo>
                  <a:pt x="892" y="1402"/>
                </a:lnTo>
                <a:lnTo>
                  <a:pt x="907" y="1419"/>
                </a:lnTo>
                <a:lnTo>
                  <a:pt x="918" y="1434"/>
                </a:lnTo>
                <a:lnTo>
                  <a:pt x="924" y="1443"/>
                </a:lnTo>
                <a:lnTo>
                  <a:pt x="926" y="1447"/>
                </a:lnTo>
                <a:lnTo>
                  <a:pt x="926" y="1447"/>
                </a:lnTo>
                <a:lnTo>
                  <a:pt x="929" y="1460"/>
                </a:lnTo>
                <a:lnTo>
                  <a:pt x="933" y="1473"/>
                </a:lnTo>
                <a:lnTo>
                  <a:pt x="935" y="1484"/>
                </a:lnTo>
                <a:lnTo>
                  <a:pt x="937" y="1495"/>
                </a:lnTo>
                <a:lnTo>
                  <a:pt x="935" y="1505"/>
                </a:lnTo>
                <a:lnTo>
                  <a:pt x="935" y="1516"/>
                </a:lnTo>
                <a:lnTo>
                  <a:pt x="928" y="1534"/>
                </a:lnTo>
                <a:lnTo>
                  <a:pt x="918" y="1551"/>
                </a:lnTo>
                <a:lnTo>
                  <a:pt x="907" y="1564"/>
                </a:lnTo>
                <a:lnTo>
                  <a:pt x="892" y="1577"/>
                </a:lnTo>
                <a:lnTo>
                  <a:pt x="877" y="1589"/>
                </a:lnTo>
                <a:lnTo>
                  <a:pt x="860" y="1598"/>
                </a:lnTo>
                <a:lnTo>
                  <a:pt x="844" y="1607"/>
                </a:lnTo>
                <a:lnTo>
                  <a:pt x="814" y="1618"/>
                </a:lnTo>
                <a:lnTo>
                  <a:pt x="793" y="1624"/>
                </a:lnTo>
                <a:lnTo>
                  <a:pt x="784" y="1628"/>
                </a:lnTo>
                <a:lnTo>
                  <a:pt x="737" y="13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9" name="任意多边形 88"/>
          <p:cNvSpPr/>
          <p:nvPr>
            <p:custDataLst>
              <p:tags r:id="rId21"/>
            </p:custDataLst>
          </p:nvPr>
        </p:nvSpPr>
        <p:spPr bwMode="auto">
          <a:xfrm flipH="1">
            <a:off x="7958569" y="2387028"/>
            <a:ext cx="714038" cy="1703668"/>
          </a:xfrm>
          <a:custGeom>
            <a:avLst/>
            <a:gdLst>
              <a:gd name="T0" fmla="*/ 1168 w 1256"/>
              <a:gd name="T1" fmla="*/ 347 h 2991"/>
              <a:gd name="T2" fmla="*/ 907 w 1256"/>
              <a:gd name="T3" fmla="*/ 61 h 2991"/>
              <a:gd name="T4" fmla="*/ 562 w 1256"/>
              <a:gd name="T5" fmla="*/ 5 h 2991"/>
              <a:gd name="T6" fmla="*/ 222 w 1256"/>
              <a:gd name="T7" fmla="*/ 179 h 2991"/>
              <a:gd name="T8" fmla="*/ 47 w 1256"/>
              <a:gd name="T9" fmla="*/ 524 h 2991"/>
              <a:gd name="T10" fmla="*/ 39 w 1256"/>
              <a:gd name="T11" fmla="*/ 860 h 2991"/>
              <a:gd name="T12" fmla="*/ 54 w 1256"/>
              <a:gd name="T13" fmla="*/ 1151 h 2991"/>
              <a:gd name="T14" fmla="*/ 15 w 1256"/>
              <a:gd name="T15" fmla="*/ 1508 h 2991"/>
              <a:gd name="T16" fmla="*/ 183 w 1256"/>
              <a:gd name="T17" fmla="*/ 1638 h 2991"/>
              <a:gd name="T18" fmla="*/ 295 w 1256"/>
              <a:gd name="T19" fmla="*/ 1717 h 2991"/>
              <a:gd name="T20" fmla="*/ 125 w 1256"/>
              <a:gd name="T21" fmla="*/ 2661 h 2991"/>
              <a:gd name="T22" fmla="*/ 47 w 1256"/>
              <a:gd name="T23" fmla="*/ 2881 h 2991"/>
              <a:gd name="T24" fmla="*/ 338 w 1256"/>
              <a:gd name="T25" fmla="*/ 2991 h 2991"/>
              <a:gd name="T26" fmla="*/ 605 w 1256"/>
              <a:gd name="T27" fmla="*/ 2870 h 2991"/>
              <a:gd name="T28" fmla="*/ 717 w 1256"/>
              <a:gd name="T29" fmla="*/ 2960 h 2991"/>
              <a:gd name="T30" fmla="*/ 1135 w 1256"/>
              <a:gd name="T31" fmla="*/ 2948 h 2991"/>
              <a:gd name="T32" fmla="*/ 1149 w 1256"/>
              <a:gd name="T33" fmla="*/ 2715 h 2991"/>
              <a:gd name="T34" fmla="*/ 896 w 1256"/>
              <a:gd name="T35" fmla="*/ 1987 h 2991"/>
              <a:gd name="T36" fmla="*/ 1148 w 1256"/>
              <a:gd name="T37" fmla="*/ 1814 h 2991"/>
              <a:gd name="T38" fmla="*/ 1256 w 1256"/>
              <a:gd name="T39" fmla="*/ 1545 h 2991"/>
              <a:gd name="T40" fmla="*/ 1034 w 1256"/>
              <a:gd name="T41" fmla="*/ 1183 h 2991"/>
              <a:gd name="T42" fmla="*/ 1082 w 1256"/>
              <a:gd name="T43" fmla="*/ 995 h 2991"/>
              <a:gd name="T44" fmla="*/ 1228 w 1256"/>
              <a:gd name="T45" fmla="*/ 694 h 2991"/>
              <a:gd name="T46" fmla="*/ 659 w 1256"/>
              <a:gd name="T47" fmla="*/ 1077 h 2991"/>
              <a:gd name="T48" fmla="*/ 692 w 1256"/>
              <a:gd name="T49" fmla="*/ 1168 h 2991"/>
              <a:gd name="T50" fmla="*/ 1036 w 1256"/>
              <a:gd name="T51" fmla="*/ 1291 h 2991"/>
              <a:gd name="T52" fmla="*/ 1170 w 1256"/>
              <a:gd name="T53" fmla="*/ 1582 h 2991"/>
              <a:gd name="T54" fmla="*/ 896 w 1256"/>
              <a:gd name="T55" fmla="*/ 1868 h 2991"/>
              <a:gd name="T56" fmla="*/ 812 w 1256"/>
              <a:gd name="T57" fmla="*/ 1991 h 2991"/>
              <a:gd name="T58" fmla="*/ 950 w 1256"/>
              <a:gd name="T59" fmla="*/ 2683 h 2991"/>
              <a:gd name="T60" fmla="*/ 1095 w 1256"/>
              <a:gd name="T61" fmla="*/ 2838 h 2991"/>
              <a:gd name="T62" fmla="*/ 789 w 1256"/>
              <a:gd name="T63" fmla="*/ 2889 h 2991"/>
              <a:gd name="T64" fmla="*/ 681 w 1256"/>
              <a:gd name="T65" fmla="*/ 2726 h 2991"/>
              <a:gd name="T66" fmla="*/ 677 w 1256"/>
              <a:gd name="T67" fmla="*/ 2073 h 2991"/>
              <a:gd name="T68" fmla="*/ 575 w 1256"/>
              <a:gd name="T69" fmla="*/ 2000 h 2991"/>
              <a:gd name="T70" fmla="*/ 498 w 1256"/>
              <a:gd name="T71" fmla="*/ 2542 h 2991"/>
              <a:gd name="T72" fmla="*/ 500 w 1256"/>
              <a:gd name="T73" fmla="*/ 2892 h 2991"/>
              <a:gd name="T74" fmla="*/ 131 w 1256"/>
              <a:gd name="T75" fmla="*/ 2864 h 2991"/>
              <a:gd name="T76" fmla="*/ 237 w 1256"/>
              <a:gd name="T77" fmla="*/ 2708 h 2991"/>
              <a:gd name="T78" fmla="*/ 360 w 1256"/>
              <a:gd name="T79" fmla="*/ 2667 h 2991"/>
              <a:gd name="T80" fmla="*/ 429 w 1256"/>
              <a:gd name="T81" fmla="*/ 1403 h 2991"/>
              <a:gd name="T82" fmla="*/ 567 w 1256"/>
              <a:gd name="T83" fmla="*/ 1116 h 2991"/>
              <a:gd name="T84" fmla="*/ 504 w 1256"/>
              <a:gd name="T85" fmla="*/ 983 h 2991"/>
              <a:gd name="T86" fmla="*/ 308 w 1256"/>
              <a:gd name="T87" fmla="*/ 750 h 2991"/>
              <a:gd name="T88" fmla="*/ 123 w 1256"/>
              <a:gd name="T89" fmla="*/ 616 h 2991"/>
              <a:gd name="T90" fmla="*/ 297 w 1256"/>
              <a:gd name="T91" fmla="*/ 222 h 2991"/>
              <a:gd name="T92" fmla="*/ 674 w 1256"/>
              <a:gd name="T93" fmla="*/ 84 h 2991"/>
              <a:gd name="T94" fmla="*/ 972 w 1256"/>
              <a:gd name="T95" fmla="*/ 213 h 2991"/>
              <a:gd name="T96" fmla="*/ 1133 w 1256"/>
              <a:gd name="T97" fmla="*/ 506 h 2991"/>
              <a:gd name="T98" fmla="*/ 1110 w 1256"/>
              <a:gd name="T99" fmla="*/ 815 h 2991"/>
              <a:gd name="T100" fmla="*/ 899 w 1256"/>
              <a:gd name="T101" fmla="*/ 1004 h 2991"/>
              <a:gd name="T102" fmla="*/ 282 w 1256"/>
              <a:gd name="T103" fmla="*/ 1498 h 2991"/>
              <a:gd name="T104" fmla="*/ 136 w 1256"/>
              <a:gd name="T105" fmla="*/ 1538 h 2991"/>
              <a:gd name="T106" fmla="*/ 105 w 1256"/>
              <a:gd name="T107" fmla="*/ 1364 h 2991"/>
              <a:gd name="T108" fmla="*/ 101 w 1256"/>
              <a:gd name="T109" fmla="*/ 1073 h 2991"/>
              <a:gd name="T110" fmla="*/ 134 w 1256"/>
              <a:gd name="T111" fmla="*/ 875 h 2991"/>
              <a:gd name="T112" fmla="*/ 308 w 1256"/>
              <a:gd name="T113" fmla="*/ 838 h 2991"/>
              <a:gd name="T114" fmla="*/ 418 w 1256"/>
              <a:gd name="T115" fmla="*/ 1015 h 2991"/>
              <a:gd name="T116" fmla="*/ 313 w 1256"/>
              <a:gd name="T117" fmla="*/ 1153 h 2991"/>
              <a:gd name="T118" fmla="*/ 427 w 1256"/>
              <a:gd name="T119" fmla="*/ 1176 h 2991"/>
              <a:gd name="T120" fmla="*/ 593 w 1256"/>
              <a:gd name="T121" fmla="*/ 2670 h 2991"/>
              <a:gd name="T122" fmla="*/ 610 w 1256"/>
              <a:gd name="T123" fmla="*/ 2381 h 2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56" h="2991">
                <a:moveTo>
                  <a:pt x="1228" y="694"/>
                </a:moveTo>
                <a:lnTo>
                  <a:pt x="1228" y="694"/>
                </a:lnTo>
                <a:lnTo>
                  <a:pt x="1230" y="664"/>
                </a:lnTo>
                <a:lnTo>
                  <a:pt x="1230" y="634"/>
                </a:lnTo>
                <a:lnTo>
                  <a:pt x="1230" y="605"/>
                </a:lnTo>
                <a:lnTo>
                  <a:pt x="1228" y="575"/>
                </a:lnTo>
                <a:lnTo>
                  <a:pt x="1226" y="547"/>
                </a:lnTo>
                <a:lnTo>
                  <a:pt x="1220" y="517"/>
                </a:lnTo>
                <a:lnTo>
                  <a:pt x="1215" y="487"/>
                </a:lnTo>
                <a:lnTo>
                  <a:pt x="1209" y="459"/>
                </a:lnTo>
                <a:lnTo>
                  <a:pt x="1200" y="431"/>
                </a:lnTo>
                <a:lnTo>
                  <a:pt x="1190" y="401"/>
                </a:lnTo>
                <a:lnTo>
                  <a:pt x="1181" y="375"/>
                </a:lnTo>
                <a:lnTo>
                  <a:pt x="1168" y="347"/>
                </a:lnTo>
                <a:lnTo>
                  <a:pt x="1155" y="321"/>
                </a:lnTo>
                <a:lnTo>
                  <a:pt x="1142" y="295"/>
                </a:lnTo>
                <a:lnTo>
                  <a:pt x="1127" y="269"/>
                </a:lnTo>
                <a:lnTo>
                  <a:pt x="1110" y="244"/>
                </a:lnTo>
                <a:lnTo>
                  <a:pt x="1110" y="244"/>
                </a:lnTo>
                <a:lnTo>
                  <a:pt x="1092" y="218"/>
                </a:lnTo>
                <a:lnTo>
                  <a:pt x="1071" y="194"/>
                </a:lnTo>
                <a:lnTo>
                  <a:pt x="1051" y="172"/>
                </a:lnTo>
                <a:lnTo>
                  <a:pt x="1030" y="149"/>
                </a:lnTo>
                <a:lnTo>
                  <a:pt x="1006" y="131"/>
                </a:lnTo>
                <a:lnTo>
                  <a:pt x="983" y="110"/>
                </a:lnTo>
                <a:lnTo>
                  <a:pt x="959" y="93"/>
                </a:lnTo>
                <a:lnTo>
                  <a:pt x="933" y="76"/>
                </a:lnTo>
                <a:lnTo>
                  <a:pt x="907" y="61"/>
                </a:lnTo>
                <a:lnTo>
                  <a:pt x="881" y="48"/>
                </a:lnTo>
                <a:lnTo>
                  <a:pt x="853" y="37"/>
                </a:lnTo>
                <a:lnTo>
                  <a:pt x="825" y="28"/>
                </a:lnTo>
                <a:lnTo>
                  <a:pt x="797" y="19"/>
                </a:lnTo>
                <a:lnTo>
                  <a:pt x="767" y="11"/>
                </a:lnTo>
                <a:lnTo>
                  <a:pt x="737" y="5"/>
                </a:lnTo>
                <a:lnTo>
                  <a:pt x="707" y="2"/>
                </a:lnTo>
                <a:lnTo>
                  <a:pt x="707" y="2"/>
                </a:lnTo>
                <a:lnTo>
                  <a:pt x="677" y="0"/>
                </a:lnTo>
                <a:lnTo>
                  <a:pt x="648" y="0"/>
                </a:lnTo>
                <a:lnTo>
                  <a:pt x="648" y="0"/>
                </a:lnTo>
                <a:lnTo>
                  <a:pt x="620" y="0"/>
                </a:lnTo>
                <a:lnTo>
                  <a:pt x="590" y="2"/>
                </a:lnTo>
                <a:lnTo>
                  <a:pt x="562" y="5"/>
                </a:lnTo>
                <a:lnTo>
                  <a:pt x="534" y="11"/>
                </a:lnTo>
                <a:lnTo>
                  <a:pt x="508" y="17"/>
                </a:lnTo>
                <a:lnTo>
                  <a:pt x="480" y="24"/>
                </a:lnTo>
                <a:lnTo>
                  <a:pt x="453" y="32"/>
                </a:lnTo>
                <a:lnTo>
                  <a:pt x="427" y="43"/>
                </a:lnTo>
                <a:lnTo>
                  <a:pt x="401" y="54"/>
                </a:lnTo>
                <a:lnTo>
                  <a:pt x="377" y="65"/>
                </a:lnTo>
                <a:lnTo>
                  <a:pt x="353" y="78"/>
                </a:lnTo>
                <a:lnTo>
                  <a:pt x="328" y="93"/>
                </a:lnTo>
                <a:lnTo>
                  <a:pt x="306" y="108"/>
                </a:lnTo>
                <a:lnTo>
                  <a:pt x="284" y="125"/>
                </a:lnTo>
                <a:lnTo>
                  <a:pt x="261" y="142"/>
                </a:lnTo>
                <a:lnTo>
                  <a:pt x="241" y="160"/>
                </a:lnTo>
                <a:lnTo>
                  <a:pt x="222" y="179"/>
                </a:lnTo>
                <a:lnTo>
                  <a:pt x="202" y="200"/>
                </a:lnTo>
                <a:lnTo>
                  <a:pt x="185" y="220"/>
                </a:lnTo>
                <a:lnTo>
                  <a:pt x="166" y="242"/>
                </a:lnTo>
                <a:lnTo>
                  <a:pt x="149" y="265"/>
                </a:lnTo>
                <a:lnTo>
                  <a:pt x="134" y="287"/>
                </a:lnTo>
                <a:lnTo>
                  <a:pt x="119" y="312"/>
                </a:lnTo>
                <a:lnTo>
                  <a:pt x="106" y="336"/>
                </a:lnTo>
                <a:lnTo>
                  <a:pt x="95" y="362"/>
                </a:lnTo>
                <a:lnTo>
                  <a:pt x="84" y="388"/>
                </a:lnTo>
                <a:lnTo>
                  <a:pt x="73" y="414"/>
                </a:lnTo>
                <a:lnTo>
                  <a:pt x="65" y="440"/>
                </a:lnTo>
                <a:lnTo>
                  <a:pt x="58" y="468"/>
                </a:lnTo>
                <a:lnTo>
                  <a:pt x="50" y="496"/>
                </a:lnTo>
                <a:lnTo>
                  <a:pt x="47" y="524"/>
                </a:lnTo>
                <a:lnTo>
                  <a:pt x="43" y="554"/>
                </a:lnTo>
                <a:lnTo>
                  <a:pt x="43" y="554"/>
                </a:lnTo>
                <a:lnTo>
                  <a:pt x="39" y="588"/>
                </a:lnTo>
                <a:lnTo>
                  <a:pt x="39" y="623"/>
                </a:lnTo>
                <a:lnTo>
                  <a:pt x="41" y="655"/>
                </a:lnTo>
                <a:lnTo>
                  <a:pt x="47" y="687"/>
                </a:lnTo>
                <a:lnTo>
                  <a:pt x="52" y="718"/>
                </a:lnTo>
                <a:lnTo>
                  <a:pt x="62" y="750"/>
                </a:lnTo>
                <a:lnTo>
                  <a:pt x="71" y="780"/>
                </a:lnTo>
                <a:lnTo>
                  <a:pt x="84" y="808"/>
                </a:lnTo>
                <a:lnTo>
                  <a:pt x="84" y="808"/>
                </a:lnTo>
                <a:lnTo>
                  <a:pt x="67" y="825"/>
                </a:lnTo>
                <a:lnTo>
                  <a:pt x="52" y="842"/>
                </a:lnTo>
                <a:lnTo>
                  <a:pt x="39" y="860"/>
                </a:lnTo>
                <a:lnTo>
                  <a:pt x="28" y="879"/>
                </a:lnTo>
                <a:lnTo>
                  <a:pt x="19" y="899"/>
                </a:lnTo>
                <a:lnTo>
                  <a:pt x="11" y="922"/>
                </a:lnTo>
                <a:lnTo>
                  <a:pt x="6" y="944"/>
                </a:lnTo>
                <a:lnTo>
                  <a:pt x="2" y="967"/>
                </a:lnTo>
                <a:lnTo>
                  <a:pt x="2" y="967"/>
                </a:lnTo>
                <a:lnTo>
                  <a:pt x="0" y="991"/>
                </a:lnTo>
                <a:lnTo>
                  <a:pt x="0" y="1017"/>
                </a:lnTo>
                <a:lnTo>
                  <a:pt x="4" y="1041"/>
                </a:lnTo>
                <a:lnTo>
                  <a:pt x="9" y="1064"/>
                </a:lnTo>
                <a:lnTo>
                  <a:pt x="17" y="1088"/>
                </a:lnTo>
                <a:lnTo>
                  <a:pt x="26" y="1110"/>
                </a:lnTo>
                <a:lnTo>
                  <a:pt x="39" y="1131"/>
                </a:lnTo>
                <a:lnTo>
                  <a:pt x="54" y="1151"/>
                </a:lnTo>
                <a:lnTo>
                  <a:pt x="54" y="1151"/>
                </a:lnTo>
                <a:lnTo>
                  <a:pt x="73" y="1174"/>
                </a:lnTo>
                <a:lnTo>
                  <a:pt x="73" y="1174"/>
                </a:lnTo>
                <a:lnTo>
                  <a:pt x="50" y="1248"/>
                </a:lnTo>
                <a:lnTo>
                  <a:pt x="50" y="1248"/>
                </a:lnTo>
                <a:lnTo>
                  <a:pt x="24" y="1340"/>
                </a:lnTo>
                <a:lnTo>
                  <a:pt x="24" y="1340"/>
                </a:lnTo>
                <a:lnTo>
                  <a:pt x="19" y="1357"/>
                </a:lnTo>
                <a:lnTo>
                  <a:pt x="13" y="1377"/>
                </a:lnTo>
                <a:lnTo>
                  <a:pt x="9" y="1403"/>
                </a:lnTo>
                <a:lnTo>
                  <a:pt x="7" y="1431"/>
                </a:lnTo>
                <a:lnTo>
                  <a:pt x="7" y="1461"/>
                </a:lnTo>
                <a:lnTo>
                  <a:pt x="11" y="1493"/>
                </a:lnTo>
                <a:lnTo>
                  <a:pt x="15" y="1508"/>
                </a:lnTo>
                <a:lnTo>
                  <a:pt x="21" y="1523"/>
                </a:lnTo>
                <a:lnTo>
                  <a:pt x="28" y="1539"/>
                </a:lnTo>
                <a:lnTo>
                  <a:pt x="35" y="1554"/>
                </a:lnTo>
                <a:lnTo>
                  <a:pt x="35" y="1554"/>
                </a:lnTo>
                <a:lnTo>
                  <a:pt x="47" y="1569"/>
                </a:lnTo>
                <a:lnTo>
                  <a:pt x="58" y="1584"/>
                </a:lnTo>
                <a:lnTo>
                  <a:pt x="73" y="1595"/>
                </a:lnTo>
                <a:lnTo>
                  <a:pt x="88" y="1607"/>
                </a:lnTo>
                <a:lnTo>
                  <a:pt x="105" y="1618"/>
                </a:lnTo>
                <a:lnTo>
                  <a:pt x="123" y="1625"/>
                </a:lnTo>
                <a:lnTo>
                  <a:pt x="142" y="1631"/>
                </a:lnTo>
                <a:lnTo>
                  <a:pt x="164" y="1637"/>
                </a:lnTo>
                <a:lnTo>
                  <a:pt x="164" y="1637"/>
                </a:lnTo>
                <a:lnTo>
                  <a:pt x="183" y="1638"/>
                </a:lnTo>
                <a:lnTo>
                  <a:pt x="202" y="1640"/>
                </a:lnTo>
                <a:lnTo>
                  <a:pt x="202" y="1640"/>
                </a:lnTo>
                <a:lnTo>
                  <a:pt x="202" y="1640"/>
                </a:lnTo>
                <a:lnTo>
                  <a:pt x="216" y="1640"/>
                </a:lnTo>
                <a:lnTo>
                  <a:pt x="231" y="1638"/>
                </a:lnTo>
                <a:lnTo>
                  <a:pt x="246" y="1635"/>
                </a:lnTo>
                <a:lnTo>
                  <a:pt x="259" y="1631"/>
                </a:lnTo>
                <a:lnTo>
                  <a:pt x="272" y="1625"/>
                </a:lnTo>
                <a:lnTo>
                  <a:pt x="286" y="1618"/>
                </a:lnTo>
                <a:lnTo>
                  <a:pt x="297" y="1610"/>
                </a:lnTo>
                <a:lnTo>
                  <a:pt x="308" y="1601"/>
                </a:lnTo>
                <a:lnTo>
                  <a:pt x="308" y="1601"/>
                </a:lnTo>
                <a:lnTo>
                  <a:pt x="300" y="1661"/>
                </a:lnTo>
                <a:lnTo>
                  <a:pt x="295" y="1717"/>
                </a:lnTo>
                <a:lnTo>
                  <a:pt x="289" y="1814"/>
                </a:lnTo>
                <a:lnTo>
                  <a:pt x="287" y="1883"/>
                </a:lnTo>
                <a:lnTo>
                  <a:pt x="286" y="1913"/>
                </a:lnTo>
                <a:lnTo>
                  <a:pt x="286" y="1913"/>
                </a:lnTo>
                <a:lnTo>
                  <a:pt x="282" y="2105"/>
                </a:lnTo>
                <a:lnTo>
                  <a:pt x="280" y="2308"/>
                </a:lnTo>
                <a:lnTo>
                  <a:pt x="276" y="2618"/>
                </a:lnTo>
                <a:lnTo>
                  <a:pt x="276" y="2618"/>
                </a:lnTo>
                <a:lnTo>
                  <a:pt x="250" y="2622"/>
                </a:lnTo>
                <a:lnTo>
                  <a:pt x="220" y="2626"/>
                </a:lnTo>
                <a:lnTo>
                  <a:pt x="187" y="2635"/>
                </a:lnTo>
                <a:lnTo>
                  <a:pt x="155" y="2646"/>
                </a:lnTo>
                <a:lnTo>
                  <a:pt x="140" y="2652"/>
                </a:lnTo>
                <a:lnTo>
                  <a:pt x="125" y="2661"/>
                </a:lnTo>
                <a:lnTo>
                  <a:pt x="110" y="2670"/>
                </a:lnTo>
                <a:lnTo>
                  <a:pt x="97" y="2680"/>
                </a:lnTo>
                <a:lnTo>
                  <a:pt x="84" y="2691"/>
                </a:lnTo>
                <a:lnTo>
                  <a:pt x="75" y="2704"/>
                </a:lnTo>
                <a:lnTo>
                  <a:pt x="65" y="2719"/>
                </a:lnTo>
                <a:lnTo>
                  <a:pt x="58" y="2734"/>
                </a:lnTo>
                <a:lnTo>
                  <a:pt x="58" y="2734"/>
                </a:lnTo>
                <a:lnTo>
                  <a:pt x="50" y="2754"/>
                </a:lnTo>
                <a:lnTo>
                  <a:pt x="45" y="2773"/>
                </a:lnTo>
                <a:lnTo>
                  <a:pt x="41" y="2790"/>
                </a:lnTo>
                <a:lnTo>
                  <a:pt x="39" y="2805"/>
                </a:lnTo>
                <a:lnTo>
                  <a:pt x="37" y="2835"/>
                </a:lnTo>
                <a:lnTo>
                  <a:pt x="41" y="2859"/>
                </a:lnTo>
                <a:lnTo>
                  <a:pt x="47" y="2881"/>
                </a:lnTo>
                <a:lnTo>
                  <a:pt x="54" y="2900"/>
                </a:lnTo>
                <a:lnTo>
                  <a:pt x="62" y="2917"/>
                </a:lnTo>
                <a:lnTo>
                  <a:pt x="71" y="2932"/>
                </a:lnTo>
                <a:lnTo>
                  <a:pt x="75" y="2937"/>
                </a:lnTo>
                <a:lnTo>
                  <a:pt x="75" y="2937"/>
                </a:lnTo>
                <a:lnTo>
                  <a:pt x="80" y="2945"/>
                </a:lnTo>
                <a:lnTo>
                  <a:pt x="88" y="2952"/>
                </a:lnTo>
                <a:lnTo>
                  <a:pt x="101" y="2962"/>
                </a:lnTo>
                <a:lnTo>
                  <a:pt x="123" y="2969"/>
                </a:lnTo>
                <a:lnTo>
                  <a:pt x="155" y="2978"/>
                </a:lnTo>
                <a:lnTo>
                  <a:pt x="202" y="2984"/>
                </a:lnTo>
                <a:lnTo>
                  <a:pt x="261" y="2990"/>
                </a:lnTo>
                <a:lnTo>
                  <a:pt x="338" y="2991"/>
                </a:lnTo>
                <a:lnTo>
                  <a:pt x="338" y="2991"/>
                </a:lnTo>
                <a:lnTo>
                  <a:pt x="379" y="2991"/>
                </a:lnTo>
                <a:lnTo>
                  <a:pt x="429" y="2988"/>
                </a:lnTo>
                <a:lnTo>
                  <a:pt x="457" y="2986"/>
                </a:lnTo>
                <a:lnTo>
                  <a:pt x="483" y="2982"/>
                </a:lnTo>
                <a:lnTo>
                  <a:pt x="508" y="2976"/>
                </a:lnTo>
                <a:lnTo>
                  <a:pt x="528" y="2971"/>
                </a:lnTo>
                <a:lnTo>
                  <a:pt x="528" y="2971"/>
                </a:lnTo>
                <a:lnTo>
                  <a:pt x="547" y="2963"/>
                </a:lnTo>
                <a:lnTo>
                  <a:pt x="562" y="2952"/>
                </a:lnTo>
                <a:lnTo>
                  <a:pt x="573" y="2939"/>
                </a:lnTo>
                <a:lnTo>
                  <a:pt x="584" y="2926"/>
                </a:lnTo>
                <a:lnTo>
                  <a:pt x="593" y="2909"/>
                </a:lnTo>
                <a:lnTo>
                  <a:pt x="599" y="2891"/>
                </a:lnTo>
                <a:lnTo>
                  <a:pt x="605" y="2870"/>
                </a:lnTo>
                <a:lnTo>
                  <a:pt x="608" y="2850"/>
                </a:lnTo>
                <a:lnTo>
                  <a:pt x="608" y="2850"/>
                </a:lnTo>
                <a:lnTo>
                  <a:pt x="612" y="2864"/>
                </a:lnTo>
                <a:lnTo>
                  <a:pt x="618" y="2879"/>
                </a:lnTo>
                <a:lnTo>
                  <a:pt x="625" y="2892"/>
                </a:lnTo>
                <a:lnTo>
                  <a:pt x="633" y="2906"/>
                </a:lnTo>
                <a:lnTo>
                  <a:pt x="633" y="2906"/>
                </a:lnTo>
                <a:lnTo>
                  <a:pt x="642" y="2917"/>
                </a:lnTo>
                <a:lnTo>
                  <a:pt x="653" y="2928"/>
                </a:lnTo>
                <a:lnTo>
                  <a:pt x="664" y="2937"/>
                </a:lnTo>
                <a:lnTo>
                  <a:pt x="675" y="2945"/>
                </a:lnTo>
                <a:lnTo>
                  <a:pt x="689" y="2950"/>
                </a:lnTo>
                <a:lnTo>
                  <a:pt x="702" y="2956"/>
                </a:lnTo>
                <a:lnTo>
                  <a:pt x="717" y="2960"/>
                </a:lnTo>
                <a:lnTo>
                  <a:pt x="731" y="2963"/>
                </a:lnTo>
                <a:lnTo>
                  <a:pt x="731" y="2963"/>
                </a:lnTo>
                <a:lnTo>
                  <a:pt x="780" y="2969"/>
                </a:lnTo>
                <a:lnTo>
                  <a:pt x="830" y="2973"/>
                </a:lnTo>
                <a:lnTo>
                  <a:pt x="883" y="2975"/>
                </a:lnTo>
                <a:lnTo>
                  <a:pt x="937" y="2976"/>
                </a:lnTo>
                <a:lnTo>
                  <a:pt x="937" y="2976"/>
                </a:lnTo>
                <a:lnTo>
                  <a:pt x="937" y="2976"/>
                </a:lnTo>
                <a:lnTo>
                  <a:pt x="991" y="2975"/>
                </a:lnTo>
                <a:lnTo>
                  <a:pt x="1047" y="2971"/>
                </a:lnTo>
                <a:lnTo>
                  <a:pt x="1073" y="2969"/>
                </a:lnTo>
                <a:lnTo>
                  <a:pt x="1097" y="2963"/>
                </a:lnTo>
                <a:lnTo>
                  <a:pt x="1118" y="2958"/>
                </a:lnTo>
                <a:lnTo>
                  <a:pt x="1135" y="2948"/>
                </a:lnTo>
                <a:lnTo>
                  <a:pt x="1135" y="2948"/>
                </a:lnTo>
                <a:lnTo>
                  <a:pt x="1142" y="2943"/>
                </a:lnTo>
                <a:lnTo>
                  <a:pt x="1148" y="2937"/>
                </a:lnTo>
                <a:lnTo>
                  <a:pt x="1155" y="2928"/>
                </a:lnTo>
                <a:lnTo>
                  <a:pt x="1161" y="2919"/>
                </a:lnTo>
                <a:lnTo>
                  <a:pt x="1170" y="2898"/>
                </a:lnTo>
                <a:lnTo>
                  <a:pt x="1176" y="2874"/>
                </a:lnTo>
                <a:lnTo>
                  <a:pt x="1179" y="2850"/>
                </a:lnTo>
                <a:lnTo>
                  <a:pt x="1179" y="2822"/>
                </a:lnTo>
                <a:lnTo>
                  <a:pt x="1177" y="2794"/>
                </a:lnTo>
                <a:lnTo>
                  <a:pt x="1170" y="2766"/>
                </a:lnTo>
                <a:lnTo>
                  <a:pt x="1170" y="2766"/>
                </a:lnTo>
                <a:lnTo>
                  <a:pt x="1162" y="2741"/>
                </a:lnTo>
                <a:lnTo>
                  <a:pt x="1149" y="2715"/>
                </a:lnTo>
                <a:lnTo>
                  <a:pt x="1140" y="2700"/>
                </a:lnTo>
                <a:lnTo>
                  <a:pt x="1131" y="2687"/>
                </a:lnTo>
                <a:lnTo>
                  <a:pt x="1118" y="2674"/>
                </a:lnTo>
                <a:lnTo>
                  <a:pt x="1105" y="2661"/>
                </a:lnTo>
                <a:lnTo>
                  <a:pt x="1090" y="2650"/>
                </a:lnTo>
                <a:lnTo>
                  <a:pt x="1071" y="2637"/>
                </a:lnTo>
                <a:lnTo>
                  <a:pt x="1052" y="2627"/>
                </a:lnTo>
                <a:lnTo>
                  <a:pt x="1030" y="2618"/>
                </a:lnTo>
                <a:lnTo>
                  <a:pt x="1006" y="2609"/>
                </a:lnTo>
                <a:lnTo>
                  <a:pt x="980" y="2601"/>
                </a:lnTo>
                <a:lnTo>
                  <a:pt x="950" y="2598"/>
                </a:lnTo>
                <a:lnTo>
                  <a:pt x="916" y="2594"/>
                </a:lnTo>
                <a:lnTo>
                  <a:pt x="916" y="2594"/>
                </a:lnTo>
                <a:lnTo>
                  <a:pt x="896" y="1987"/>
                </a:lnTo>
                <a:lnTo>
                  <a:pt x="896" y="1987"/>
                </a:lnTo>
                <a:lnTo>
                  <a:pt x="896" y="1954"/>
                </a:lnTo>
                <a:lnTo>
                  <a:pt x="896" y="1954"/>
                </a:lnTo>
                <a:lnTo>
                  <a:pt x="924" y="1946"/>
                </a:lnTo>
                <a:lnTo>
                  <a:pt x="954" y="1937"/>
                </a:lnTo>
                <a:lnTo>
                  <a:pt x="983" y="1926"/>
                </a:lnTo>
                <a:lnTo>
                  <a:pt x="1011" y="1913"/>
                </a:lnTo>
                <a:lnTo>
                  <a:pt x="1039" y="1898"/>
                </a:lnTo>
                <a:lnTo>
                  <a:pt x="1065" y="1881"/>
                </a:lnTo>
                <a:lnTo>
                  <a:pt x="1092" y="1862"/>
                </a:lnTo>
                <a:lnTo>
                  <a:pt x="1114" y="1844"/>
                </a:lnTo>
                <a:lnTo>
                  <a:pt x="1114" y="1844"/>
                </a:lnTo>
                <a:lnTo>
                  <a:pt x="1131" y="1829"/>
                </a:lnTo>
                <a:lnTo>
                  <a:pt x="1148" y="1814"/>
                </a:lnTo>
                <a:lnTo>
                  <a:pt x="1162" y="1797"/>
                </a:lnTo>
                <a:lnTo>
                  <a:pt x="1176" y="1780"/>
                </a:lnTo>
                <a:lnTo>
                  <a:pt x="1189" y="1763"/>
                </a:lnTo>
                <a:lnTo>
                  <a:pt x="1200" y="1745"/>
                </a:lnTo>
                <a:lnTo>
                  <a:pt x="1211" y="1728"/>
                </a:lnTo>
                <a:lnTo>
                  <a:pt x="1220" y="1709"/>
                </a:lnTo>
                <a:lnTo>
                  <a:pt x="1228" y="1689"/>
                </a:lnTo>
                <a:lnTo>
                  <a:pt x="1235" y="1670"/>
                </a:lnTo>
                <a:lnTo>
                  <a:pt x="1241" y="1650"/>
                </a:lnTo>
                <a:lnTo>
                  <a:pt x="1246" y="1629"/>
                </a:lnTo>
                <a:lnTo>
                  <a:pt x="1250" y="1609"/>
                </a:lnTo>
                <a:lnTo>
                  <a:pt x="1254" y="1588"/>
                </a:lnTo>
                <a:lnTo>
                  <a:pt x="1254" y="1566"/>
                </a:lnTo>
                <a:lnTo>
                  <a:pt x="1256" y="1545"/>
                </a:lnTo>
                <a:lnTo>
                  <a:pt x="1256" y="1545"/>
                </a:lnTo>
                <a:lnTo>
                  <a:pt x="1254" y="1523"/>
                </a:lnTo>
                <a:lnTo>
                  <a:pt x="1252" y="1502"/>
                </a:lnTo>
                <a:lnTo>
                  <a:pt x="1250" y="1484"/>
                </a:lnTo>
                <a:lnTo>
                  <a:pt x="1245" y="1463"/>
                </a:lnTo>
                <a:lnTo>
                  <a:pt x="1233" y="1426"/>
                </a:lnTo>
                <a:lnTo>
                  <a:pt x="1218" y="1388"/>
                </a:lnTo>
                <a:lnTo>
                  <a:pt x="1200" y="1353"/>
                </a:lnTo>
                <a:lnTo>
                  <a:pt x="1179" y="1319"/>
                </a:lnTo>
                <a:lnTo>
                  <a:pt x="1153" y="1288"/>
                </a:lnTo>
                <a:lnTo>
                  <a:pt x="1127" y="1260"/>
                </a:lnTo>
                <a:lnTo>
                  <a:pt x="1097" y="1232"/>
                </a:lnTo>
                <a:lnTo>
                  <a:pt x="1065" y="1205"/>
                </a:lnTo>
                <a:lnTo>
                  <a:pt x="1034" y="1183"/>
                </a:lnTo>
                <a:lnTo>
                  <a:pt x="1000" y="1163"/>
                </a:lnTo>
                <a:lnTo>
                  <a:pt x="965" y="1144"/>
                </a:lnTo>
                <a:lnTo>
                  <a:pt x="929" y="1127"/>
                </a:lnTo>
                <a:lnTo>
                  <a:pt x="894" y="1112"/>
                </a:lnTo>
                <a:lnTo>
                  <a:pt x="858" y="1101"/>
                </a:lnTo>
                <a:lnTo>
                  <a:pt x="858" y="1101"/>
                </a:lnTo>
                <a:lnTo>
                  <a:pt x="903" y="1090"/>
                </a:lnTo>
                <a:lnTo>
                  <a:pt x="944" y="1077"/>
                </a:lnTo>
                <a:lnTo>
                  <a:pt x="983" y="1060"/>
                </a:lnTo>
                <a:lnTo>
                  <a:pt x="1021" y="1039"/>
                </a:lnTo>
                <a:lnTo>
                  <a:pt x="1021" y="1039"/>
                </a:lnTo>
                <a:lnTo>
                  <a:pt x="1041" y="1026"/>
                </a:lnTo>
                <a:lnTo>
                  <a:pt x="1062" y="1011"/>
                </a:lnTo>
                <a:lnTo>
                  <a:pt x="1082" y="995"/>
                </a:lnTo>
                <a:lnTo>
                  <a:pt x="1101" y="978"/>
                </a:lnTo>
                <a:lnTo>
                  <a:pt x="1118" y="959"/>
                </a:lnTo>
                <a:lnTo>
                  <a:pt x="1133" y="940"/>
                </a:lnTo>
                <a:lnTo>
                  <a:pt x="1148" y="920"/>
                </a:lnTo>
                <a:lnTo>
                  <a:pt x="1162" y="898"/>
                </a:lnTo>
                <a:lnTo>
                  <a:pt x="1176" y="875"/>
                </a:lnTo>
                <a:lnTo>
                  <a:pt x="1187" y="851"/>
                </a:lnTo>
                <a:lnTo>
                  <a:pt x="1196" y="827"/>
                </a:lnTo>
                <a:lnTo>
                  <a:pt x="1205" y="802"/>
                </a:lnTo>
                <a:lnTo>
                  <a:pt x="1213" y="776"/>
                </a:lnTo>
                <a:lnTo>
                  <a:pt x="1218" y="750"/>
                </a:lnTo>
                <a:lnTo>
                  <a:pt x="1224" y="722"/>
                </a:lnTo>
                <a:lnTo>
                  <a:pt x="1228" y="694"/>
                </a:lnTo>
                <a:lnTo>
                  <a:pt x="1228" y="694"/>
                </a:lnTo>
                <a:close/>
                <a:moveTo>
                  <a:pt x="810" y="1024"/>
                </a:moveTo>
                <a:lnTo>
                  <a:pt x="810" y="1024"/>
                </a:lnTo>
                <a:lnTo>
                  <a:pt x="797" y="1026"/>
                </a:lnTo>
                <a:lnTo>
                  <a:pt x="780" y="1026"/>
                </a:lnTo>
                <a:lnTo>
                  <a:pt x="780" y="1026"/>
                </a:lnTo>
                <a:lnTo>
                  <a:pt x="758" y="1026"/>
                </a:lnTo>
                <a:lnTo>
                  <a:pt x="733" y="1028"/>
                </a:lnTo>
                <a:lnTo>
                  <a:pt x="711" y="1034"/>
                </a:lnTo>
                <a:lnTo>
                  <a:pt x="702" y="1037"/>
                </a:lnTo>
                <a:lnTo>
                  <a:pt x="692" y="1043"/>
                </a:lnTo>
                <a:lnTo>
                  <a:pt x="692" y="1043"/>
                </a:lnTo>
                <a:lnTo>
                  <a:pt x="677" y="1054"/>
                </a:lnTo>
                <a:lnTo>
                  <a:pt x="666" y="1065"/>
                </a:lnTo>
                <a:lnTo>
                  <a:pt x="659" y="1077"/>
                </a:lnTo>
                <a:lnTo>
                  <a:pt x="655" y="1090"/>
                </a:lnTo>
                <a:lnTo>
                  <a:pt x="651" y="1101"/>
                </a:lnTo>
                <a:lnTo>
                  <a:pt x="651" y="1112"/>
                </a:lnTo>
                <a:lnTo>
                  <a:pt x="653" y="1129"/>
                </a:lnTo>
                <a:lnTo>
                  <a:pt x="653" y="1131"/>
                </a:lnTo>
                <a:lnTo>
                  <a:pt x="653" y="1131"/>
                </a:lnTo>
                <a:lnTo>
                  <a:pt x="655" y="1140"/>
                </a:lnTo>
                <a:lnTo>
                  <a:pt x="659" y="1148"/>
                </a:lnTo>
                <a:lnTo>
                  <a:pt x="664" y="1153"/>
                </a:lnTo>
                <a:lnTo>
                  <a:pt x="670" y="1161"/>
                </a:lnTo>
                <a:lnTo>
                  <a:pt x="670" y="1161"/>
                </a:lnTo>
                <a:lnTo>
                  <a:pt x="677" y="1164"/>
                </a:lnTo>
                <a:lnTo>
                  <a:pt x="685" y="1166"/>
                </a:lnTo>
                <a:lnTo>
                  <a:pt x="692" y="1168"/>
                </a:lnTo>
                <a:lnTo>
                  <a:pt x="702" y="1168"/>
                </a:lnTo>
                <a:lnTo>
                  <a:pt x="702" y="1168"/>
                </a:lnTo>
                <a:lnTo>
                  <a:pt x="730" y="1166"/>
                </a:lnTo>
                <a:lnTo>
                  <a:pt x="730" y="1166"/>
                </a:lnTo>
                <a:lnTo>
                  <a:pt x="763" y="1168"/>
                </a:lnTo>
                <a:lnTo>
                  <a:pt x="799" y="1174"/>
                </a:lnTo>
                <a:lnTo>
                  <a:pt x="834" y="1183"/>
                </a:lnTo>
                <a:lnTo>
                  <a:pt x="871" y="1194"/>
                </a:lnTo>
                <a:lnTo>
                  <a:pt x="909" y="1211"/>
                </a:lnTo>
                <a:lnTo>
                  <a:pt x="944" y="1228"/>
                </a:lnTo>
                <a:lnTo>
                  <a:pt x="980" y="1248"/>
                </a:lnTo>
                <a:lnTo>
                  <a:pt x="1013" y="1273"/>
                </a:lnTo>
                <a:lnTo>
                  <a:pt x="1013" y="1273"/>
                </a:lnTo>
                <a:lnTo>
                  <a:pt x="1036" y="1291"/>
                </a:lnTo>
                <a:lnTo>
                  <a:pt x="1062" y="1314"/>
                </a:lnTo>
                <a:lnTo>
                  <a:pt x="1088" y="1342"/>
                </a:lnTo>
                <a:lnTo>
                  <a:pt x="1114" y="1373"/>
                </a:lnTo>
                <a:lnTo>
                  <a:pt x="1125" y="1392"/>
                </a:lnTo>
                <a:lnTo>
                  <a:pt x="1136" y="1411"/>
                </a:lnTo>
                <a:lnTo>
                  <a:pt x="1146" y="1431"/>
                </a:lnTo>
                <a:lnTo>
                  <a:pt x="1155" y="1452"/>
                </a:lnTo>
                <a:lnTo>
                  <a:pt x="1161" y="1474"/>
                </a:lnTo>
                <a:lnTo>
                  <a:pt x="1166" y="1497"/>
                </a:lnTo>
                <a:lnTo>
                  <a:pt x="1170" y="1521"/>
                </a:lnTo>
                <a:lnTo>
                  <a:pt x="1172" y="1545"/>
                </a:lnTo>
                <a:lnTo>
                  <a:pt x="1172" y="1545"/>
                </a:lnTo>
                <a:lnTo>
                  <a:pt x="1170" y="1564"/>
                </a:lnTo>
                <a:lnTo>
                  <a:pt x="1170" y="1582"/>
                </a:lnTo>
                <a:lnTo>
                  <a:pt x="1166" y="1601"/>
                </a:lnTo>
                <a:lnTo>
                  <a:pt x="1162" y="1618"/>
                </a:lnTo>
                <a:lnTo>
                  <a:pt x="1153" y="1651"/>
                </a:lnTo>
                <a:lnTo>
                  <a:pt x="1138" y="1683"/>
                </a:lnTo>
                <a:lnTo>
                  <a:pt x="1121" y="1711"/>
                </a:lnTo>
                <a:lnTo>
                  <a:pt x="1103" y="1737"/>
                </a:lnTo>
                <a:lnTo>
                  <a:pt x="1080" y="1762"/>
                </a:lnTo>
                <a:lnTo>
                  <a:pt x="1056" y="1782"/>
                </a:lnTo>
                <a:lnTo>
                  <a:pt x="1030" y="1803"/>
                </a:lnTo>
                <a:lnTo>
                  <a:pt x="1004" y="1819"/>
                </a:lnTo>
                <a:lnTo>
                  <a:pt x="978" y="1834"/>
                </a:lnTo>
                <a:lnTo>
                  <a:pt x="950" y="1847"/>
                </a:lnTo>
                <a:lnTo>
                  <a:pt x="922" y="1859"/>
                </a:lnTo>
                <a:lnTo>
                  <a:pt x="896" y="1868"/>
                </a:lnTo>
                <a:lnTo>
                  <a:pt x="870" y="1874"/>
                </a:lnTo>
                <a:lnTo>
                  <a:pt x="845" y="1879"/>
                </a:lnTo>
                <a:lnTo>
                  <a:pt x="845" y="1879"/>
                </a:lnTo>
                <a:lnTo>
                  <a:pt x="836" y="1881"/>
                </a:lnTo>
                <a:lnTo>
                  <a:pt x="828" y="1885"/>
                </a:lnTo>
                <a:lnTo>
                  <a:pt x="823" y="1888"/>
                </a:lnTo>
                <a:lnTo>
                  <a:pt x="817" y="1894"/>
                </a:lnTo>
                <a:lnTo>
                  <a:pt x="814" y="1900"/>
                </a:lnTo>
                <a:lnTo>
                  <a:pt x="810" y="1907"/>
                </a:lnTo>
                <a:lnTo>
                  <a:pt x="808" y="1915"/>
                </a:lnTo>
                <a:lnTo>
                  <a:pt x="808" y="1924"/>
                </a:lnTo>
                <a:lnTo>
                  <a:pt x="808" y="1924"/>
                </a:lnTo>
                <a:lnTo>
                  <a:pt x="812" y="1991"/>
                </a:lnTo>
                <a:lnTo>
                  <a:pt x="812" y="1991"/>
                </a:lnTo>
                <a:lnTo>
                  <a:pt x="827" y="2381"/>
                </a:lnTo>
                <a:lnTo>
                  <a:pt x="834" y="2637"/>
                </a:lnTo>
                <a:lnTo>
                  <a:pt x="834" y="2637"/>
                </a:lnTo>
                <a:lnTo>
                  <a:pt x="836" y="2644"/>
                </a:lnTo>
                <a:lnTo>
                  <a:pt x="838" y="2652"/>
                </a:lnTo>
                <a:lnTo>
                  <a:pt x="842" y="2659"/>
                </a:lnTo>
                <a:lnTo>
                  <a:pt x="847" y="2665"/>
                </a:lnTo>
                <a:lnTo>
                  <a:pt x="853" y="2670"/>
                </a:lnTo>
                <a:lnTo>
                  <a:pt x="860" y="2674"/>
                </a:lnTo>
                <a:lnTo>
                  <a:pt x="868" y="2676"/>
                </a:lnTo>
                <a:lnTo>
                  <a:pt x="877" y="2676"/>
                </a:lnTo>
                <a:lnTo>
                  <a:pt x="877" y="2676"/>
                </a:lnTo>
                <a:lnTo>
                  <a:pt x="914" y="2678"/>
                </a:lnTo>
                <a:lnTo>
                  <a:pt x="950" y="2683"/>
                </a:lnTo>
                <a:lnTo>
                  <a:pt x="980" y="2691"/>
                </a:lnTo>
                <a:lnTo>
                  <a:pt x="1008" y="2700"/>
                </a:lnTo>
                <a:lnTo>
                  <a:pt x="1032" y="2713"/>
                </a:lnTo>
                <a:lnTo>
                  <a:pt x="1043" y="2721"/>
                </a:lnTo>
                <a:lnTo>
                  <a:pt x="1052" y="2730"/>
                </a:lnTo>
                <a:lnTo>
                  <a:pt x="1062" y="2738"/>
                </a:lnTo>
                <a:lnTo>
                  <a:pt x="1069" y="2749"/>
                </a:lnTo>
                <a:lnTo>
                  <a:pt x="1077" y="2758"/>
                </a:lnTo>
                <a:lnTo>
                  <a:pt x="1082" y="2769"/>
                </a:lnTo>
                <a:lnTo>
                  <a:pt x="1082" y="2769"/>
                </a:lnTo>
                <a:lnTo>
                  <a:pt x="1090" y="2788"/>
                </a:lnTo>
                <a:lnTo>
                  <a:pt x="1093" y="2807"/>
                </a:lnTo>
                <a:lnTo>
                  <a:pt x="1095" y="2823"/>
                </a:lnTo>
                <a:lnTo>
                  <a:pt x="1095" y="2838"/>
                </a:lnTo>
                <a:lnTo>
                  <a:pt x="1095" y="2853"/>
                </a:lnTo>
                <a:lnTo>
                  <a:pt x="1092" y="2866"/>
                </a:lnTo>
                <a:lnTo>
                  <a:pt x="1090" y="2876"/>
                </a:lnTo>
                <a:lnTo>
                  <a:pt x="1086" y="2881"/>
                </a:lnTo>
                <a:lnTo>
                  <a:pt x="1086" y="2881"/>
                </a:lnTo>
                <a:lnTo>
                  <a:pt x="1069" y="2887"/>
                </a:lnTo>
                <a:lnTo>
                  <a:pt x="1037" y="2891"/>
                </a:lnTo>
                <a:lnTo>
                  <a:pt x="995" y="2894"/>
                </a:lnTo>
                <a:lnTo>
                  <a:pt x="937" y="2896"/>
                </a:lnTo>
                <a:lnTo>
                  <a:pt x="937" y="2896"/>
                </a:lnTo>
                <a:lnTo>
                  <a:pt x="937" y="2896"/>
                </a:lnTo>
                <a:lnTo>
                  <a:pt x="886" y="2894"/>
                </a:lnTo>
                <a:lnTo>
                  <a:pt x="838" y="2892"/>
                </a:lnTo>
                <a:lnTo>
                  <a:pt x="789" y="2889"/>
                </a:lnTo>
                <a:lnTo>
                  <a:pt x="745" y="2883"/>
                </a:lnTo>
                <a:lnTo>
                  <a:pt x="745" y="2883"/>
                </a:lnTo>
                <a:lnTo>
                  <a:pt x="731" y="2879"/>
                </a:lnTo>
                <a:lnTo>
                  <a:pt x="720" y="2874"/>
                </a:lnTo>
                <a:lnTo>
                  <a:pt x="711" y="2866"/>
                </a:lnTo>
                <a:lnTo>
                  <a:pt x="702" y="2857"/>
                </a:lnTo>
                <a:lnTo>
                  <a:pt x="702" y="2857"/>
                </a:lnTo>
                <a:lnTo>
                  <a:pt x="698" y="2848"/>
                </a:lnTo>
                <a:lnTo>
                  <a:pt x="692" y="2838"/>
                </a:lnTo>
                <a:lnTo>
                  <a:pt x="687" y="2816"/>
                </a:lnTo>
                <a:lnTo>
                  <a:pt x="681" y="2794"/>
                </a:lnTo>
                <a:lnTo>
                  <a:pt x="679" y="2769"/>
                </a:lnTo>
                <a:lnTo>
                  <a:pt x="679" y="2747"/>
                </a:lnTo>
                <a:lnTo>
                  <a:pt x="681" y="2726"/>
                </a:lnTo>
                <a:lnTo>
                  <a:pt x="685" y="2693"/>
                </a:lnTo>
                <a:lnTo>
                  <a:pt x="685" y="2693"/>
                </a:lnTo>
                <a:lnTo>
                  <a:pt x="687" y="2685"/>
                </a:lnTo>
                <a:lnTo>
                  <a:pt x="687" y="2685"/>
                </a:lnTo>
                <a:lnTo>
                  <a:pt x="689" y="2579"/>
                </a:lnTo>
                <a:lnTo>
                  <a:pt x="690" y="2471"/>
                </a:lnTo>
                <a:lnTo>
                  <a:pt x="690" y="2471"/>
                </a:lnTo>
                <a:lnTo>
                  <a:pt x="694" y="2370"/>
                </a:lnTo>
                <a:lnTo>
                  <a:pt x="696" y="2278"/>
                </a:lnTo>
                <a:lnTo>
                  <a:pt x="694" y="2196"/>
                </a:lnTo>
                <a:lnTo>
                  <a:pt x="692" y="2161"/>
                </a:lnTo>
                <a:lnTo>
                  <a:pt x="689" y="2129"/>
                </a:lnTo>
                <a:lnTo>
                  <a:pt x="683" y="2099"/>
                </a:lnTo>
                <a:lnTo>
                  <a:pt x="677" y="2073"/>
                </a:lnTo>
                <a:lnTo>
                  <a:pt x="668" y="2051"/>
                </a:lnTo>
                <a:lnTo>
                  <a:pt x="659" y="2032"/>
                </a:lnTo>
                <a:lnTo>
                  <a:pt x="648" y="2017"/>
                </a:lnTo>
                <a:lnTo>
                  <a:pt x="640" y="2010"/>
                </a:lnTo>
                <a:lnTo>
                  <a:pt x="633" y="2006"/>
                </a:lnTo>
                <a:lnTo>
                  <a:pt x="625" y="2000"/>
                </a:lnTo>
                <a:lnTo>
                  <a:pt x="616" y="1999"/>
                </a:lnTo>
                <a:lnTo>
                  <a:pt x="606" y="1997"/>
                </a:lnTo>
                <a:lnTo>
                  <a:pt x="597" y="1995"/>
                </a:lnTo>
                <a:lnTo>
                  <a:pt x="597" y="1995"/>
                </a:lnTo>
                <a:lnTo>
                  <a:pt x="593" y="1995"/>
                </a:lnTo>
                <a:lnTo>
                  <a:pt x="593" y="1995"/>
                </a:lnTo>
                <a:lnTo>
                  <a:pt x="584" y="1997"/>
                </a:lnTo>
                <a:lnTo>
                  <a:pt x="575" y="2000"/>
                </a:lnTo>
                <a:lnTo>
                  <a:pt x="564" y="2006"/>
                </a:lnTo>
                <a:lnTo>
                  <a:pt x="552" y="2017"/>
                </a:lnTo>
                <a:lnTo>
                  <a:pt x="552" y="2017"/>
                </a:lnTo>
                <a:lnTo>
                  <a:pt x="547" y="2027"/>
                </a:lnTo>
                <a:lnTo>
                  <a:pt x="543" y="2038"/>
                </a:lnTo>
                <a:lnTo>
                  <a:pt x="534" y="2064"/>
                </a:lnTo>
                <a:lnTo>
                  <a:pt x="524" y="2097"/>
                </a:lnTo>
                <a:lnTo>
                  <a:pt x="519" y="2139"/>
                </a:lnTo>
                <a:lnTo>
                  <a:pt x="513" y="2183"/>
                </a:lnTo>
                <a:lnTo>
                  <a:pt x="508" y="2232"/>
                </a:lnTo>
                <a:lnTo>
                  <a:pt x="504" y="2282"/>
                </a:lnTo>
                <a:lnTo>
                  <a:pt x="500" y="2336"/>
                </a:lnTo>
                <a:lnTo>
                  <a:pt x="498" y="2443"/>
                </a:lnTo>
                <a:lnTo>
                  <a:pt x="498" y="2542"/>
                </a:lnTo>
                <a:lnTo>
                  <a:pt x="500" y="2586"/>
                </a:lnTo>
                <a:lnTo>
                  <a:pt x="504" y="2626"/>
                </a:lnTo>
                <a:lnTo>
                  <a:pt x="508" y="2661"/>
                </a:lnTo>
                <a:lnTo>
                  <a:pt x="511" y="2687"/>
                </a:lnTo>
                <a:lnTo>
                  <a:pt x="511" y="2687"/>
                </a:lnTo>
                <a:lnTo>
                  <a:pt x="519" y="2730"/>
                </a:lnTo>
                <a:lnTo>
                  <a:pt x="524" y="2769"/>
                </a:lnTo>
                <a:lnTo>
                  <a:pt x="526" y="2803"/>
                </a:lnTo>
                <a:lnTo>
                  <a:pt x="524" y="2833"/>
                </a:lnTo>
                <a:lnTo>
                  <a:pt x="521" y="2855"/>
                </a:lnTo>
                <a:lnTo>
                  <a:pt x="517" y="2874"/>
                </a:lnTo>
                <a:lnTo>
                  <a:pt x="509" y="2885"/>
                </a:lnTo>
                <a:lnTo>
                  <a:pt x="504" y="2891"/>
                </a:lnTo>
                <a:lnTo>
                  <a:pt x="500" y="2892"/>
                </a:lnTo>
                <a:lnTo>
                  <a:pt x="500" y="2892"/>
                </a:lnTo>
                <a:lnTo>
                  <a:pt x="474" y="2898"/>
                </a:lnTo>
                <a:lnTo>
                  <a:pt x="437" y="2904"/>
                </a:lnTo>
                <a:lnTo>
                  <a:pt x="392" y="2906"/>
                </a:lnTo>
                <a:lnTo>
                  <a:pt x="338" y="2907"/>
                </a:lnTo>
                <a:lnTo>
                  <a:pt x="338" y="2907"/>
                </a:lnTo>
                <a:lnTo>
                  <a:pt x="269" y="2906"/>
                </a:lnTo>
                <a:lnTo>
                  <a:pt x="211" y="2902"/>
                </a:lnTo>
                <a:lnTo>
                  <a:pt x="168" y="2894"/>
                </a:lnTo>
                <a:lnTo>
                  <a:pt x="153" y="2892"/>
                </a:lnTo>
                <a:lnTo>
                  <a:pt x="144" y="2889"/>
                </a:lnTo>
                <a:lnTo>
                  <a:pt x="144" y="2887"/>
                </a:lnTo>
                <a:lnTo>
                  <a:pt x="144" y="2887"/>
                </a:lnTo>
                <a:lnTo>
                  <a:pt x="131" y="2864"/>
                </a:lnTo>
                <a:lnTo>
                  <a:pt x="125" y="2853"/>
                </a:lnTo>
                <a:lnTo>
                  <a:pt x="123" y="2840"/>
                </a:lnTo>
                <a:lnTo>
                  <a:pt x="121" y="2825"/>
                </a:lnTo>
                <a:lnTo>
                  <a:pt x="123" y="2808"/>
                </a:lnTo>
                <a:lnTo>
                  <a:pt x="129" y="2788"/>
                </a:lnTo>
                <a:lnTo>
                  <a:pt x="136" y="2766"/>
                </a:lnTo>
                <a:lnTo>
                  <a:pt x="136" y="2766"/>
                </a:lnTo>
                <a:lnTo>
                  <a:pt x="140" y="2756"/>
                </a:lnTo>
                <a:lnTo>
                  <a:pt x="147" y="2749"/>
                </a:lnTo>
                <a:lnTo>
                  <a:pt x="155" y="2741"/>
                </a:lnTo>
                <a:lnTo>
                  <a:pt x="162" y="2734"/>
                </a:lnTo>
                <a:lnTo>
                  <a:pt x="185" y="2723"/>
                </a:lnTo>
                <a:lnTo>
                  <a:pt x="211" y="2715"/>
                </a:lnTo>
                <a:lnTo>
                  <a:pt x="237" y="2708"/>
                </a:lnTo>
                <a:lnTo>
                  <a:pt x="265" y="2704"/>
                </a:lnTo>
                <a:lnTo>
                  <a:pt x="293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17" y="2700"/>
                </a:lnTo>
                <a:lnTo>
                  <a:pt x="327" y="2700"/>
                </a:lnTo>
                <a:lnTo>
                  <a:pt x="334" y="2697"/>
                </a:lnTo>
                <a:lnTo>
                  <a:pt x="341" y="2693"/>
                </a:lnTo>
                <a:lnTo>
                  <a:pt x="347" y="2689"/>
                </a:lnTo>
                <a:lnTo>
                  <a:pt x="347" y="2689"/>
                </a:lnTo>
                <a:lnTo>
                  <a:pt x="353" y="2682"/>
                </a:lnTo>
                <a:lnTo>
                  <a:pt x="356" y="2674"/>
                </a:lnTo>
                <a:lnTo>
                  <a:pt x="360" y="2667"/>
                </a:lnTo>
                <a:lnTo>
                  <a:pt x="360" y="2659"/>
                </a:lnTo>
                <a:lnTo>
                  <a:pt x="360" y="2659"/>
                </a:lnTo>
                <a:lnTo>
                  <a:pt x="362" y="2390"/>
                </a:lnTo>
                <a:lnTo>
                  <a:pt x="366" y="2148"/>
                </a:lnTo>
                <a:lnTo>
                  <a:pt x="371" y="1915"/>
                </a:lnTo>
                <a:lnTo>
                  <a:pt x="371" y="1915"/>
                </a:lnTo>
                <a:lnTo>
                  <a:pt x="371" y="1887"/>
                </a:lnTo>
                <a:lnTo>
                  <a:pt x="373" y="1818"/>
                </a:lnTo>
                <a:lnTo>
                  <a:pt x="381" y="1717"/>
                </a:lnTo>
                <a:lnTo>
                  <a:pt x="386" y="1657"/>
                </a:lnTo>
                <a:lnTo>
                  <a:pt x="394" y="1595"/>
                </a:lnTo>
                <a:lnTo>
                  <a:pt x="403" y="1532"/>
                </a:lnTo>
                <a:lnTo>
                  <a:pt x="414" y="1467"/>
                </a:lnTo>
                <a:lnTo>
                  <a:pt x="429" y="1403"/>
                </a:lnTo>
                <a:lnTo>
                  <a:pt x="446" y="1344"/>
                </a:lnTo>
                <a:lnTo>
                  <a:pt x="457" y="1314"/>
                </a:lnTo>
                <a:lnTo>
                  <a:pt x="467" y="1286"/>
                </a:lnTo>
                <a:lnTo>
                  <a:pt x="478" y="1260"/>
                </a:lnTo>
                <a:lnTo>
                  <a:pt x="491" y="1233"/>
                </a:lnTo>
                <a:lnTo>
                  <a:pt x="504" y="1211"/>
                </a:lnTo>
                <a:lnTo>
                  <a:pt x="519" y="1189"/>
                </a:lnTo>
                <a:lnTo>
                  <a:pt x="534" y="1170"/>
                </a:lnTo>
                <a:lnTo>
                  <a:pt x="549" y="1153"/>
                </a:lnTo>
                <a:lnTo>
                  <a:pt x="549" y="1153"/>
                </a:lnTo>
                <a:lnTo>
                  <a:pt x="556" y="1146"/>
                </a:lnTo>
                <a:lnTo>
                  <a:pt x="560" y="1136"/>
                </a:lnTo>
                <a:lnTo>
                  <a:pt x="564" y="1127"/>
                </a:lnTo>
                <a:lnTo>
                  <a:pt x="567" y="1116"/>
                </a:lnTo>
                <a:lnTo>
                  <a:pt x="569" y="1097"/>
                </a:lnTo>
                <a:lnTo>
                  <a:pt x="571" y="1082"/>
                </a:lnTo>
                <a:lnTo>
                  <a:pt x="571" y="1082"/>
                </a:lnTo>
                <a:lnTo>
                  <a:pt x="569" y="1071"/>
                </a:lnTo>
                <a:lnTo>
                  <a:pt x="567" y="1062"/>
                </a:lnTo>
                <a:lnTo>
                  <a:pt x="562" y="1045"/>
                </a:lnTo>
                <a:lnTo>
                  <a:pt x="552" y="1034"/>
                </a:lnTo>
                <a:lnTo>
                  <a:pt x="545" y="1026"/>
                </a:lnTo>
                <a:lnTo>
                  <a:pt x="545" y="1026"/>
                </a:lnTo>
                <a:lnTo>
                  <a:pt x="536" y="1019"/>
                </a:lnTo>
                <a:lnTo>
                  <a:pt x="526" y="1015"/>
                </a:lnTo>
                <a:lnTo>
                  <a:pt x="504" y="1006"/>
                </a:lnTo>
                <a:lnTo>
                  <a:pt x="504" y="1006"/>
                </a:lnTo>
                <a:lnTo>
                  <a:pt x="504" y="983"/>
                </a:lnTo>
                <a:lnTo>
                  <a:pt x="502" y="961"/>
                </a:lnTo>
                <a:lnTo>
                  <a:pt x="496" y="940"/>
                </a:lnTo>
                <a:lnTo>
                  <a:pt x="491" y="918"/>
                </a:lnTo>
                <a:lnTo>
                  <a:pt x="483" y="898"/>
                </a:lnTo>
                <a:lnTo>
                  <a:pt x="474" y="877"/>
                </a:lnTo>
                <a:lnTo>
                  <a:pt x="463" y="858"/>
                </a:lnTo>
                <a:lnTo>
                  <a:pt x="450" y="840"/>
                </a:lnTo>
                <a:lnTo>
                  <a:pt x="450" y="840"/>
                </a:lnTo>
                <a:lnTo>
                  <a:pt x="431" y="817"/>
                </a:lnTo>
                <a:lnTo>
                  <a:pt x="409" y="799"/>
                </a:lnTo>
                <a:lnTo>
                  <a:pt x="386" y="782"/>
                </a:lnTo>
                <a:lnTo>
                  <a:pt x="362" y="769"/>
                </a:lnTo>
                <a:lnTo>
                  <a:pt x="336" y="758"/>
                </a:lnTo>
                <a:lnTo>
                  <a:pt x="308" y="750"/>
                </a:lnTo>
                <a:lnTo>
                  <a:pt x="280" y="746"/>
                </a:lnTo>
                <a:lnTo>
                  <a:pt x="252" y="744"/>
                </a:lnTo>
                <a:lnTo>
                  <a:pt x="252" y="744"/>
                </a:lnTo>
                <a:lnTo>
                  <a:pt x="226" y="744"/>
                </a:lnTo>
                <a:lnTo>
                  <a:pt x="202" y="748"/>
                </a:lnTo>
                <a:lnTo>
                  <a:pt x="179" y="754"/>
                </a:lnTo>
                <a:lnTo>
                  <a:pt x="155" y="763"/>
                </a:lnTo>
                <a:lnTo>
                  <a:pt x="155" y="763"/>
                </a:lnTo>
                <a:lnTo>
                  <a:pt x="146" y="741"/>
                </a:lnTo>
                <a:lnTo>
                  <a:pt x="138" y="717"/>
                </a:lnTo>
                <a:lnTo>
                  <a:pt x="133" y="692"/>
                </a:lnTo>
                <a:lnTo>
                  <a:pt x="129" y="668"/>
                </a:lnTo>
                <a:lnTo>
                  <a:pt x="125" y="642"/>
                </a:lnTo>
                <a:lnTo>
                  <a:pt x="123" y="616"/>
                </a:lnTo>
                <a:lnTo>
                  <a:pt x="123" y="590"/>
                </a:lnTo>
                <a:lnTo>
                  <a:pt x="125" y="563"/>
                </a:lnTo>
                <a:lnTo>
                  <a:pt x="125" y="563"/>
                </a:lnTo>
                <a:lnTo>
                  <a:pt x="129" y="537"/>
                </a:lnTo>
                <a:lnTo>
                  <a:pt x="133" y="513"/>
                </a:lnTo>
                <a:lnTo>
                  <a:pt x="138" y="489"/>
                </a:lnTo>
                <a:lnTo>
                  <a:pt x="146" y="465"/>
                </a:lnTo>
                <a:lnTo>
                  <a:pt x="153" y="442"/>
                </a:lnTo>
                <a:lnTo>
                  <a:pt x="162" y="418"/>
                </a:lnTo>
                <a:lnTo>
                  <a:pt x="181" y="375"/>
                </a:lnTo>
                <a:lnTo>
                  <a:pt x="205" y="332"/>
                </a:lnTo>
                <a:lnTo>
                  <a:pt x="233" y="293"/>
                </a:lnTo>
                <a:lnTo>
                  <a:pt x="263" y="256"/>
                </a:lnTo>
                <a:lnTo>
                  <a:pt x="297" y="222"/>
                </a:lnTo>
                <a:lnTo>
                  <a:pt x="334" y="192"/>
                </a:lnTo>
                <a:lnTo>
                  <a:pt x="373" y="164"/>
                </a:lnTo>
                <a:lnTo>
                  <a:pt x="414" y="140"/>
                </a:lnTo>
                <a:lnTo>
                  <a:pt x="457" y="121"/>
                </a:lnTo>
                <a:lnTo>
                  <a:pt x="480" y="112"/>
                </a:lnTo>
                <a:lnTo>
                  <a:pt x="504" y="104"/>
                </a:lnTo>
                <a:lnTo>
                  <a:pt x="526" y="99"/>
                </a:lnTo>
                <a:lnTo>
                  <a:pt x="550" y="93"/>
                </a:lnTo>
                <a:lnTo>
                  <a:pt x="575" y="89"/>
                </a:lnTo>
                <a:lnTo>
                  <a:pt x="599" y="86"/>
                </a:lnTo>
                <a:lnTo>
                  <a:pt x="623" y="84"/>
                </a:lnTo>
                <a:lnTo>
                  <a:pt x="648" y="84"/>
                </a:lnTo>
                <a:lnTo>
                  <a:pt x="648" y="84"/>
                </a:lnTo>
                <a:lnTo>
                  <a:pt x="674" y="84"/>
                </a:lnTo>
                <a:lnTo>
                  <a:pt x="700" y="86"/>
                </a:lnTo>
                <a:lnTo>
                  <a:pt x="700" y="86"/>
                </a:lnTo>
                <a:lnTo>
                  <a:pt x="724" y="89"/>
                </a:lnTo>
                <a:lnTo>
                  <a:pt x="750" y="93"/>
                </a:lnTo>
                <a:lnTo>
                  <a:pt x="774" y="101"/>
                </a:lnTo>
                <a:lnTo>
                  <a:pt x="799" y="108"/>
                </a:lnTo>
                <a:lnTo>
                  <a:pt x="823" y="116"/>
                </a:lnTo>
                <a:lnTo>
                  <a:pt x="845" y="127"/>
                </a:lnTo>
                <a:lnTo>
                  <a:pt x="868" y="138"/>
                </a:lnTo>
                <a:lnTo>
                  <a:pt x="890" y="149"/>
                </a:lnTo>
                <a:lnTo>
                  <a:pt x="912" y="164"/>
                </a:lnTo>
                <a:lnTo>
                  <a:pt x="933" y="179"/>
                </a:lnTo>
                <a:lnTo>
                  <a:pt x="954" y="194"/>
                </a:lnTo>
                <a:lnTo>
                  <a:pt x="972" y="213"/>
                </a:lnTo>
                <a:lnTo>
                  <a:pt x="991" y="229"/>
                </a:lnTo>
                <a:lnTo>
                  <a:pt x="1008" y="250"/>
                </a:lnTo>
                <a:lnTo>
                  <a:pt x="1026" y="270"/>
                </a:lnTo>
                <a:lnTo>
                  <a:pt x="1041" y="293"/>
                </a:lnTo>
                <a:lnTo>
                  <a:pt x="1041" y="293"/>
                </a:lnTo>
                <a:lnTo>
                  <a:pt x="1056" y="313"/>
                </a:lnTo>
                <a:lnTo>
                  <a:pt x="1069" y="336"/>
                </a:lnTo>
                <a:lnTo>
                  <a:pt x="1080" y="358"/>
                </a:lnTo>
                <a:lnTo>
                  <a:pt x="1093" y="382"/>
                </a:lnTo>
                <a:lnTo>
                  <a:pt x="1103" y="407"/>
                </a:lnTo>
                <a:lnTo>
                  <a:pt x="1112" y="431"/>
                </a:lnTo>
                <a:lnTo>
                  <a:pt x="1120" y="455"/>
                </a:lnTo>
                <a:lnTo>
                  <a:pt x="1127" y="479"/>
                </a:lnTo>
                <a:lnTo>
                  <a:pt x="1133" y="506"/>
                </a:lnTo>
                <a:lnTo>
                  <a:pt x="1138" y="530"/>
                </a:lnTo>
                <a:lnTo>
                  <a:pt x="1142" y="556"/>
                </a:lnTo>
                <a:lnTo>
                  <a:pt x="1144" y="582"/>
                </a:lnTo>
                <a:lnTo>
                  <a:pt x="1146" y="608"/>
                </a:lnTo>
                <a:lnTo>
                  <a:pt x="1146" y="634"/>
                </a:lnTo>
                <a:lnTo>
                  <a:pt x="1146" y="659"/>
                </a:lnTo>
                <a:lnTo>
                  <a:pt x="1144" y="685"/>
                </a:lnTo>
                <a:lnTo>
                  <a:pt x="1144" y="685"/>
                </a:lnTo>
                <a:lnTo>
                  <a:pt x="1140" y="709"/>
                </a:lnTo>
                <a:lnTo>
                  <a:pt x="1136" y="731"/>
                </a:lnTo>
                <a:lnTo>
                  <a:pt x="1131" y="754"/>
                </a:lnTo>
                <a:lnTo>
                  <a:pt x="1125" y="774"/>
                </a:lnTo>
                <a:lnTo>
                  <a:pt x="1118" y="795"/>
                </a:lnTo>
                <a:lnTo>
                  <a:pt x="1110" y="815"/>
                </a:lnTo>
                <a:lnTo>
                  <a:pt x="1101" y="834"/>
                </a:lnTo>
                <a:lnTo>
                  <a:pt x="1092" y="853"/>
                </a:lnTo>
                <a:lnTo>
                  <a:pt x="1080" y="870"/>
                </a:lnTo>
                <a:lnTo>
                  <a:pt x="1067" y="886"/>
                </a:lnTo>
                <a:lnTo>
                  <a:pt x="1054" y="903"/>
                </a:lnTo>
                <a:lnTo>
                  <a:pt x="1041" y="918"/>
                </a:lnTo>
                <a:lnTo>
                  <a:pt x="1026" y="931"/>
                </a:lnTo>
                <a:lnTo>
                  <a:pt x="1011" y="944"/>
                </a:lnTo>
                <a:lnTo>
                  <a:pt x="995" y="957"/>
                </a:lnTo>
                <a:lnTo>
                  <a:pt x="978" y="968"/>
                </a:lnTo>
                <a:lnTo>
                  <a:pt x="978" y="968"/>
                </a:lnTo>
                <a:lnTo>
                  <a:pt x="959" y="978"/>
                </a:lnTo>
                <a:lnTo>
                  <a:pt x="940" y="987"/>
                </a:lnTo>
                <a:lnTo>
                  <a:pt x="899" y="1004"/>
                </a:lnTo>
                <a:lnTo>
                  <a:pt x="856" y="1015"/>
                </a:lnTo>
                <a:lnTo>
                  <a:pt x="810" y="1024"/>
                </a:lnTo>
                <a:lnTo>
                  <a:pt x="810" y="1024"/>
                </a:lnTo>
                <a:close/>
                <a:moveTo>
                  <a:pt x="297" y="1196"/>
                </a:moveTo>
                <a:lnTo>
                  <a:pt x="297" y="1196"/>
                </a:lnTo>
                <a:lnTo>
                  <a:pt x="304" y="1241"/>
                </a:lnTo>
                <a:lnTo>
                  <a:pt x="308" y="1288"/>
                </a:lnTo>
                <a:lnTo>
                  <a:pt x="310" y="1334"/>
                </a:lnTo>
                <a:lnTo>
                  <a:pt x="308" y="1381"/>
                </a:lnTo>
                <a:lnTo>
                  <a:pt x="304" y="1426"/>
                </a:lnTo>
                <a:lnTo>
                  <a:pt x="299" y="1444"/>
                </a:lnTo>
                <a:lnTo>
                  <a:pt x="295" y="1465"/>
                </a:lnTo>
                <a:lnTo>
                  <a:pt x="289" y="1482"/>
                </a:lnTo>
                <a:lnTo>
                  <a:pt x="282" y="1498"/>
                </a:lnTo>
                <a:lnTo>
                  <a:pt x="274" y="1513"/>
                </a:lnTo>
                <a:lnTo>
                  <a:pt x="265" y="1526"/>
                </a:lnTo>
                <a:lnTo>
                  <a:pt x="265" y="1526"/>
                </a:lnTo>
                <a:lnTo>
                  <a:pt x="252" y="1539"/>
                </a:lnTo>
                <a:lnTo>
                  <a:pt x="237" y="1549"/>
                </a:lnTo>
                <a:lnTo>
                  <a:pt x="220" y="1554"/>
                </a:lnTo>
                <a:lnTo>
                  <a:pt x="202" y="1556"/>
                </a:lnTo>
                <a:lnTo>
                  <a:pt x="202" y="1556"/>
                </a:lnTo>
                <a:lnTo>
                  <a:pt x="202" y="1556"/>
                </a:lnTo>
                <a:lnTo>
                  <a:pt x="179" y="1554"/>
                </a:lnTo>
                <a:lnTo>
                  <a:pt x="179" y="1554"/>
                </a:lnTo>
                <a:lnTo>
                  <a:pt x="155" y="1547"/>
                </a:lnTo>
                <a:lnTo>
                  <a:pt x="146" y="1543"/>
                </a:lnTo>
                <a:lnTo>
                  <a:pt x="136" y="1538"/>
                </a:lnTo>
                <a:lnTo>
                  <a:pt x="127" y="1532"/>
                </a:lnTo>
                <a:lnTo>
                  <a:pt x="119" y="1526"/>
                </a:lnTo>
                <a:lnTo>
                  <a:pt x="112" y="1519"/>
                </a:lnTo>
                <a:lnTo>
                  <a:pt x="106" y="1510"/>
                </a:lnTo>
                <a:lnTo>
                  <a:pt x="106" y="1510"/>
                </a:lnTo>
                <a:lnTo>
                  <a:pt x="99" y="1495"/>
                </a:lnTo>
                <a:lnTo>
                  <a:pt x="95" y="1476"/>
                </a:lnTo>
                <a:lnTo>
                  <a:pt x="91" y="1459"/>
                </a:lnTo>
                <a:lnTo>
                  <a:pt x="91" y="1439"/>
                </a:lnTo>
                <a:lnTo>
                  <a:pt x="93" y="1420"/>
                </a:lnTo>
                <a:lnTo>
                  <a:pt x="95" y="1400"/>
                </a:lnTo>
                <a:lnTo>
                  <a:pt x="99" y="1381"/>
                </a:lnTo>
                <a:lnTo>
                  <a:pt x="105" y="1364"/>
                </a:lnTo>
                <a:lnTo>
                  <a:pt x="105" y="1364"/>
                </a:lnTo>
                <a:lnTo>
                  <a:pt x="131" y="1273"/>
                </a:lnTo>
                <a:lnTo>
                  <a:pt x="131" y="1273"/>
                </a:lnTo>
                <a:lnTo>
                  <a:pt x="162" y="1174"/>
                </a:lnTo>
                <a:lnTo>
                  <a:pt x="162" y="1174"/>
                </a:lnTo>
                <a:lnTo>
                  <a:pt x="164" y="1161"/>
                </a:lnTo>
                <a:lnTo>
                  <a:pt x="162" y="1148"/>
                </a:lnTo>
                <a:lnTo>
                  <a:pt x="157" y="1136"/>
                </a:lnTo>
                <a:lnTo>
                  <a:pt x="147" y="1127"/>
                </a:lnTo>
                <a:lnTo>
                  <a:pt x="147" y="1127"/>
                </a:lnTo>
                <a:lnTo>
                  <a:pt x="133" y="1114"/>
                </a:lnTo>
                <a:lnTo>
                  <a:pt x="119" y="1099"/>
                </a:lnTo>
                <a:lnTo>
                  <a:pt x="119" y="1099"/>
                </a:lnTo>
                <a:lnTo>
                  <a:pt x="110" y="1086"/>
                </a:lnTo>
                <a:lnTo>
                  <a:pt x="101" y="1073"/>
                </a:lnTo>
                <a:lnTo>
                  <a:pt x="95" y="1058"/>
                </a:lnTo>
                <a:lnTo>
                  <a:pt x="90" y="1041"/>
                </a:lnTo>
                <a:lnTo>
                  <a:pt x="86" y="1026"/>
                </a:lnTo>
                <a:lnTo>
                  <a:pt x="84" y="1009"/>
                </a:lnTo>
                <a:lnTo>
                  <a:pt x="84" y="993"/>
                </a:lnTo>
                <a:lnTo>
                  <a:pt x="84" y="976"/>
                </a:lnTo>
                <a:lnTo>
                  <a:pt x="84" y="976"/>
                </a:lnTo>
                <a:lnTo>
                  <a:pt x="88" y="959"/>
                </a:lnTo>
                <a:lnTo>
                  <a:pt x="91" y="944"/>
                </a:lnTo>
                <a:lnTo>
                  <a:pt x="97" y="929"/>
                </a:lnTo>
                <a:lnTo>
                  <a:pt x="105" y="914"/>
                </a:lnTo>
                <a:lnTo>
                  <a:pt x="114" y="899"/>
                </a:lnTo>
                <a:lnTo>
                  <a:pt x="123" y="886"/>
                </a:lnTo>
                <a:lnTo>
                  <a:pt x="134" y="875"/>
                </a:lnTo>
                <a:lnTo>
                  <a:pt x="147" y="864"/>
                </a:lnTo>
                <a:lnTo>
                  <a:pt x="147" y="864"/>
                </a:lnTo>
                <a:lnTo>
                  <a:pt x="159" y="856"/>
                </a:lnTo>
                <a:lnTo>
                  <a:pt x="172" y="849"/>
                </a:lnTo>
                <a:lnTo>
                  <a:pt x="183" y="842"/>
                </a:lnTo>
                <a:lnTo>
                  <a:pt x="196" y="838"/>
                </a:lnTo>
                <a:lnTo>
                  <a:pt x="209" y="832"/>
                </a:lnTo>
                <a:lnTo>
                  <a:pt x="224" y="830"/>
                </a:lnTo>
                <a:lnTo>
                  <a:pt x="237" y="828"/>
                </a:lnTo>
                <a:lnTo>
                  <a:pt x="252" y="828"/>
                </a:lnTo>
                <a:lnTo>
                  <a:pt x="252" y="828"/>
                </a:lnTo>
                <a:lnTo>
                  <a:pt x="271" y="828"/>
                </a:lnTo>
                <a:lnTo>
                  <a:pt x="289" y="832"/>
                </a:lnTo>
                <a:lnTo>
                  <a:pt x="308" y="838"/>
                </a:lnTo>
                <a:lnTo>
                  <a:pt x="325" y="845"/>
                </a:lnTo>
                <a:lnTo>
                  <a:pt x="341" y="855"/>
                </a:lnTo>
                <a:lnTo>
                  <a:pt x="356" y="864"/>
                </a:lnTo>
                <a:lnTo>
                  <a:pt x="371" y="877"/>
                </a:lnTo>
                <a:lnTo>
                  <a:pt x="384" y="892"/>
                </a:lnTo>
                <a:lnTo>
                  <a:pt x="384" y="892"/>
                </a:lnTo>
                <a:lnTo>
                  <a:pt x="394" y="905"/>
                </a:lnTo>
                <a:lnTo>
                  <a:pt x="401" y="920"/>
                </a:lnTo>
                <a:lnTo>
                  <a:pt x="409" y="935"/>
                </a:lnTo>
                <a:lnTo>
                  <a:pt x="414" y="950"/>
                </a:lnTo>
                <a:lnTo>
                  <a:pt x="416" y="967"/>
                </a:lnTo>
                <a:lnTo>
                  <a:pt x="420" y="983"/>
                </a:lnTo>
                <a:lnTo>
                  <a:pt x="420" y="998"/>
                </a:lnTo>
                <a:lnTo>
                  <a:pt x="418" y="1015"/>
                </a:lnTo>
                <a:lnTo>
                  <a:pt x="418" y="1015"/>
                </a:lnTo>
                <a:lnTo>
                  <a:pt x="416" y="1032"/>
                </a:lnTo>
                <a:lnTo>
                  <a:pt x="411" y="1049"/>
                </a:lnTo>
                <a:lnTo>
                  <a:pt x="405" y="1064"/>
                </a:lnTo>
                <a:lnTo>
                  <a:pt x="397" y="1079"/>
                </a:lnTo>
                <a:lnTo>
                  <a:pt x="390" y="1092"/>
                </a:lnTo>
                <a:lnTo>
                  <a:pt x="379" y="1105"/>
                </a:lnTo>
                <a:lnTo>
                  <a:pt x="368" y="1118"/>
                </a:lnTo>
                <a:lnTo>
                  <a:pt x="356" y="1127"/>
                </a:lnTo>
                <a:lnTo>
                  <a:pt x="356" y="1127"/>
                </a:lnTo>
                <a:lnTo>
                  <a:pt x="340" y="1140"/>
                </a:lnTo>
                <a:lnTo>
                  <a:pt x="321" y="1149"/>
                </a:lnTo>
                <a:lnTo>
                  <a:pt x="321" y="1149"/>
                </a:lnTo>
                <a:lnTo>
                  <a:pt x="313" y="1153"/>
                </a:lnTo>
                <a:lnTo>
                  <a:pt x="308" y="1157"/>
                </a:lnTo>
                <a:lnTo>
                  <a:pt x="304" y="1163"/>
                </a:lnTo>
                <a:lnTo>
                  <a:pt x="300" y="1168"/>
                </a:lnTo>
                <a:lnTo>
                  <a:pt x="297" y="1176"/>
                </a:lnTo>
                <a:lnTo>
                  <a:pt x="297" y="1181"/>
                </a:lnTo>
                <a:lnTo>
                  <a:pt x="295" y="1189"/>
                </a:lnTo>
                <a:lnTo>
                  <a:pt x="297" y="1196"/>
                </a:lnTo>
                <a:lnTo>
                  <a:pt x="297" y="1196"/>
                </a:lnTo>
                <a:close/>
                <a:moveTo>
                  <a:pt x="384" y="1211"/>
                </a:moveTo>
                <a:lnTo>
                  <a:pt x="384" y="1211"/>
                </a:lnTo>
                <a:lnTo>
                  <a:pt x="407" y="1194"/>
                </a:lnTo>
                <a:lnTo>
                  <a:pt x="407" y="1194"/>
                </a:lnTo>
                <a:lnTo>
                  <a:pt x="427" y="1176"/>
                </a:lnTo>
                <a:lnTo>
                  <a:pt x="427" y="1176"/>
                </a:lnTo>
                <a:lnTo>
                  <a:pt x="409" y="1215"/>
                </a:lnTo>
                <a:lnTo>
                  <a:pt x="390" y="1256"/>
                </a:lnTo>
                <a:lnTo>
                  <a:pt x="390" y="1256"/>
                </a:lnTo>
                <a:lnTo>
                  <a:pt x="384" y="1211"/>
                </a:lnTo>
                <a:lnTo>
                  <a:pt x="384" y="1211"/>
                </a:lnTo>
                <a:close/>
                <a:moveTo>
                  <a:pt x="606" y="2469"/>
                </a:moveTo>
                <a:lnTo>
                  <a:pt x="606" y="2469"/>
                </a:lnTo>
                <a:lnTo>
                  <a:pt x="605" y="2575"/>
                </a:lnTo>
                <a:lnTo>
                  <a:pt x="603" y="2682"/>
                </a:lnTo>
                <a:lnTo>
                  <a:pt x="603" y="2682"/>
                </a:lnTo>
                <a:lnTo>
                  <a:pt x="599" y="2700"/>
                </a:lnTo>
                <a:lnTo>
                  <a:pt x="599" y="2700"/>
                </a:lnTo>
                <a:lnTo>
                  <a:pt x="593" y="2670"/>
                </a:lnTo>
                <a:lnTo>
                  <a:pt x="593" y="2670"/>
                </a:lnTo>
                <a:lnTo>
                  <a:pt x="590" y="2648"/>
                </a:lnTo>
                <a:lnTo>
                  <a:pt x="586" y="2620"/>
                </a:lnTo>
                <a:lnTo>
                  <a:pt x="582" y="2558"/>
                </a:lnTo>
                <a:lnTo>
                  <a:pt x="582" y="2488"/>
                </a:lnTo>
                <a:lnTo>
                  <a:pt x="582" y="2409"/>
                </a:lnTo>
                <a:lnTo>
                  <a:pt x="586" y="2331"/>
                </a:lnTo>
                <a:lnTo>
                  <a:pt x="590" y="2256"/>
                </a:lnTo>
                <a:lnTo>
                  <a:pt x="597" y="2187"/>
                </a:lnTo>
                <a:lnTo>
                  <a:pt x="605" y="2131"/>
                </a:lnTo>
                <a:lnTo>
                  <a:pt x="605" y="2131"/>
                </a:lnTo>
                <a:lnTo>
                  <a:pt x="608" y="2163"/>
                </a:lnTo>
                <a:lnTo>
                  <a:pt x="610" y="2202"/>
                </a:lnTo>
                <a:lnTo>
                  <a:pt x="610" y="2290"/>
                </a:lnTo>
                <a:lnTo>
                  <a:pt x="610" y="2381"/>
                </a:lnTo>
                <a:lnTo>
                  <a:pt x="606" y="2469"/>
                </a:lnTo>
                <a:lnTo>
                  <a:pt x="606" y="246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0" name="任意多边形 89"/>
          <p:cNvSpPr/>
          <p:nvPr>
            <p:custDataLst>
              <p:tags r:id="rId22"/>
            </p:custDataLst>
          </p:nvPr>
        </p:nvSpPr>
        <p:spPr bwMode="auto">
          <a:xfrm flipH="1">
            <a:off x="8096365" y="3147757"/>
            <a:ext cx="159434" cy="222069"/>
          </a:xfrm>
          <a:custGeom>
            <a:avLst/>
            <a:gdLst>
              <a:gd name="T0" fmla="*/ 6 w 280"/>
              <a:gd name="T1" fmla="*/ 71 h 390"/>
              <a:gd name="T2" fmla="*/ 6 w 280"/>
              <a:gd name="T3" fmla="*/ 75 h 390"/>
              <a:gd name="T4" fmla="*/ 30 w 280"/>
              <a:gd name="T5" fmla="*/ 205 h 390"/>
              <a:gd name="T6" fmla="*/ 53 w 280"/>
              <a:gd name="T7" fmla="*/ 355 h 390"/>
              <a:gd name="T8" fmla="*/ 54 w 280"/>
              <a:gd name="T9" fmla="*/ 362 h 390"/>
              <a:gd name="T10" fmla="*/ 64 w 280"/>
              <a:gd name="T11" fmla="*/ 379 h 390"/>
              <a:gd name="T12" fmla="*/ 71 w 280"/>
              <a:gd name="T13" fmla="*/ 385 h 390"/>
              <a:gd name="T14" fmla="*/ 94 w 280"/>
              <a:gd name="T15" fmla="*/ 390 h 390"/>
              <a:gd name="T16" fmla="*/ 107 w 280"/>
              <a:gd name="T17" fmla="*/ 388 h 390"/>
              <a:gd name="T18" fmla="*/ 133 w 280"/>
              <a:gd name="T19" fmla="*/ 379 h 390"/>
              <a:gd name="T20" fmla="*/ 176 w 280"/>
              <a:gd name="T21" fmla="*/ 360 h 390"/>
              <a:gd name="T22" fmla="*/ 211 w 280"/>
              <a:gd name="T23" fmla="*/ 338 h 390"/>
              <a:gd name="T24" fmla="*/ 237 w 280"/>
              <a:gd name="T25" fmla="*/ 315 h 390"/>
              <a:gd name="T26" fmla="*/ 256 w 280"/>
              <a:gd name="T27" fmla="*/ 293 h 390"/>
              <a:gd name="T28" fmla="*/ 269 w 280"/>
              <a:gd name="T29" fmla="*/ 271 h 390"/>
              <a:gd name="T30" fmla="*/ 278 w 280"/>
              <a:gd name="T31" fmla="*/ 239 h 390"/>
              <a:gd name="T32" fmla="*/ 280 w 280"/>
              <a:gd name="T33" fmla="*/ 218 h 390"/>
              <a:gd name="T34" fmla="*/ 275 w 280"/>
              <a:gd name="T35" fmla="*/ 179 h 390"/>
              <a:gd name="T36" fmla="*/ 263 w 280"/>
              <a:gd name="T37" fmla="*/ 144 h 390"/>
              <a:gd name="T38" fmla="*/ 245 w 280"/>
              <a:gd name="T39" fmla="*/ 110 h 390"/>
              <a:gd name="T40" fmla="*/ 219 w 280"/>
              <a:gd name="T41" fmla="*/ 80 h 390"/>
              <a:gd name="T42" fmla="*/ 187 w 280"/>
              <a:gd name="T43" fmla="*/ 54 h 390"/>
              <a:gd name="T44" fmla="*/ 148 w 280"/>
              <a:gd name="T45" fmla="*/ 32 h 390"/>
              <a:gd name="T46" fmla="*/ 103 w 280"/>
              <a:gd name="T47" fmla="*/ 15 h 390"/>
              <a:gd name="T48" fmla="*/ 51 w 280"/>
              <a:gd name="T49" fmla="*/ 2 h 390"/>
              <a:gd name="T50" fmla="*/ 41 w 280"/>
              <a:gd name="T51" fmla="*/ 0 h 390"/>
              <a:gd name="T52" fmla="*/ 21 w 280"/>
              <a:gd name="T53" fmla="*/ 6 h 390"/>
              <a:gd name="T54" fmla="*/ 13 w 280"/>
              <a:gd name="T55" fmla="*/ 13 h 390"/>
              <a:gd name="T56" fmla="*/ 2 w 280"/>
              <a:gd name="T57" fmla="*/ 30 h 390"/>
              <a:gd name="T58" fmla="*/ 2 w 280"/>
              <a:gd name="T59" fmla="*/ 50 h 390"/>
              <a:gd name="T60" fmla="*/ 6 w 280"/>
              <a:gd name="T61" fmla="*/ 71 h 390"/>
              <a:gd name="T62" fmla="*/ 129 w 280"/>
              <a:gd name="T63" fmla="*/ 289 h 390"/>
              <a:gd name="T64" fmla="*/ 114 w 280"/>
              <a:gd name="T65" fmla="*/ 192 h 390"/>
              <a:gd name="T66" fmla="*/ 97 w 280"/>
              <a:gd name="T67" fmla="*/ 103 h 390"/>
              <a:gd name="T68" fmla="*/ 140 w 280"/>
              <a:gd name="T69" fmla="*/ 123 h 390"/>
              <a:gd name="T70" fmla="*/ 170 w 280"/>
              <a:gd name="T71" fmla="*/ 151 h 390"/>
              <a:gd name="T72" fmla="*/ 189 w 280"/>
              <a:gd name="T73" fmla="*/ 183 h 390"/>
              <a:gd name="T74" fmla="*/ 196 w 280"/>
              <a:gd name="T75" fmla="*/ 220 h 390"/>
              <a:gd name="T76" fmla="*/ 194 w 280"/>
              <a:gd name="T77" fmla="*/ 231 h 390"/>
              <a:gd name="T78" fmla="*/ 183 w 280"/>
              <a:gd name="T79" fmla="*/ 252 h 390"/>
              <a:gd name="T80" fmla="*/ 165 w 280"/>
              <a:gd name="T81" fmla="*/ 269 h 390"/>
              <a:gd name="T82" fmla="*/ 129 w 280"/>
              <a:gd name="T83" fmla="*/ 289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80" h="390">
                <a:moveTo>
                  <a:pt x="6" y="71"/>
                </a:moveTo>
                <a:lnTo>
                  <a:pt x="6" y="71"/>
                </a:lnTo>
                <a:lnTo>
                  <a:pt x="6" y="75"/>
                </a:lnTo>
                <a:lnTo>
                  <a:pt x="6" y="75"/>
                </a:lnTo>
                <a:lnTo>
                  <a:pt x="19" y="136"/>
                </a:lnTo>
                <a:lnTo>
                  <a:pt x="30" y="205"/>
                </a:lnTo>
                <a:lnTo>
                  <a:pt x="41" y="276"/>
                </a:lnTo>
                <a:lnTo>
                  <a:pt x="53" y="355"/>
                </a:lnTo>
                <a:lnTo>
                  <a:pt x="53" y="355"/>
                </a:lnTo>
                <a:lnTo>
                  <a:pt x="54" y="362"/>
                </a:lnTo>
                <a:lnTo>
                  <a:pt x="58" y="371"/>
                </a:lnTo>
                <a:lnTo>
                  <a:pt x="64" y="379"/>
                </a:lnTo>
                <a:lnTo>
                  <a:pt x="71" y="385"/>
                </a:lnTo>
                <a:lnTo>
                  <a:pt x="71" y="385"/>
                </a:lnTo>
                <a:lnTo>
                  <a:pt x="82" y="388"/>
                </a:lnTo>
                <a:lnTo>
                  <a:pt x="94" y="390"/>
                </a:lnTo>
                <a:lnTo>
                  <a:pt x="94" y="390"/>
                </a:lnTo>
                <a:lnTo>
                  <a:pt x="107" y="388"/>
                </a:lnTo>
                <a:lnTo>
                  <a:pt x="107" y="388"/>
                </a:lnTo>
                <a:lnTo>
                  <a:pt x="133" y="379"/>
                </a:lnTo>
                <a:lnTo>
                  <a:pt x="155" y="370"/>
                </a:lnTo>
                <a:lnTo>
                  <a:pt x="176" y="360"/>
                </a:lnTo>
                <a:lnTo>
                  <a:pt x="194" y="349"/>
                </a:lnTo>
                <a:lnTo>
                  <a:pt x="211" y="338"/>
                </a:lnTo>
                <a:lnTo>
                  <a:pt x="226" y="327"/>
                </a:lnTo>
                <a:lnTo>
                  <a:pt x="237" y="315"/>
                </a:lnTo>
                <a:lnTo>
                  <a:pt x="249" y="304"/>
                </a:lnTo>
                <a:lnTo>
                  <a:pt x="256" y="293"/>
                </a:lnTo>
                <a:lnTo>
                  <a:pt x="263" y="282"/>
                </a:lnTo>
                <a:lnTo>
                  <a:pt x="269" y="271"/>
                </a:lnTo>
                <a:lnTo>
                  <a:pt x="273" y="259"/>
                </a:lnTo>
                <a:lnTo>
                  <a:pt x="278" y="239"/>
                </a:lnTo>
                <a:lnTo>
                  <a:pt x="280" y="218"/>
                </a:lnTo>
                <a:lnTo>
                  <a:pt x="280" y="218"/>
                </a:lnTo>
                <a:lnTo>
                  <a:pt x="278" y="200"/>
                </a:lnTo>
                <a:lnTo>
                  <a:pt x="275" y="179"/>
                </a:lnTo>
                <a:lnTo>
                  <a:pt x="271" y="161"/>
                </a:lnTo>
                <a:lnTo>
                  <a:pt x="263" y="144"/>
                </a:lnTo>
                <a:lnTo>
                  <a:pt x="254" y="125"/>
                </a:lnTo>
                <a:lnTo>
                  <a:pt x="245" y="110"/>
                </a:lnTo>
                <a:lnTo>
                  <a:pt x="234" y="95"/>
                </a:lnTo>
                <a:lnTo>
                  <a:pt x="219" y="80"/>
                </a:lnTo>
                <a:lnTo>
                  <a:pt x="204" y="67"/>
                </a:lnTo>
                <a:lnTo>
                  <a:pt x="187" y="54"/>
                </a:lnTo>
                <a:lnTo>
                  <a:pt x="168" y="43"/>
                </a:lnTo>
                <a:lnTo>
                  <a:pt x="148" y="32"/>
                </a:lnTo>
                <a:lnTo>
                  <a:pt x="125" y="22"/>
                </a:lnTo>
                <a:lnTo>
                  <a:pt x="103" y="15"/>
                </a:lnTo>
                <a:lnTo>
                  <a:pt x="79" y="8"/>
                </a:lnTo>
                <a:lnTo>
                  <a:pt x="51" y="2"/>
                </a:lnTo>
                <a:lnTo>
                  <a:pt x="51" y="2"/>
                </a:lnTo>
                <a:lnTo>
                  <a:pt x="41" y="0"/>
                </a:lnTo>
                <a:lnTo>
                  <a:pt x="30" y="2"/>
                </a:lnTo>
                <a:lnTo>
                  <a:pt x="21" y="6"/>
                </a:lnTo>
                <a:lnTo>
                  <a:pt x="13" y="13"/>
                </a:lnTo>
                <a:lnTo>
                  <a:pt x="13" y="13"/>
                </a:lnTo>
                <a:lnTo>
                  <a:pt x="8" y="21"/>
                </a:lnTo>
                <a:lnTo>
                  <a:pt x="2" y="30"/>
                </a:lnTo>
                <a:lnTo>
                  <a:pt x="0" y="39"/>
                </a:lnTo>
                <a:lnTo>
                  <a:pt x="2" y="50"/>
                </a:lnTo>
                <a:lnTo>
                  <a:pt x="2" y="50"/>
                </a:lnTo>
                <a:lnTo>
                  <a:pt x="6" y="71"/>
                </a:lnTo>
                <a:lnTo>
                  <a:pt x="6" y="71"/>
                </a:lnTo>
                <a:close/>
                <a:moveTo>
                  <a:pt x="129" y="289"/>
                </a:moveTo>
                <a:lnTo>
                  <a:pt x="129" y="289"/>
                </a:lnTo>
                <a:lnTo>
                  <a:pt x="114" y="192"/>
                </a:lnTo>
                <a:lnTo>
                  <a:pt x="97" y="103"/>
                </a:lnTo>
                <a:lnTo>
                  <a:pt x="97" y="103"/>
                </a:lnTo>
                <a:lnTo>
                  <a:pt x="120" y="112"/>
                </a:lnTo>
                <a:lnTo>
                  <a:pt x="140" y="123"/>
                </a:lnTo>
                <a:lnTo>
                  <a:pt x="157" y="136"/>
                </a:lnTo>
                <a:lnTo>
                  <a:pt x="170" y="151"/>
                </a:lnTo>
                <a:lnTo>
                  <a:pt x="181" y="166"/>
                </a:lnTo>
                <a:lnTo>
                  <a:pt x="189" y="183"/>
                </a:lnTo>
                <a:lnTo>
                  <a:pt x="194" y="202"/>
                </a:lnTo>
                <a:lnTo>
                  <a:pt x="196" y="220"/>
                </a:lnTo>
                <a:lnTo>
                  <a:pt x="196" y="220"/>
                </a:lnTo>
                <a:lnTo>
                  <a:pt x="194" y="231"/>
                </a:lnTo>
                <a:lnTo>
                  <a:pt x="191" y="241"/>
                </a:lnTo>
                <a:lnTo>
                  <a:pt x="183" y="252"/>
                </a:lnTo>
                <a:lnTo>
                  <a:pt x="174" y="259"/>
                </a:lnTo>
                <a:lnTo>
                  <a:pt x="165" y="269"/>
                </a:lnTo>
                <a:lnTo>
                  <a:pt x="153" y="276"/>
                </a:lnTo>
                <a:lnTo>
                  <a:pt x="129" y="289"/>
                </a:lnTo>
                <a:lnTo>
                  <a:pt x="129" y="2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1" name="任意多边形 90"/>
          <p:cNvSpPr/>
          <p:nvPr>
            <p:custDataLst>
              <p:tags r:id="rId23"/>
            </p:custDataLst>
          </p:nvPr>
        </p:nvSpPr>
        <p:spPr bwMode="auto">
          <a:xfrm flipH="1">
            <a:off x="8472175" y="2605681"/>
            <a:ext cx="72884" cy="116159"/>
          </a:xfrm>
          <a:custGeom>
            <a:avLst/>
            <a:gdLst>
              <a:gd name="T0" fmla="*/ 71 w 127"/>
              <a:gd name="T1" fmla="*/ 0 h 204"/>
              <a:gd name="T2" fmla="*/ 71 w 127"/>
              <a:gd name="T3" fmla="*/ 0 h 204"/>
              <a:gd name="T4" fmla="*/ 58 w 127"/>
              <a:gd name="T5" fmla="*/ 0 h 204"/>
              <a:gd name="T6" fmla="*/ 46 w 127"/>
              <a:gd name="T7" fmla="*/ 4 h 204"/>
              <a:gd name="T8" fmla="*/ 35 w 127"/>
              <a:gd name="T9" fmla="*/ 10 h 204"/>
              <a:gd name="T10" fmla="*/ 26 w 127"/>
              <a:gd name="T11" fmla="*/ 15 h 204"/>
              <a:gd name="T12" fmla="*/ 18 w 127"/>
              <a:gd name="T13" fmla="*/ 25 h 204"/>
              <a:gd name="T14" fmla="*/ 11 w 127"/>
              <a:gd name="T15" fmla="*/ 34 h 204"/>
              <a:gd name="T16" fmla="*/ 7 w 127"/>
              <a:gd name="T17" fmla="*/ 47 h 204"/>
              <a:gd name="T18" fmla="*/ 5 w 127"/>
              <a:gd name="T19" fmla="*/ 58 h 204"/>
              <a:gd name="T20" fmla="*/ 0 w 127"/>
              <a:gd name="T21" fmla="*/ 137 h 204"/>
              <a:gd name="T22" fmla="*/ 0 w 127"/>
              <a:gd name="T23" fmla="*/ 137 h 204"/>
              <a:gd name="T24" fmla="*/ 0 w 127"/>
              <a:gd name="T25" fmla="*/ 150 h 204"/>
              <a:gd name="T26" fmla="*/ 2 w 127"/>
              <a:gd name="T27" fmla="*/ 161 h 204"/>
              <a:gd name="T28" fmla="*/ 7 w 127"/>
              <a:gd name="T29" fmla="*/ 172 h 204"/>
              <a:gd name="T30" fmla="*/ 13 w 127"/>
              <a:gd name="T31" fmla="*/ 181 h 204"/>
              <a:gd name="T32" fmla="*/ 22 w 127"/>
              <a:gd name="T33" fmla="*/ 191 h 204"/>
              <a:gd name="T34" fmla="*/ 32 w 127"/>
              <a:gd name="T35" fmla="*/ 196 h 204"/>
              <a:gd name="T36" fmla="*/ 43 w 127"/>
              <a:gd name="T37" fmla="*/ 202 h 204"/>
              <a:gd name="T38" fmla="*/ 56 w 127"/>
              <a:gd name="T39" fmla="*/ 204 h 204"/>
              <a:gd name="T40" fmla="*/ 56 w 127"/>
              <a:gd name="T41" fmla="*/ 204 h 204"/>
              <a:gd name="T42" fmla="*/ 69 w 127"/>
              <a:gd name="T43" fmla="*/ 204 h 204"/>
              <a:gd name="T44" fmla="*/ 80 w 127"/>
              <a:gd name="T45" fmla="*/ 200 h 204"/>
              <a:gd name="T46" fmla="*/ 91 w 127"/>
              <a:gd name="T47" fmla="*/ 194 h 204"/>
              <a:gd name="T48" fmla="*/ 101 w 127"/>
              <a:gd name="T49" fmla="*/ 189 h 204"/>
              <a:gd name="T50" fmla="*/ 108 w 127"/>
              <a:gd name="T51" fmla="*/ 179 h 204"/>
              <a:gd name="T52" fmla="*/ 114 w 127"/>
              <a:gd name="T53" fmla="*/ 170 h 204"/>
              <a:gd name="T54" fmla="*/ 119 w 127"/>
              <a:gd name="T55" fmla="*/ 157 h 204"/>
              <a:gd name="T56" fmla="*/ 121 w 127"/>
              <a:gd name="T57" fmla="*/ 146 h 204"/>
              <a:gd name="T58" fmla="*/ 127 w 127"/>
              <a:gd name="T59" fmla="*/ 68 h 204"/>
              <a:gd name="T60" fmla="*/ 127 w 127"/>
              <a:gd name="T61" fmla="*/ 68 h 204"/>
              <a:gd name="T62" fmla="*/ 127 w 127"/>
              <a:gd name="T63" fmla="*/ 54 h 204"/>
              <a:gd name="T64" fmla="*/ 123 w 127"/>
              <a:gd name="T65" fmla="*/ 43 h 204"/>
              <a:gd name="T66" fmla="*/ 119 w 127"/>
              <a:gd name="T67" fmla="*/ 32 h 204"/>
              <a:gd name="T68" fmla="*/ 112 w 127"/>
              <a:gd name="T69" fmla="*/ 23 h 204"/>
              <a:gd name="T70" fmla="*/ 104 w 127"/>
              <a:gd name="T71" fmla="*/ 13 h 204"/>
              <a:gd name="T72" fmla="*/ 95 w 127"/>
              <a:gd name="T73" fmla="*/ 8 h 204"/>
              <a:gd name="T74" fmla="*/ 84 w 127"/>
              <a:gd name="T75" fmla="*/ 2 h 204"/>
              <a:gd name="T76" fmla="*/ 71 w 127"/>
              <a:gd name="T77" fmla="*/ 0 h 204"/>
              <a:gd name="T78" fmla="*/ 71 w 127"/>
              <a:gd name="T79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7" h="204">
                <a:moveTo>
                  <a:pt x="71" y="0"/>
                </a:moveTo>
                <a:lnTo>
                  <a:pt x="71" y="0"/>
                </a:lnTo>
                <a:lnTo>
                  <a:pt x="58" y="0"/>
                </a:lnTo>
                <a:lnTo>
                  <a:pt x="46" y="4"/>
                </a:lnTo>
                <a:lnTo>
                  <a:pt x="35" y="10"/>
                </a:lnTo>
                <a:lnTo>
                  <a:pt x="26" y="15"/>
                </a:lnTo>
                <a:lnTo>
                  <a:pt x="18" y="25"/>
                </a:lnTo>
                <a:lnTo>
                  <a:pt x="11" y="34"/>
                </a:lnTo>
                <a:lnTo>
                  <a:pt x="7" y="47"/>
                </a:lnTo>
                <a:lnTo>
                  <a:pt x="5" y="58"/>
                </a:lnTo>
                <a:lnTo>
                  <a:pt x="0" y="137"/>
                </a:lnTo>
                <a:lnTo>
                  <a:pt x="0" y="137"/>
                </a:lnTo>
                <a:lnTo>
                  <a:pt x="0" y="150"/>
                </a:lnTo>
                <a:lnTo>
                  <a:pt x="2" y="161"/>
                </a:lnTo>
                <a:lnTo>
                  <a:pt x="7" y="172"/>
                </a:lnTo>
                <a:lnTo>
                  <a:pt x="13" y="181"/>
                </a:lnTo>
                <a:lnTo>
                  <a:pt x="22" y="191"/>
                </a:lnTo>
                <a:lnTo>
                  <a:pt x="32" y="196"/>
                </a:lnTo>
                <a:lnTo>
                  <a:pt x="43" y="202"/>
                </a:lnTo>
                <a:lnTo>
                  <a:pt x="56" y="204"/>
                </a:lnTo>
                <a:lnTo>
                  <a:pt x="56" y="204"/>
                </a:lnTo>
                <a:lnTo>
                  <a:pt x="69" y="204"/>
                </a:lnTo>
                <a:lnTo>
                  <a:pt x="80" y="200"/>
                </a:lnTo>
                <a:lnTo>
                  <a:pt x="91" y="194"/>
                </a:lnTo>
                <a:lnTo>
                  <a:pt x="101" y="189"/>
                </a:lnTo>
                <a:lnTo>
                  <a:pt x="108" y="179"/>
                </a:lnTo>
                <a:lnTo>
                  <a:pt x="114" y="170"/>
                </a:lnTo>
                <a:lnTo>
                  <a:pt x="119" y="157"/>
                </a:lnTo>
                <a:lnTo>
                  <a:pt x="121" y="146"/>
                </a:lnTo>
                <a:lnTo>
                  <a:pt x="127" y="68"/>
                </a:lnTo>
                <a:lnTo>
                  <a:pt x="127" y="68"/>
                </a:lnTo>
                <a:lnTo>
                  <a:pt x="127" y="54"/>
                </a:lnTo>
                <a:lnTo>
                  <a:pt x="123" y="43"/>
                </a:lnTo>
                <a:lnTo>
                  <a:pt x="119" y="32"/>
                </a:lnTo>
                <a:lnTo>
                  <a:pt x="112" y="23"/>
                </a:lnTo>
                <a:lnTo>
                  <a:pt x="104" y="13"/>
                </a:lnTo>
                <a:lnTo>
                  <a:pt x="95" y="8"/>
                </a:lnTo>
                <a:lnTo>
                  <a:pt x="84" y="2"/>
                </a:lnTo>
                <a:lnTo>
                  <a:pt x="71" y="0"/>
                </a:lnTo>
                <a:lnTo>
                  <a:pt x="7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2" name="任意多边形 91"/>
          <p:cNvSpPr/>
          <p:nvPr>
            <p:custDataLst>
              <p:tags r:id="rId24"/>
            </p:custDataLst>
          </p:nvPr>
        </p:nvSpPr>
        <p:spPr bwMode="auto">
          <a:xfrm flipH="1">
            <a:off x="8195443" y="2605681"/>
            <a:ext cx="71746" cy="116159"/>
          </a:xfrm>
          <a:custGeom>
            <a:avLst/>
            <a:gdLst>
              <a:gd name="T0" fmla="*/ 56 w 127"/>
              <a:gd name="T1" fmla="*/ 0 h 204"/>
              <a:gd name="T2" fmla="*/ 56 w 127"/>
              <a:gd name="T3" fmla="*/ 0 h 204"/>
              <a:gd name="T4" fmla="*/ 43 w 127"/>
              <a:gd name="T5" fmla="*/ 2 h 204"/>
              <a:gd name="T6" fmla="*/ 32 w 127"/>
              <a:gd name="T7" fmla="*/ 8 h 204"/>
              <a:gd name="T8" fmla="*/ 22 w 127"/>
              <a:gd name="T9" fmla="*/ 13 h 204"/>
              <a:gd name="T10" fmla="*/ 13 w 127"/>
              <a:gd name="T11" fmla="*/ 23 h 204"/>
              <a:gd name="T12" fmla="*/ 7 w 127"/>
              <a:gd name="T13" fmla="*/ 32 h 204"/>
              <a:gd name="T14" fmla="*/ 4 w 127"/>
              <a:gd name="T15" fmla="*/ 43 h 204"/>
              <a:gd name="T16" fmla="*/ 0 w 127"/>
              <a:gd name="T17" fmla="*/ 54 h 204"/>
              <a:gd name="T18" fmla="*/ 0 w 127"/>
              <a:gd name="T19" fmla="*/ 68 h 204"/>
              <a:gd name="T20" fmla="*/ 5 w 127"/>
              <a:gd name="T21" fmla="*/ 146 h 204"/>
              <a:gd name="T22" fmla="*/ 5 w 127"/>
              <a:gd name="T23" fmla="*/ 146 h 204"/>
              <a:gd name="T24" fmla="*/ 7 w 127"/>
              <a:gd name="T25" fmla="*/ 157 h 204"/>
              <a:gd name="T26" fmla="*/ 13 w 127"/>
              <a:gd name="T27" fmla="*/ 170 h 204"/>
              <a:gd name="T28" fmla="*/ 18 w 127"/>
              <a:gd name="T29" fmla="*/ 179 h 204"/>
              <a:gd name="T30" fmla="*/ 26 w 127"/>
              <a:gd name="T31" fmla="*/ 189 h 204"/>
              <a:gd name="T32" fmla="*/ 35 w 127"/>
              <a:gd name="T33" fmla="*/ 194 h 204"/>
              <a:gd name="T34" fmla="*/ 46 w 127"/>
              <a:gd name="T35" fmla="*/ 200 h 204"/>
              <a:gd name="T36" fmla="*/ 58 w 127"/>
              <a:gd name="T37" fmla="*/ 204 h 204"/>
              <a:gd name="T38" fmla="*/ 71 w 127"/>
              <a:gd name="T39" fmla="*/ 204 h 204"/>
              <a:gd name="T40" fmla="*/ 71 w 127"/>
              <a:gd name="T41" fmla="*/ 204 h 204"/>
              <a:gd name="T42" fmla="*/ 84 w 127"/>
              <a:gd name="T43" fmla="*/ 202 h 204"/>
              <a:gd name="T44" fmla="*/ 95 w 127"/>
              <a:gd name="T45" fmla="*/ 196 h 204"/>
              <a:gd name="T46" fmla="*/ 104 w 127"/>
              <a:gd name="T47" fmla="*/ 191 h 204"/>
              <a:gd name="T48" fmla="*/ 114 w 127"/>
              <a:gd name="T49" fmla="*/ 181 h 204"/>
              <a:gd name="T50" fmla="*/ 119 w 127"/>
              <a:gd name="T51" fmla="*/ 172 h 204"/>
              <a:gd name="T52" fmla="*/ 125 w 127"/>
              <a:gd name="T53" fmla="*/ 161 h 204"/>
              <a:gd name="T54" fmla="*/ 127 w 127"/>
              <a:gd name="T55" fmla="*/ 150 h 204"/>
              <a:gd name="T56" fmla="*/ 127 w 127"/>
              <a:gd name="T57" fmla="*/ 137 h 204"/>
              <a:gd name="T58" fmla="*/ 121 w 127"/>
              <a:gd name="T59" fmla="*/ 58 h 204"/>
              <a:gd name="T60" fmla="*/ 121 w 127"/>
              <a:gd name="T61" fmla="*/ 58 h 204"/>
              <a:gd name="T62" fmla="*/ 119 w 127"/>
              <a:gd name="T63" fmla="*/ 47 h 204"/>
              <a:gd name="T64" fmla="*/ 114 w 127"/>
              <a:gd name="T65" fmla="*/ 34 h 204"/>
              <a:gd name="T66" fmla="*/ 108 w 127"/>
              <a:gd name="T67" fmla="*/ 25 h 204"/>
              <a:gd name="T68" fmla="*/ 101 w 127"/>
              <a:gd name="T69" fmla="*/ 15 h 204"/>
              <a:gd name="T70" fmla="*/ 91 w 127"/>
              <a:gd name="T71" fmla="*/ 10 h 204"/>
              <a:gd name="T72" fmla="*/ 80 w 127"/>
              <a:gd name="T73" fmla="*/ 4 h 204"/>
              <a:gd name="T74" fmla="*/ 69 w 127"/>
              <a:gd name="T75" fmla="*/ 0 h 204"/>
              <a:gd name="T76" fmla="*/ 56 w 127"/>
              <a:gd name="T77" fmla="*/ 0 h 204"/>
              <a:gd name="T78" fmla="*/ 56 w 127"/>
              <a:gd name="T79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7" h="204">
                <a:moveTo>
                  <a:pt x="56" y="0"/>
                </a:moveTo>
                <a:lnTo>
                  <a:pt x="56" y="0"/>
                </a:lnTo>
                <a:lnTo>
                  <a:pt x="43" y="2"/>
                </a:lnTo>
                <a:lnTo>
                  <a:pt x="32" y="8"/>
                </a:lnTo>
                <a:lnTo>
                  <a:pt x="22" y="13"/>
                </a:lnTo>
                <a:lnTo>
                  <a:pt x="13" y="23"/>
                </a:lnTo>
                <a:lnTo>
                  <a:pt x="7" y="32"/>
                </a:lnTo>
                <a:lnTo>
                  <a:pt x="4" y="43"/>
                </a:lnTo>
                <a:lnTo>
                  <a:pt x="0" y="54"/>
                </a:lnTo>
                <a:lnTo>
                  <a:pt x="0" y="68"/>
                </a:lnTo>
                <a:lnTo>
                  <a:pt x="5" y="146"/>
                </a:lnTo>
                <a:lnTo>
                  <a:pt x="5" y="146"/>
                </a:lnTo>
                <a:lnTo>
                  <a:pt x="7" y="157"/>
                </a:lnTo>
                <a:lnTo>
                  <a:pt x="13" y="170"/>
                </a:lnTo>
                <a:lnTo>
                  <a:pt x="18" y="179"/>
                </a:lnTo>
                <a:lnTo>
                  <a:pt x="26" y="189"/>
                </a:lnTo>
                <a:lnTo>
                  <a:pt x="35" y="194"/>
                </a:lnTo>
                <a:lnTo>
                  <a:pt x="46" y="200"/>
                </a:lnTo>
                <a:lnTo>
                  <a:pt x="58" y="204"/>
                </a:lnTo>
                <a:lnTo>
                  <a:pt x="71" y="204"/>
                </a:lnTo>
                <a:lnTo>
                  <a:pt x="71" y="204"/>
                </a:lnTo>
                <a:lnTo>
                  <a:pt x="84" y="202"/>
                </a:lnTo>
                <a:lnTo>
                  <a:pt x="95" y="196"/>
                </a:lnTo>
                <a:lnTo>
                  <a:pt x="104" y="191"/>
                </a:lnTo>
                <a:lnTo>
                  <a:pt x="114" y="181"/>
                </a:lnTo>
                <a:lnTo>
                  <a:pt x="119" y="172"/>
                </a:lnTo>
                <a:lnTo>
                  <a:pt x="125" y="161"/>
                </a:lnTo>
                <a:lnTo>
                  <a:pt x="127" y="150"/>
                </a:lnTo>
                <a:lnTo>
                  <a:pt x="127" y="137"/>
                </a:lnTo>
                <a:lnTo>
                  <a:pt x="121" y="58"/>
                </a:lnTo>
                <a:lnTo>
                  <a:pt x="121" y="58"/>
                </a:lnTo>
                <a:lnTo>
                  <a:pt x="119" y="47"/>
                </a:lnTo>
                <a:lnTo>
                  <a:pt x="114" y="34"/>
                </a:lnTo>
                <a:lnTo>
                  <a:pt x="108" y="25"/>
                </a:lnTo>
                <a:lnTo>
                  <a:pt x="101" y="15"/>
                </a:lnTo>
                <a:lnTo>
                  <a:pt x="91" y="10"/>
                </a:lnTo>
                <a:lnTo>
                  <a:pt x="80" y="4"/>
                </a:lnTo>
                <a:lnTo>
                  <a:pt x="69" y="0"/>
                </a:lnTo>
                <a:lnTo>
                  <a:pt x="56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3" name="任意多边形 92"/>
          <p:cNvSpPr/>
          <p:nvPr>
            <p:custDataLst>
              <p:tags r:id="rId25"/>
            </p:custDataLst>
          </p:nvPr>
        </p:nvSpPr>
        <p:spPr bwMode="auto">
          <a:xfrm>
            <a:off x="7397219" y="1925377"/>
            <a:ext cx="612284" cy="529655"/>
          </a:xfrm>
          <a:custGeom>
            <a:avLst/>
            <a:gdLst>
              <a:gd name="T0" fmla="*/ 730 w 741"/>
              <a:gd name="T1" fmla="*/ 232 h 641"/>
              <a:gd name="T2" fmla="*/ 721 w 741"/>
              <a:gd name="T3" fmla="*/ 205 h 641"/>
              <a:gd name="T4" fmla="*/ 709 w 741"/>
              <a:gd name="T5" fmla="*/ 180 h 641"/>
              <a:gd name="T6" fmla="*/ 679 w 741"/>
              <a:gd name="T7" fmla="*/ 134 h 641"/>
              <a:gd name="T8" fmla="*/ 640 w 741"/>
              <a:gd name="T9" fmla="*/ 94 h 641"/>
              <a:gd name="T10" fmla="*/ 596 w 741"/>
              <a:gd name="T11" fmla="*/ 63 h 641"/>
              <a:gd name="T12" fmla="*/ 546 w 741"/>
              <a:gd name="T13" fmla="*/ 37 h 641"/>
              <a:gd name="T14" fmla="*/ 493 w 741"/>
              <a:gd name="T15" fmla="*/ 19 h 641"/>
              <a:gd name="T16" fmla="*/ 438 w 741"/>
              <a:gd name="T17" fmla="*/ 6 h 641"/>
              <a:gd name="T18" fmla="*/ 383 w 741"/>
              <a:gd name="T19" fmla="*/ 0 h 641"/>
              <a:gd name="T20" fmla="*/ 364 w 741"/>
              <a:gd name="T21" fmla="*/ 0 h 641"/>
              <a:gd name="T22" fmla="*/ 326 w 741"/>
              <a:gd name="T23" fmla="*/ 1 h 641"/>
              <a:gd name="T24" fmla="*/ 273 w 741"/>
              <a:gd name="T25" fmla="*/ 9 h 641"/>
              <a:gd name="T26" fmla="*/ 206 w 741"/>
              <a:gd name="T27" fmla="*/ 27 h 641"/>
              <a:gd name="T28" fmla="*/ 145 w 741"/>
              <a:gd name="T29" fmla="*/ 56 h 641"/>
              <a:gd name="T30" fmla="*/ 105 w 741"/>
              <a:gd name="T31" fmla="*/ 84 h 641"/>
              <a:gd name="T32" fmla="*/ 82 w 741"/>
              <a:gd name="T33" fmla="*/ 104 h 641"/>
              <a:gd name="T34" fmla="*/ 61 w 741"/>
              <a:gd name="T35" fmla="*/ 127 h 641"/>
              <a:gd name="T36" fmla="*/ 43 w 741"/>
              <a:gd name="T37" fmla="*/ 151 h 641"/>
              <a:gd name="T38" fmla="*/ 27 w 741"/>
              <a:gd name="T39" fmla="*/ 178 h 641"/>
              <a:gd name="T40" fmla="*/ 16 w 741"/>
              <a:gd name="T41" fmla="*/ 205 h 641"/>
              <a:gd name="T42" fmla="*/ 6 w 741"/>
              <a:gd name="T43" fmla="*/ 233 h 641"/>
              <a:gd name="T44" fmla="*/ 1 w 741"/>
              <a:gd name="T45" fmla="*/ 263 h 641"/>
              <a:gd name="T46" fmla="*/ 0 w 741"/>
              <a:gd name="T47" fmla="*/ 278 h 641"/>
              <a:gd name="T48" fmla="*/ 2 w 741"/>
              <a:gd name="T49" fmla="*/ 333 h 641"/>
              <a:gd name="T50" fmla="*/ 16 w 741"/>
              <a:gd name="T51" fmla="*/ 381 h 641"/>
              <a:gd name="T52" fmla="*/ 37 w 741"/>
              <a:gd name="T53" fmla="*/ 425 h 641"/>
              <a:gd name="T54" fmla="*/ 65 w 741"/>
              <a:gd name="T55" fmla="*/ 463 h 641"/>
              <a:gd name="T56" fmla="*/ 100 w 741"/>
              <a:gd name="T57" fmla="*/ 495 h 641"/>
              <a:gd name="T58" fmla="*/ 139 w 741"/>
              <a:gd name="T59" fmla="*/ 523 h 641"/>
              <a:gd name="T60" fmla="*/ 181 w 741"/>
              <a:gd name="T61" fmla="*/ 545 h 641"/>
              <a:gd name="T62" fmla="*/ 226 w 741"/>
              <a:gd name="T63" fmla="*/ 564 h 641"/>
              <a:gd name="T64" fmla="*/ 244 w 741"/>
              <a:gd name="T65" fmla="*/ 570 h 641"/>
              <a:gd name="T66" fmla="*/ 283 w 741"/>
              <a:gd name="T67" fmla="*/ 577 h 641"/>
              <a:gd name="T68" fmla="*/ 324 w 741"/>
              <a:gd name="T69" fmla="*/ 582 h 641"/>
              <a:gd name="T70" fmla="*/ 385 w 741"/>
              <a:gd name="T71" fmla="*/ 584 h 641"/>
              <a:gd name="T72" fmla="*/ 462 w 741"/>
              <a:gd name="T73" fmla="*/ 576 h 641"/>
              <a:gd name="T74" fmla="*/ 527 w 741"/>
              <a:gd name="T75" fmla="*/ 563 h 641"/>
              <a:gd name="T76" fmla="*/ 561 w 741"/>
              <a:gd name="T77" fmla="*/ 587 h 641"/>
              <a:gd name="T78" fmla="*/ 593 w 741"/>
              <a:gd name="T79" fmla="*/ 608 h 641"/>
              <a:gd name="T80" fmla="*/ 630 w 741"/>
              <a:gd name="T81" fmla="*/ 626 h 641"/>
              <a:gd name="T82" fmla="*/ 680 w 741"/>
              <a:gd name="T83" fmla="*/ 641 h 641"/>
              <a:gd name="T84" fmla="*/ 660 w 741"/>
              <a:gd name="T85" fmla="*/ 591 h 641"/>
              <a:gd name="T86" fmla="*/ 653 w 741"/>
              <a:gd name="T87" fmla="*/ 561 h 641"/>
              <a:gd name="T88" fmla="*/ 652 w 741"/>
              <a:gd name="T89" fmla="*/ 544 h 641"/>
              <a:gd name="T90" fmla="*/ 654 w 741"/>
              <a:gd name="T91" fmla="*/ 526 h 641"/>
              <a:gd name="T92" fmla="*/ 662 w 741"/>
              <a:gd name="T93" fmla="*/ 508 h 641"/>
              <a:gd name="T94" fmla="*/ 684 w 741"/>
              <a:gd name="T95" fmla="*/ 474 h 641"/>
              <a:gd name="T96" fmla="*/ 695 w 741"/>
              <a:gd name="T97" fmla="*/ 458 h 641"/>
              <a:gd name="T98" fmla="*/ 714 w 741"/>
              <a:gd name="T99" fmla="*/ 427 h 641"/>
              <a:gd name="T100" fmla="*/ 727 w 741"/>
              <a:gd name="T101" fmla="*/ 396 h 641"/>
              <a:gd name="T102" fmla="*/ 736 w 741"/>
              <a:gd name="T103" fmla="*/ 366 h 641"/>
              <a:gd name="T104" fmla="*/ 740 w 741"/>
              <a:gd name="T105" fmla="*/ 337 h 641"/>
              <a:gd name="T106" fmla="*/ 741 w 741"/>
              <a:gd name="T107" fmla="*/ 307 h 641"/>
              <a:gd name="T108" fmla="*/ 736 w 741"/>
              <a:gd name="T109" fmla="*/ 262 h 641"/>
              <a:gd name="T110" fmla="*/ 730 w 741"/>
              <a:gd name="T111" fmla="*/ 232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41" h="641">
                <a:moveTo>
                  <a:pt x="730" y="232"/>
                </a:moveTo>
                <a:lnTo>
                  <a:pt x="730" y="232"/>
                </a:lnTo>
                <a:lnTo>
                  <a:pt x="726" y="219"/>
                </a:lnTo>
                <a:lnTo>
                  <a:pt x="721" y="205"/>
                </a:lnTo>
                <a:lnTo>
                  <a:pt x="715" y="192"/>
                </a:lnTo>
                <a:lnTo>
                  <a:pt x="709" y="180"/>
                </a:lnTo>
                <a:lnTo>
                  <a:pt x="695" y="155"/>
                </a:lnTo>
                <a:lnTo>
                  <a:pt x="679" y="134"/>
                </a:lnTo>
                <a:lnTo>
                  <a:pt x="660" y="113"/>
                </a:lnTo>
                <a:lnTo>
                  <a:pt x="640" y="94"/>
                </a:lnTo>
                <a:lnTo>
                  <a:pt x="619" y="78"/>
                </a:lnTo>
                <a:lnTo>
                  <a:pt x="596" y="63"/>
                </a:lnTo>
                <a:lnTo>
                  <a:pt x="571" y="50"/>
                </a:lnTo>
                <a:lnTo>
                  <a:pt x="546" y="37"/>
                </a:lnTo>
                <a:lnTo>
                  <a:pt x="520" y="27"/>
                </a:lnTo>
                <a:lnTo>
                  <a:pt x="493" y="19"/>
                </a:lnTo>
                <a:lnTo>
                  <a:pt x="465" y="11"/>
                </a:lnTo>
                <a:lnTo>
                  <a:pt x="438" y="6"/>
                </a:lnTo>
                <a:lnTo>
                  <a:pt x="411" y="2"/>
                </a:lnTo>
                <a:lnTo>
                  <a:pt x="383" y="0"/>
                </a:lnTo>
                <a:lnTo>
                  <a:pt x="383" y="0"/>
                </a:lnTo>
                <a:lnTo>
                  <a:pt x="364" y="0"/>
                </a:lnTo>
                <a:lnTo>
                  <a:pt x="345" y="0"/>
                </a:lnTo>
                <a:lnTo>
                  <a:pt x="326" y="1"/>
                </a:lnTo>
                <a:lnTo>
                  <a:pt x="309" y="2"/>
                </a:lnTo>
                <a:lnTo>
                  <a:pt x="273" y="9"/>
                </a:lnTo>
                <a:lnTo>
                  <a:pt x="238" y="16"/>
                </a:lnTo>
                <a:lnTo>
                  <a:pt x="206" y="27"/>
                </a:lnTo>
                <a:lnTo>
                  <a:pt x="175" y="41"/>
                </a:lnTo>
                <a:lnTo>
                  <a:pt x="145" y="56"/>
                </a:lnTo>
                <a:lnTo>
                  <a:pt x="118" y="75"/>
                </a:lnTo>
                <a:lnTo>
                  <a:pt x="105" y="84"/>
                </a:lnTo>
                <a:lnTo>
                  <a:pt x="93" y="94"/>
                </a:lnTo>
                <a:lnTo>
                  <a:pt x="82" y="104"/>
                </a:lnTo>
                <a:lnTo>
                  <a:pt x="70" y="115"/>
                </a:lnTo>
                <a:lnTo>
                  <a:pt x="61" y="127"/>
                </a:lnTo>
                <a:lnTo>
                  <a:pt x="52" y="139"/>
                </a:lnTo>
                <a:lnTo>
                  <a:pt x="43" y="151"/>
                </a:lnTo>
                <a:lnTo>
                  <a:pt x="34" y="164"/>
                </a:lnTo>
                <a:lnTo>
                  <a:pt x="27" y="178"/>
                </a:lnTo>
                <a:lnTo>
                  <a:pt x="21" y="191"/>
                </a:lnTo>
                <a:lnTo>
                  <a:pt x="16" y="205"/>
                </a:lnTo>
                <a:lnTo>
                  <a:pt x="11" y="219"/>
                </a:lnTo>
                <a:lnTo>
                  <a:pt x="6" y="233"/>
                </a:lnTo>
                <a:lnTo>
                  <a:pt x="3" y="248"/>
                </a:lnTo>
                <a:lnTo>
                  <a:pt x="1" y="263"/>
                </a:lnTo>
                <a:lnTo>
                  <a:pt x="0" y="278"/>
                </a:lnTo>
                <a:lnTo>
                  <a:pt x="0" y="278"/>
                </a:lnTo>
                <a:lnTo>
                  <a:pt x="0" y="305"/>
                </a:lnTo>
                <a:lnTo>
                  <a:pt x="2" y="333"/>
                </a:lnTo>
                <a:lnTo>
                  <a:pt x="8" y="358"/>
                </a:lnTo>
                <a:lnTo>
                  <a:pt x="16" y="381"/>
                </a:lnTo>
                <a:lnTo>
                  <a:pt x="26" y="404"/>
                </a:lnTo>
                <a:lnTo>
                  <a:pt x="37" y="425"/>
                </a:lnTo>
                <a:lnTo>
                  <a:pt x="51" y="445"/>
                </a:lnTo>
                <a:lnTo>
                  <a:pt x="65" y="463"/>
                </a:lnTo>
                <a:lnTo>
                  <a:pt x="82" y="479"/>
                </a:lnTo>
                <a:lnTo>
                  <a:pt x="100" y="495"/>
                </a:lnTo>
                <a:lnTo>
                  <a:pt x="119" y="510"/>
                </a:lnTo>
                <a:lnTo>
                  <a:pt x="139" y="523"/>
                </a:lnTo>
                <a:lnTo>
                  <a:pt x="160" y="535"/>
                </a:lnTo>
                <a:lnTo>
                  <a:pt x="181" y="545"/>
                </a:lnTo>
                <a:lnTo>
                  <a:pt x="203" y="555"/>
                </a:lnTo>
                <a:lnTo>
                  <a:pt x="226" y="564"/>
                </a:lnTo>
                <a:lnTo>
                  <a:pt x="226" y="564"/>
                </a:lnTo>
                <a:lnTo>
                  <a:pt x="244" y="570"/>
                </a:lnTo>
                <a:lnTo>
                  <a:pt x="263" y="574"/>
                </a:lnTo>
                <a:lnTo>
                  <a:pt x="283" y="577"/>
                </a:lnTo>
                <a:lnTo>
                  <a:pt x="304" y="581"/>
                </a:lnTo>
                <a:lnTo>
                  <a:pt x="324" y="582"/>
                </a:lnTo>
                <a:lnTo>
                  <a:pt x="344" y="584"/>
                </a:lnTo>
                <a:lnTo>
                  <a:pt x="385" y="584"/>
                </a:lnTo>
                <a:lnTo>
                  <a:pt x="424" y="581"/>
                </a:lnTo>
                <a:lnTo>
                  <a:pt x="462" y="576"/>
                </a:lnTo>
                <a:lnTo>
                  <a:pt x="496" y="570"/>
                </a:lnTo>
                <a:lnTo>
                  <a:pt x="527" y="563"/>
                </a:lnTo>
                <a:lnTo>
                  <a:pt x="527" y="563"/>
                </a:lnTo>
                <a:lnTo>
                  <a:pt x="561" y="587"/>
                </a:lnTo>
                <a:lnTo>
                  <a:pt x="577" y="597"/>
                </a:lnTo>
                <a:lnTo>
                  <a:pt x="593" y="608"/>
                </a:lnTo>
                <a:lnTo>
                  <a:pt x="611" y="617"/>
                </a:lnTo>
                <a:lnTo>
                  <a:pt x="630" y="626"/>
                </a:lnTo>
                <a:lnTo>
                  <a:pt x="654" y="635"/>
                </a:lnTo>
                <a:lnTo>
                  <a:pt x="680" y="641"/>
                </a:lnTo>
                <a:lnTo>
                  <a:pt x="680" y="641"/>
                </a:lnTo>
                <a:lnTo>
                  <a:pt x="660" y="591"/>
                </a:lnTo>
                <a:lnTo>
                  <a:pt x="654" y="571"/>
                </a:lnTo>
                <a:lnTo>
                  <a:pt x="653" y="561"/>
                </a:lnTo>
                <a:lnTo>
                  <a:pt x="652" y="553"/>
                </a:lnTo>
                <a:lnTo>
                  <a:pt x="652" y="544"/>
                </a:lnTo>
                <a:lnTo>
                  <a:pt x="652" y="535"/>
                </a:lnTo>
                <a:lnTo>
                  <a:pt x="654" y="526"/>
                </a:lnTo>
                <a:lnTo>
                  <a:pt x="657" y="518"/>
                </a:lnTo>
                <a:lnTo>
                  <a:pt x="662" y="508"/>
                </a:lnTo>
                <a:lnTo>
                  <a:pt x="668" y="498"/>
                </a:lnTo>
                <a:lnTo>
                  <a:pt x="684" y="474"/>
                </a:lnTo>
                <a:lnTo>
                  <a:pt x="684" y="474"/>
                </a:lnTo>
                <a:lnTo>
                  <a:pt x="695" y="458"/>
                </a:lnTo>
                <a:lnTo>
                  <a:pt x="705" y="442"/>
                </a:lnTo>
                <a:lnTo>
                  <a:pt x="714" y="427"/>
                </a:lnTo>
                <a:lnTo>
                  <a:pt x="721" y="411"/>
                </a:lnTo>
                <a:lnTo>
                  <a:pt x="727" y="396"/>
                </a:lnTo>
                <a:lnTo>
                  <a:pt x="732" y="381"/>
                </a:lnTo>
                <a:lnTo>
                  <a:pt x="736" y="366"/>
                </a:lnTo>
                <a:lnTo>
                  <a:pt x="739" y="351"/>
                </a:lnTo>
                <a:lnTo>
                  <a:pt x="740" y="337"/>
                </a:lnTo>
                <a:lnTo>
                  <a:pt x="741" y="322"/>
                </a:lnTo>
                <a:lnTo>
                  <a:pt x="741" y="307"/>
                </a:lnTo>
                <a:lnTo>
                  <a:pt x="740" y="292"/>
                </a:lnTo>
                <a:lnTo>
                  <a:pt x="736" y="262"/>
                </a:lnTo>
                <a:lnTo>
                  <a:pt x="730" y="232"/>
                </a:lnTo>
                <a:lnTo>
                  <a:pt x="730" y="23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4" name="任意多边形 93"/>
          <p:cNvSpPr/>
          <p:nvPr>
            <p:custDataLst>
              <p:tags r:id="rId26"/>
            </p:custDataLst>
          </p:nvPr>
        </p:nvSpPr>
        <p:spPr bwMode="auto">
          <a:xfrm>
            <a:off x="7666590" y="2283144"/>
            <a:ext cx="72714" cy="73540"/>
          </a:xfrm>
          <a:custGeom>
            <a:avLst/>
            <a:gdLst>
              <a:gd name="T0" fmla="*/ 76 w 88"/>
              <a:gd name="T1" fmla="*/ 76 h 89"/>
              <a:gd name="T2" fmla="*/ 76 w 88"/>
              <a:gd name="T3" fmla="*/ 76 h 89"/>
              <a:gd name="T4" fmla="*/ 70 w 88"/>
              <a:gd name="T5" fmla="*/ 81 h 89"/>
              <a:gd name="T6" fmla="*/ 62 w 88"/>
              <a:gd name="T7" fmla="*/ 85 h 89"/>
              <a:gd name="T8" fmla="*/ 54 w 88"/>
              <a:gd name="T9" fmla="*/ 87 h 89"/>
              <a:gd name="T10" fmla="*/ 45 w 88"/>
              <a:gd name="T11" fmla="*/ 89 h 89"/>
              <a:gd name="T12" fmla="*/ 45 w 88"/>
              <a:gd name="T13" fmla="*/ 89 h 89"/>
              <a:gd name="T14" fmla="*/ 36 w 88"/>
              <a:gd name="T15" fmla="*/ 87 h 89"/>
              <a:gd name="T16" fmla="*/ 29 w 88"/>
              <a:gd name="T17" fmla="*/ 86 h 89"/>
              <a:gd name="T18" fmla="*/ 21 w 88"/>
              <a:gd name="T19" fmla="*/ 82 h 89"/>
              <a:gd name="T20" fmla="*/ 14 w 88"/>
              <a:gd name="T21" fmla="*/ 77 h 89"/>
              <a:gd name="T22" fmla="*/ 14 w 88"/>
              <a:gd name="T23" fmla="*/ 77 h 89"/>
              <a:gd name="T24" fmla="*/ 8 w 88"/>
              <a:gd name="T25" fmla="*/ 71 h 89"/>
              <a:gd name="T26" fmla="*/ 4 w 88"/>
              <a:gd name="T27" fmla="*/ 64 h 89"/>
              <a:gd name="T28" fmla="*/ 2 w 88"/>
              <a:gd name="T29" fmla="*/ 55 h 89"/>
              <a:gd name="T30" fmla="*/ 0 w 88"/>
              <a:gd name="T31" fmla="*/ 45 h 89"/>
              <a:gd name="T32" fmla="*/ 0 w 88"/>
              <a:gd name="T33" fmla="*/ 45 h 89"/>
              <a:gd name="T34" fmla="*/ 0 w 88"/>
              <a:gd name="T35" fmla="*/ 36 h 89"/>
              <a:gd name="T36" fmla="*/ 3 w 88"/>
              <a:gd name="T37" fmla="*/ 28 h 89"/>
              <a:gd name="T38" fmla="*/ 6 w 88"/>
              <a:gd name="T39" fmla="*/ 20 h 89"/>
              <a:gd name="T40" fmla="*/ 13 w 88"/>
              <a:gd name="T41" fmla="*/ 13 h 89"/>
              <a:gd name="T42" fmla="*/ 13 w 88"/>
              <a:gd name="T43" fmla="*/ 13 h 89"/>
              <a:gd name="T44" fmla="*/ 19 w 88"/>
              <a:gd name="T45" fmla="*/ 8 h 89"/>
              <a:gd name="T46" fmla="*/ 28 w 88"/>
              <a:gd name="T47" fmla="*/ 4 h 89"/>
              <a:gd name="T48" fmla="*/ 35 w 88"/>
              <a:gd name="T49" fmla="*/ 2 h 89"/>
              <a:gd name="T50" fmla="*/ 44 w 88"/>
              <a:gd name="T51" fmla="*/ 0 h 89"/>
              <a:gd name="T52" fmla="*/ 44 w 88"/>
              <a:gd name="T53" fmla="*/ 0 h 89"/>
              <a:gd name="T54" fmla="*/ 54 w 88"/>
              <a:gd name="T55" fmla="*/ 0 h 89"/>
              <a:gd name="T56" fmla="*/ 61 w 88"/>
              <a:gd name="T57" fmla="*/ 3 h 89"/>
              <a:gd name="T58" fmla="*/ 69 w 88"/>
              <a:gd name="T59" fmla="*/ 7 h 89"/>
              <a:gd name="T60" fmla="*/ 76 w 88"/>
              <a:gd name="T61" fmla="*/ 13 h 89"/>
              <a:gd name="T62" fmla="*/ 76 w 88"/>
              <a:gd name="T63" fmla="*/ 13 h 89"/>
              <a:gd name="T64" fmla="*/ 81 w 88"/>
              <a:gd name="T65" fmla="*/ 19 h 89"/>
              <a:gd name="T66" fmla="*/ 86 w 88"/>
              <a:gd name="T67" fmla="*/ 26 h 89"/>
              <a:gd name="T68" fmla="*/ 88 w 88"/>
              <a:gd name="T69" fmla="*/ 35 h 89"/>
              <a:gd name="T70" fmla="*/ 88 w 88"/>
              <a:gd name="T71" fmla="*/ 44 h 89"/>
              <a:gd name="T72" fmla="*/ 88 w 88"/>
              <a:gd name="T73" fmla="*/ 44 h 89"/>
              <a:gd name="T74" fmla="*/ 88 w 88"/>
              <a:gd name="T75" fmla="*/ 54 h 89"/>
              <a:gd name="T76" fmla="*/ 86 w 88"/>
              <a:gd name="T77" fmla="*/ 62 h 89"/>
              <a:gd name="T78" fmla="*/ 82 w 88"/>
              <a:gd name="T79" fmla="*/ 70 h 89"/>
              <a:gd name="T80" fmla="*/ 76 w 88"/>
              <a:gd name="T81" fmla="*/ 76 h 89"/>
              <a:gd name="T82" fmla="*/ 76 w 88"/>
              <a:gd name="T83" fmla="*/ 76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88" h="89">
                <a:moveTo>
                  <a:pt x="76" y="76"/>
                </a:moveTo>
                <a:lnTo>
                  <a:pt x="76" y="76"/>
                </a:lnTo>
                <a:lnTo>
                  <a:pt x="70" y="81"/>
                </a:lnTo>
                <a:lnTo>
                  <a:pt x="62" y="85"/>
                </a:lnTo>
                <a:lnTo>
                  <a:pt x="54" y="87"/>
                </a:lnTo>
                <a:lnTo>
                  <a:pt x="45" y="89"/>
                </a:lnTo>
                <a:lnTo>
                  <a:pt x="45" y="89"/>
                </a:lnTo>
                <a:lnTo>
                  <a:pt x="36" y="87"/>
                </a:lnTo>
                <a:lnTo>
                  <a:pt x="29" y="86"/>
                </a:lnTo>
                <a:lnTo>
                  <a:pt x="21" y="82"/>
                </a:lnTo>
                <a:lnTo>
                  <a:pt x="14" y="77"/>
                </a:lnTo>
                <a:lnTo>
                  <a:pt x="14" y="77"/>
                </a:lnTo>
                <a:lnTo>
                  <a:pt x="8" y="71"/>
                </a:lnTo>
                <a:lnTo>
                  <a:pt x="4" y="64"/>
                </a:lnTo>
                <a:lnTo>
                  <a:pt x="2" y="55"/>
                </a:lnTo>
                <a:lnTo>
                  <a:pt x="0" y="45"/>
                </a:lnTo>
                <a:lnTo>
                  <a:pt x="0" y="45"/>
                </a:lnTo>
                <a:lnTo>
                  <a:pt x="0" y="36"/>
                </a:lnTo>
                <a:lnTo>
                  <a:pt x="3" y="28"/>
                </a:lnTo>
                <a:lnTo>
                  <a:pt x="6" y="20"/>
                </a:lnTo>
                <a:lnTo>
                  <a:pt x="13" y="13"/>
                </a:lnTo>
                <a:lnTo>
                  <a:pt x="13" y="13"/>
                </a:lnTo>
                <a:lnTo>
                  <a:pt x="19" y="8"/>
                </a:lnTo>
                <a:lnTo>
                  <a:pt x="28" y="4"/>
                </a:lnTo>
                <a:lnTo>
                  <a:pt x="35" y="2"/>
                </a:lnTo>
                <a:lnTo>
                  <a:pt x="44" y="0"/>
                </a:lnTo>
                <a:lnTo>
                  <a:pt x="44" y="0"/>
                </a:lnTo>
                <a:lnTo>
                  <a:pt x="54" y="0"/>
                </a:lnTo>
                <a:lnTo>
                  <a:pt x="61" y="3"/>
                </a:lnTo>
                <a:lnTo>
                  <a:pt x="69" y="7"/>
                </a:lnTo>
                <a:lnTo>
                  <a:pt x="76" y="13"/>
                </a:lnTo>
                <a:lnTo>
                  <a:pt x="76" y="13"/>
                </a:lnTo>
                <a:lnTo>
                  <a:pt x="81" y="19"/>
                </a:lnTo>
                <a:lnTo>
                  <a:pt x="86" y="26"/>
                </a:lnTo>
                <a:lnTo>
                  <a:pt x="88" y="35"/>
                </a:lnTo>
                <a:lnTo>
                  <a:pt x="88" y="44"/>
                </a:lnTo>
                <a:lnTo>
                  <a:pt x="88" y="44"/>
                </a:lnTo>
                <a:lnTo>
                  <a:pt x="88" y="54"/>
                </a:lnTo>
                <a:lnTo>
                  <a:pt x="86" y="62"/>
                </a:lnTo>
                <a:lnTo>
                  <a:pt x="82" y="70"/>
                </a:lnTo>
                <a:lnTo>
                  <a:pt x="76" y="76"/>
                </a:lnTo>
                <a:lnTo>
                  <a:pt x="76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5" name="任意多边形 94"/>
          <p:cNvSpPr/>
          <p:nvPr>
            <p:custDataLst>
              <p:tags r:id="rId27"/>
            </p:custDataLst>
          </p:nvPr>
        </p:nvSpPr>
        <p:spPr bwMode="auto">
          <a:xfrm>
            <a:off x="7585614" y="1987332"/>
            <a:ext cx="242931" cy="273502"/>
          </a:xfrm>
          <a:custGeom>
            <a:avLst/>
            <a:gdLst>
              <a:gd name="T0" fmla="*/ 280 w 294"/>
              <a:gd name="T1" fmla="*/ 168 h 331"/>
              <a:gd name="T2" fmla="*/ 261 w 294"/>
              <a:gd name="T3" fmla="*/ 192 h 331"/>
              <a:gd name="T4" fmla="*/ 211 w 294"/>
              <a:gd name="T5" fmla="*/ 239 h 331"/>
              <a:gd name="T6" fmla="*/ 190 w 294"/>
              <a:gd name="T7" fmla="*/ 263 h 331"/>
              <a:gd name="T8" fmla="*/ 183 w 294"/>
              <a:gd name="T9" fmla="*/ 280 h 331"/>
              <a:gd name="T10" fmla="*/ 178 w 294"/>
              <a:gd name="T11" fmla="*/ 300 h 331"/>
              <a:gd name="T12" fmla="*/ 170 w 294"/>
              <a:gd name="T13" fmla="*/ 319 h 331"/>
              <a:gd name="T14" fmla="*/ 157 w 294"/>
              <a:gd name="T15" fmla="*/ 330 h 331"/>
              <a:gd name="T16" fmla="*/ 143 w 294"/>
              <a:gd name="T17" fmla="*/ 331 h 331"/>
              <a:gd name="T18" fmla="*/ 123 w 294"/>
              <a:gd name="T19" fmla="*/ 326 h 331"/>
              <a:gd name="T20" fmla="*/ 113 w 294"/>
              <a:gd name="T21" fmla="*/ 316 h 331"/>
              <a:gd name="T22" fmla="*/ 107 w 294"/>
              <a:gd name="T23" fmla="*/ 293 h 331"/>
              <a:gd name="T24" fmla="*/ 108 w 294"/>
              <a:gd name="T25" fmla="*/ 269 h 331"/>
              <a:gd name="T26" fmla="*/ 113 w 294"/>
              <a:gd name="T27" fmla="*/ 249 h 331"/>
              <a:gd name="T28" fmla="*/ 128 w 294"/>
              <a:gd name="T29" fmla="*/ 224 h 331"/>
              <a:gd name="T30" fmla="*/ 148 w 294"/>
              <a:gd name="T31" fmla="*/ 202 h 331"/>
              <a:gd name="T32" fmla="*/ 194 w 294"/>
              <a:gd name="T33" fmla="*/ 158 h 331"/>
              <a:gd name="T34" fmla="*/ 209 w 294"/>
              <a:gd name="T35" fmla="*/ 140 h 331"/>
              <a:gd name="T36" fmla="*/ 213 w 294"/>
              <a:gd name="T37" fmla="*/ 129 h 331"/>
              <a:gd name="T38" fmla="*/ 213 w 294"/>
              <a:gd name="T39" fmla="*/ 105 h 331"/>
              <a:gd name="T40" fmla="*/ 195 w 294"/>
              <a:gd name="T41" fmla="*/ 78 h 331"/>
              <a:gd name="T42" fmla="*/ 175 w 294"/>
              <a:gd name="T43" fmla="*/ 65 h 331"/>
              <a:gd name="T44" fmla="*/ 150 w 294"/>
              <a:gd name="T45" fmla="*/ 62 h 331"/>
              <a:gd name="T46" fmla="*/ 111 w 294"/>
              <a:gd name="T47" fmla="*/ 72 h 331"/>
              <a:gd name="T48" fmla="*/ 95 w 294"/>
              <a:gd name="T49" fmla="*/ 88 h 331"/>
              <a:gd name="T50" fmla="*/ 77 w 294"/>
              <a:gd name="T51" fmla="*/ 127 h 331"/>
              <a:gd name="T52" fmla="*/ 71 w 294"/>
              <a:gd name="T53" fmla="*/ 142 h 331"/>
              <a:gd name="T54" fmla="*/ 57 w 294"/>
              <a:gd name="T55" fmla="*/ 156 h 331"/>
              <a:gd name="T56" fmla="*/ 40 w 294"/>
              <a:gd name="T57" fmla="*/ 161 h 331"/>
              <a:gd name="T58" fmla="*/ 24 w 294"/>
              <a:gd name="T59" fmla="*/ 158 h 331"/>
              <a:gd name="T60" fmla="*/ 11 w 294"/>
              <a:gd name="T61" fmla="*/ 150 h 331"/>
              <a:gd name="T62" fmla="*/ 0 w 294"/>
              <a:gd name="T63" fmla="*/ 131 h 331"/>
              <a:gd name="T64" fmla="*/ 0 w 294"/>
              <a:gd name="T65" fmla="*/ 111 h 331"/>
              <a:gd name="T66" fmla="*/ 16 w 294"/>
              <a:gd name="T67" fmla="*/ 68 h 331"/>
              <a:gd name="T68" fmla="*/ 39 w 294"/>
              <a:gd name="T69" fmla="*/ 42 h 331"/>
              <a:gd name="T70" fmla="*/ 68 w 294"/>
              <a:gd name="T71" fmla="*/ 19 h 331"/>
              <a:gd name="T72" fmla="*/ 127 w 294"/>
              <a:gd name="T73" fmla="*/ 1 h 331"/>
              <a:gd name="T74" fmla="*/ 170 w 294"/>
              <a:gd name="T75" fmla="*/ 1 h 331"/>
              <a:gd name="T76" fmla="*/ 225 w 294"/>
              <a:gd name="T77" fmla="*/ 14 h 331"/>
              <a:gd name="T78" fmla="*/ 255 w 294"/>
              <a:gd name="T79" fmla="*/ 33 h 331"/>
              <a:gd name="T80" fmla="*/ 276 w 294"/>
              <a:gd name="T81" fmla="*/ 57 h 331"/>
              <a:gd name="T82" fmla="*/ 293 w 294"/>
              <a:gd name="T83" fmla="*/ 100 h 331"/>
              <a:gd name="T84" fmla="*/ 294 w 294"/>
              <a:gd name="T85" fmla="*/ 127 h 331"/>
              <a:gd name="T86" fmla="*/ 286 w 294"/>
              <a:gd name="T87" fmla="*/ 16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94" h="331">
                <a:moveTo>
                  <a:pt x="286" y="160"/>
                </a:moveTo>
                <a:lnTo>
                  <a:pt x="286" y="160"/>
                </a:lnTo>
                <a:lnTo>
                  <a:pt x="280" y="168"/>
                </a:lnTo>
                <a:lnTo>
                  <a:pt x="275" y="177"/>
                </a:lnTo>
                <a:lnTo>
                  <a:pt x="268" y="185"/>
                </a:lnTo>
                <a:lnTo>
                  <a:pt x="261" y="192"/>
                </a:lnTo>
                <a:lnTo>
                  <a:pt x="261" y="192"/>
                </a:lnTo>
                <a:lnTo>
                  <a:pt x="211" y="239"/>
                </a:lnTo>
                <a:lnTo>
                  <a:pt x="211" y="239"/>
                </a:lnTo>
                <a:lnTo>
                  <a:pt x="196" y="255"/>
                </a:lnTo>
                <a:lnTo>
                  <a:pt x="196" y="255"/>
                </a:lnTo>
                <a:lnTo>
                  <a:pt x="190" y="263"/>
                </a:lnTo>
                <a:lnTo>
                  <a:pt x="186" y="269"/>
                </a:lnTo>
                <a:lnTo>
                  <a:pt x="186" y="269"/>
                </a:lnTo>
                <a:lnTo>
                  <a:pt x="183" y="280"/>
                </a:lnTo>
                <a:lnTo>
                  <a:pt x="183" y="280"/>
                </a:lnTo>
                <a:lnTo>
                  <a:pt x="178" y="300"/>
                </a:lnTo>
                <a:lnTo>
                  <a:pt x="178" y="300"/>
                </a:lnTo>
                <a:lnTo>
                  <a:pt x="176" y="307"/>
                </a:lnTo>
                <a:lnTo>
                  <a:pt x="174" y="314"/>
                </a:lnTo>
                <a:lnTo>
                  <a:pt x="170" y="319"/>
                </a:lnTo>
                <a:lnTo>
                  <a:pt x="167" y="324"/>
                </a:lnTo>
                <a:lnTo>
                  <a:pt x="162" y="327"/>
                </a:lnTo>
                <a:lnTo>
                  <a:pt x="157" y="330"/>
                </a:lnTo>
                <a:lnTo>
                  <a:pt x="150" y="331"/>
                </a:lnTo>
                <a:lnTo>
                  <a:pt x="143" y="331"/>
                </a:lnTo>
                <a:lnTo>
                  <a:pt x="143" y="331"/>
                </a:lnTo>
                <a:lnTo>
                  <a:pt x="136" y="331"/>
                </a:lnTo>
                <a:lnTo>
                  <a:pt x="129" y="329"/>
                </a:lnTo>
                <a:lnTo>
                  <a:pt x="123" y="326"/>
                </a:lnTo>
                <a:lnTo>
                  <a:pt x="117" y="321"/>
                </a:lnTo>
                <a:lnTo>
                  <a:pt x="117" y="321"/>
                </a:lnTo>
                <a:lnTo>
                  <a:pt x="113" y="316"/>
                </a:lnTo>
                <a:lnTo>
                  <a:pt x="109" y="309"/>
                </a:lnTo>
                <a:lnTo>
                  <a:pt x="107" y="301"/>
                </a:lnTo>
                <a:lnTo>
                  <a:pt x="107" y="293"/>
                </a:lnTo>
                <a:lnTo>
                  <a:pt x="107" y="293"/>
                </a:lnTo>
                <a:lnTo>
                  <a:pt x="107" y="280"/>
                </a:lnTo>
                <a:lnTo>
                  <a:pt x="108" y="269"/>
                </a:lnTo>
                <a:lnTo>
                  <a:pt x="111" y="259"/>
                </a:lnTo>
                <a:lnTo>
                  <a:pt x="113" y="249"/>
                </a:lnTo>
                <a:lnTo>
                  <a:pt x="113" y="249"/>
                </a:lnTo>
                <a:lnTo>
                  <a:pt x="118" y="240"/>
                </a:lnTo>
                <a:lnTo>
                  <a:pt x="122" y="232"/>
                </a:lnTo>
                <a:lnTo>
                  <a:pt x="128" y="224"/>
                </a:lnTo>
                <a:lnTo>
                  <a:pt x="133" y="217"/>
                </a:lnTo>
                <a:lnTo>
                  <a:pt x="133" y="217"/>
                </a:lnTo>
                <a:lnTo>
                  <a:pt x="148" y="202"/>
                </a:lnTo>
                <a:lnTo>
                  <a:pt x="168" y="183"/>
                </a:lnTo>
                <a:lnTo>
                  <a:pt x="168" y="183"/>
                </a:lnTo>
                <a:lnTo>
                  <a:pt x="194" y="158"/>
                </a:lnTo>
                <a:lnTo>
                  <a:pt x="194" y="158"/>
                </a:lnTo>
                <a:lnTo>
                  <a:pt x="201" y="150"/>
                </a:lnTo>
                <a:lnTo>
                  <a:pt x="209" y="140"/>
                </a:lnTo>
                <a:lnTo>
                  <a:pt x="209" y="140"/>
                </a:lnTo>
                <a:lnTo>
                  <a:pt x="210" y="134"/>
                </a:lnTo>
                <a:lnTo>
                  <a:pt x="213" y="129"/>
                </a:lnTo>
                <a:lnTo>
                  <a:pt x="214" y="117"/>
                </a:lnTo>
                <a:lnTo>
                  <a:pt x="214" y="117"/>
                </a:lnTo>
                <a:lnTo>
                  <a:pt x="213" y="105"/>
                </a:lnTo>
                <a:lnTo>
                  <a:pt x="209" y="95"/>
                </a:lnTo>
                <a:lnTo>
                  <a:pt x="204" y="85"/>
                </a:lnTo>
                <a:lnTo>
                  <a:pt x="195" y="78"/>
                </a:lnTo>
                <a:lnTo>
                  <a:pt x="195" y="78"/>
                </a:lnTo>
                <a:lnTo>
                  <a:pt x="186" y="70"/>
                </a:lnTo>
                <a:lnTo>
                  <a:pt x="175" y="65"/>
                </a:lnTo>
                <a:lnTo>
                  <a:pt x="163" y="63"/>
                </a:lnTo>
                <a:lnTo>
                  <a:pt x="150" y="62"/>
                </a:lnTo>
                <a:lnTo>
                  <a:pt x="150" y="62"/>
                </a:lnTo>
                <a:lnTo>
                  <a:pt x="134" y="63"/>
                </a:lnTo>
                <a:lnTo>
                  <a:pt x="122" y="67"/>
                </a:lnTo>
                <a:lnTo>
                  <a:pt x="111" y="72"/>
                </a:lnTo>
                <a:lnTo>
                  <a:pt x="102" y="79"/>
                </a:lnTo>
                <a:lnTo>
                  <a:pt x="102" y="79"/>
                </a:lnTo>
                <a:lnTo>
                  <a:pt x="95" y="88"/>
                </a:lnTo>
                <a:lnTo>
                  <a:pt x="88" y="99"/>
                </a:lnTo>
                <a:lnTo>
                  <a:pt x="82" y="113"/>
                </a:lnTo>
                <a:lnTo>
                  <a:pt x="77" y="127"/>
                </a:lnTo>
                <a:lnTo>
                  <a:pt x="77" y="127"/>
                </a:lnTo>
                <a:lnTo>
                  <a:pt x="75" y="135"/>
                </a:lnTo>
                <a:lnTo>
                  <a:pt x="71" y="142"/>
                </a:lnTo>
                <a:lnTo>
                  <a:pt x="67" y="147"/>
                </a:lnTo>
                <a:lnTo>
                  <a:pt x="62" y="152"/>
                </a:lnTo>
                <a:lnTo>
                  <a:pt x="57" y="156"/>
                </a:lnTo>
                <a:lnTo>
                  <a:pt x="52" y="158"/>
                </a:lnTo>
                <a:lnTo>
                  <a:pt x="46" y="161"/>
                </a:lnTo>
                <a:lnTo>
                  <a:pt x="40" y="161"/>
                </a:lnTo>
                <a:lnTo>
                  <a:pt x="40" y="161"/>
                </a:lnTo>
                <a:lnTo>
                  <a:pt x="31" y="161"/>
                </a:lnTo>
                <a:lnTo>
                  <a:pt x="24" y="158"/>
                </a:lnTo>
                <a:lnTo>
                  <a:pt x="18" y="155"/>
                </a:lnTo>
                <a:lnTo>
                  <a:pt x="11" y="150"/>
                </a:lnTo>
                <a:lnTo>
                  <a:pt x="11" y="150"/>
                </a:lnTo>
                <a:lnTo>
                  <a:pt x="6" y="144"/>
                </a:lnTo>
                <a:lnTo>
                  <a:pt x="3" y="137"/>
                </a:lnTo>
                <a:lnTo>
                  <a:pt x="0" y="131"/>
                </a:lnTo>
                <a:lnTo>
                  <a:pt x="0" y="125"/>
                </a:lnTo>
                <a:lnTo>
                  <a:pt x="0" y="125"/>
                </a:lnTo>
                <a:lnTo>
                  <a:pt x="0" y="111"/>
                </a:lnTo>
                <a:lnTo>
                  <a:pt x="4" y="96"/>
                </a:lnTo>
                <a:lnTo>
                  <a:pt x="9" y="83"/>
                </a:lnTo>
                <a:lnTo>
                  <a:pt x="16" y="68"/>
                </a:lnTo>
                <a:lnTo>
                  <a:pt x="16" y="68"/>
                </a:lnTo>
                <a:lnTo>
                  <a:pt x="26" y="54"/>
                </a:lnTo>
                <a:lnTo>
                  <a:pt x="39" y="42"/>
                </a:lnTo>
                <a:lnTo>
                  <a:pt x="52" y="29"/>
                </a:lnTo>
                <a:lnTo>
                  <a:pt x="68" y="19"/>
                </a:lnTo>
                <a:lnTo>
                  <a:pt x="68" y="19"/>
                </a:lnTo>
                <a:lnTo>
                  <a:pt x="87" y="11"/>
                </a:lnTo>
                <a:lnTo>
                  <a:pt x="106" y="4"/>
                </a:lnTo>
                <a:lnTo>
                  <a:pt x="127" y="1"/>
                </a:lnTo>
                <a:lnTo>
                  <a:pt x="149" y="0"/>
                </a:lnTo>
                <a:lnTo>
                  <a:pt x="149" y="0"/>
                </a:lnTo>
                <a:lnTo>
                  <a:pt x="170" y="1"/>
                </a:lnTo>
                <a:lnTo>
                  <a:pt x="189" y="3"/>
                </a:lnTo>
                <a:lnTo>
                  <a:pt x="208" y="7"/>
                </a:lnTo>
                <a:lnTo>
                  <a:pt x="225" y="14"/>
                </a:lnTo>
                <a:lnTo>
                  <a:pt x="225" y="14"/>
                </a:lnTo>
                <a:lnTo>
                  <a:pt x="240" y="23"/>
                </a:lnTo>
                <a:lnTo>
                  <a:pt x="255" y="33"/>
                </a:lnTo>
                <a:lnTo>
                  <a:pt x="266" y="44"/>
                </a:lnTo>
                <a:lnTo>
                  <a:pt x="276" y="57"/>
                </a:lnTo>
                <a:lnTo>
                  <a:pt x="276" y="57"/>
                </a:lnTo>
                <a:lnTo>
                  <a:pt x="285" y="70"/>
                </a:lnTo>
                <a:lnTo>
                  <a:pt x="289" y="85"/>
                </a:lnTo>
                <a:lnTo>
                  <a:pt x="293" y="100"/>
                </a:lnTo>
                <a:lnTo>
                  <a:pt x="294" y="115"/>
                </a:lnTo>
                <a:lnTo>
                  <a:pt x="294" y="115"/>
                </a:lnTo>
                <a:lnTo>
                  <a:pt x="294" y="127"/>
                </a:lnTo>
                <a:lnTo>
                  <a:pt x="292" y="139"/>
                </a:lnTo>
                <a:lnTo>
                  <a:pt x="289" y="150"/>
                </a:lnTo>
                <a:lnTo>
                  <a:pt x="286" y="160"/>
                </a:lnTo>
                <a:lnTo>
                  <a:pt x="286" y="1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7014845" cy="76200"/>
            <a:chOff x="533" y="1802"/>
            <a:chExt cx="4250" cy="120"/>
          </a:xfrm>
        </p:grpSpPr>
        <p:sp>
          <p:nvSpPr>
            <p:cNvPr id="9" name="矩形 8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任意多边形 14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6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3736975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风格一致</a:t>
            </a: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—符合品牌风格</a:t>
            </a:r>
            <a:endParaRPr altLang="zh-CN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 descr="C:/Users/92973/AppData/Local/Temp/picturecompress_20210509001914/output_89.pngoutput_8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110" y="1784350"/>
            <a:ext cx="3098165" cy="2505710"/>
          </a:xfrm>
          <a:prstGeom prst="rect">
            <a:avLst/>
          </a:prstGeom>
        </p:spPr>
      </p:pic>
      <p:pic>
        <p:nvPicPr>
          <p:cNvPr id="6" name="图片 5" descr="C:/Users/92973/AppData/Local/Temp/picturecompress_20210509001914/output_90.pngoutput_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380" y="1811655"/>
            <a:ext cx="3710305" cy="24504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2315" y="4464050"/>
            <a:ext cx="2581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12315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25340" y="4464050"/>
            <a:ext cx="2581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号：强生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57895" y="4464050"/>
            <a:ext cx="2581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NIKE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C:/Users/92973/AppData/Local/Temp/picturecompress_20210509001914/output_91.pngoutput_9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85" y="1694815"/>
            <a:ext cx="2324100" cy="2413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756015" y="5010785"/>
            <a:ext cx="2383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JUST DO IT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42315" y="4464050"/>
            <a:ext cx="2581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号：例外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23030" y="4464050"/>
            <a:ext cx="3713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号：北大光华管理学院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00670" y="4464050"/>
            <a:ext cx="4004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沃尔沃安全汽车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C:/Users/92973/AppData/Local/Temp/picturecompress_20210509001914/output_92.pngoutput_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55" y="1918335"/>
            <a:ext cx="3359785" cy="2293620"/>
          </a:xfrm>
          <a:prstGeom prst="rect">
            <a:avLst/>
          </a:prstGeom>
        </p:spPr>
      </p:pic>
      <p:pic>
        <p:nvPicPr>
          <p:cNvPr id="11" name="图片 10" descr="C:/Users/92973/AppData/Local/Temp/picturecompress_20210509001914/output_93.pngoutput_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840" y="1908175"/>
            <a:ext cx="3455670" cy="2303780"/>
          </a:xfrm>
          <a:prstGeom prst="rect">
            <a:avLst/>
          </a:prstGeom>
        </p:spPr>
      </p:pic>
      <p:pic>
        <p:nvPicPr>
          <p:cNvPr id="12" name="图片 11" descr="C:/Users/92973/AppData/Local/Temp/picturecompress_20210509001914/output_94.pngoutput_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615" y="1944370"/>
            <a:ext cx="3538220" cy="2354580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 flipV="1">
            <a:off x="338455" y="1151890"/>
            <a:ext cx="7014845" cy="76200"/>
            <a:chOff x="533" y="1802"/>
            <a:chExt cx="4250" cy="120"/>
          </a:xfrm>
        </p:grpSpPr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6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7"/>
            </p:custDataLst>
          </p:nvPr>
        </p:nvSpPr>
        <p:spPr>
          <a:xfrm>
            <a:off x="338455" y="615950"/>
            <a:ext cx="3736975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风格一致</a:t>
            </a: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—符合品牌风格</a:t>
            </a:r>
            <a:endParaRPr altLang="zh-CN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4140" y="4464050"/>
            <a:ext cx="3677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号：disvoery 探索频道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23030" y="4464050"/>
            <a:ext cx="3713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号：劳力士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00670" y="4539615"/>
            <a:ext cx="4004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号：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zen 茶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C:/Users/92973/AppData/Local/Temp/picturecompress_20210509001914/output_95.pngoutput_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" y="2279650"/>
            <a:ext cx="3597275" cy="1684020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96.pngoutput_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820" y="2418080"/>
            <a:ext cx="3163570" cy="1407795"/>
          </a:xfrm>
          <a:prstGeom prst="rect">
            <a:avLst/>
          </a:prstGeom>
        </p:spPr>
      </p:pic>
      <p:pic>
        <p:nvPicPr>
          <p:cNvPr id="6" name="图片 5" descr="C:/Users/92973/AppData/Local/Temp/picturecompress_20210509001914/output_97.pngoutput_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485" y="2049145"/>
            <a:ext cx="2392680" cy="2414905"/>
          </a:xfrm>
          <a:prstGeom prst="rect">
            <a:avLst/>
          </a:prstGeom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 flipV="1">
            <a:off x="338455" y="1151890"/>
            <a:ext cx="7014845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7"/>
            </p:custDataLst>
          </p:nvPr>
        </p:nvSpPr>
        <p:spPr>
          <a:xfrm>
            <a:off x="338455" y="615950"/>
            <a:ext cx="3736975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风格一致</a:t>
            </a: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—符合品牌风格</a:t>
            </a:r>
            <a:endParaRPr altLang="zh-CN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123245"/>
            <a:ext cx="12192000" cy="1734755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01775" y="5742940"/>
            <a:ext cx="904557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sz="4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图片要能被客户感知</a:t>
            </a:r>
            <a:r>
              <a:rPr lang="en-US" sz="4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feeling</a:t>
            </a:r>
            <a:endParaRPr lang="en-US" altLang="en-US" sz="4000" b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C:/Users/92973/AppData/Local/Temp/picturecompress_20210509001914/output_98.jpgoutput_9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69540" y="151765"/>
            <a:ext cx="7313295" cy="4874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C:/Users/92973/AppData/Local/Temp/picturecompress_20210509001914/output_99.jpgoutput_99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448863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80" h="10800">
                <a:moveTo>
                  <a:pt x="0" y="0"/>
                </a:moveTo>
                <a:lnTo>
                  <a:pt x="14880" y="0"/>
                </a:lnTo>
                <a:lnTo>
                  <a:pt x="1488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bj"/>
          <p:cNvSpPr/>
          <p:nvPr>
            <p:custDataLst>
              <p:tags r:id="rId3"/>
            </p:custDataLst>
          </p:nvPr>
        </p:nvSpPr>
        <p:spPr>
          <a:xfrm>
            <a:off x="7467660" y="1219210"/>
            <a:ext cx="4077970" cy="457073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7772462" y="1828804"/>
            <a:ext cx="3505225" cy="914413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sz="4800" b="1" spc="32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场景和共鸣</a:t>
            </a:r>
            <a:endParaRPr lang="zh-CN" sz="4800" b="1" spc="32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Title 6"/>
          <p:cNvSpPr txBox="1"/>
          <p:nvPr>
            <p:custDataLst>
              <p:tags r:id="rId5"/>
            </p:custDataLst>
          </p:nvPr>
        </p:nvSpPr>
        <p:spPr>
          <a:xfrm>
            <a:off x="7772462" y="2895480"/>
            <a:ext cx="3505225" cy="218821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hook=勾住消费者，使他停留 </a:t>
            </a:r>
            <a:endParaRPr lang="en-US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boot=使他向往的理由和动力 （是你 或者成为你）</a:t>
            </a:r>
            <a:endParaRPr lang="en-US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00.jpgoutput_100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-635" y="0"/>
            <a:ext cx="9449423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81" h="10800">
                <a:moveTo>
                  <a:pt x="0" y="0"/>
                </a:moveTo>
                <a:lnTo>
                  <a:pt x="14881" y="0"/>
                </a:lnTo>
                <a:lnTo>
                  <a:pt x="1488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" name="bj"/>
          <p:cNvSpPr/>
          <p:nvPr>
            <p:custDataLst>
              <p:tags r:id="rId3"/>
            </p:custDataLst>
          </p:nvPr>
        </p:nvSpPr>
        <p:spPr>
          <a:xfrm>
            <a:off x="7467660" y="1219210"/>
            <a:ext cx="4077970" cy="457073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4"/>
            </p:custDataLst>
          </p:nvPr>
        </p:nvSpPr>
        <p:spPr>
          <a:xfrm>
            <a:off x="7614920" y="2590800"/>
            <a:ext cx="3827145" cy="161417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是一个人</a:t>
            </a:r>
            <a:endParaRPr lang="zh-CN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-28575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sz="22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性别 年龄 穿搭 个性 嗜好 价值观</a:t>
            </a:r>
            <a:endParaRPr lang="zh-CN" sz="22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01.pngoutput_10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312420" y="304781"/>
            <a:ext cx="6065558" cy="624843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640" h="9840">
                <a:moveTo>
                  <a:pt x="0" y="0"/>
                </a:moveTo>
                <a:lnTo>
                  <a:pt x="8640" y="0"/>
                </a:lnTo>
                <a:lnTo>
                  <a:pt x="8640" y="9840"/>
                </a:lnTo>
                <a:lnTo>
                  <a:pt x="0" y="984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614160" y="2341245"/>
            <a:ext cx="5129530" cy="231394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moodboard</a:t>
            </a:r>
            <a:endParaRPr lang="en-US" sz="3200" b="1" spc="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b="1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=thinking like a stylist</a:t>
            </a:r>
            <a:endParaRPr lang="en-US" sz="2400" b="1" spc="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11515090" y="473710"/>
            <a:ext cx="381000" cy="0"/>
          </a:xfrm>
          <a:prstGeom prst="line">
            <a:avLst/>
          </a:prstGeom>
          <a:ln w="1587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>
            <a:off x="11515090" y="565785"/>
            <a:ext cx="304800" cy="0"/>
          </a:xfrm>
          <a:prstGeom prst="line">
            <a:avLst/>
          </a:prstGeom>
          <a:ln w="1587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11515090" y="657860"/>
            <a:ext cx="228600" cy="0"/>
          </a:xfrm>
          <a:prstGeom prst="line">
            <a:avLst/>
          </a:prstGeom>
          <a:ln w="1587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2341880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209042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文案风格一致</a:t>
            </a:r>
            <a:endParaRPr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8455" y="1362710"/>
            <a:ext cx="6040755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sqca </a:t>
            </a:r>
            <a:r>
              <a:rPr lang="zh-CN" altLang="en-US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（归纳总结模型）</a:t>
            </a:r>
            <a:endParaRPr lang="en-US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1/</a:t>
            </a:r>
            <a:r>
              <a:rPr lang="zh-CN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先问题—</a:t>
            </a:r>
            <a:r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引入产品</a:t>
            </a:r>
            <a:endParaRPr lang="en-US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2/</a:t>
            </a:r>
            <a:r>
              <a:rPr lang="zh-CN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先场景—</a:t>
            </a:r>
            <a:r>
              <a:rPr lang="en-US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引入产品</a:t>
            </a:r>
            <a:endParaRPr lang="zh-CN" altLang="en-US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10" descr="C:/Users/92973/AppData/Local/Temp/picturecompress_20210509001914/output_102.pngoutput_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035" y="3194050"/>
            <a:ext cx="4214495" cy="2811145"/>
          </a:xfrm>
          <a:prstGeom prst="rect">
            <a:avLst/>
          </a:prstGeom>
        </p:spPr>
      </p:pic>
      <p:pic>
        <p:nvPicPr>
          <p:cNvPr id="8" name="图片 11" descr="C:/Users/92973/AppData/Local/Temp/picturecompress_20210509001914/output_103.pngoutput_10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155" y="3194050"/>
            <a:ext cx="4461510" cy="29749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04.pngoutput_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85" y="1623060"/>
            <a:ext cx="8446135" cy="4821555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 flipV="1">
            <a:off x="338455" y="1151890"/>
            <a:ext cx="2341880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5"/>
            </p:custDataLst>
          </p:nvPr>
        </p:nvSpPr>
        <p:spPr>
          <a:xfrm>
            <a:off x="338455" y="615950"/>
            <a:ext cx="144145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色彩搭配</a:t>
            </a:r>
            <a:endParaRPr lang="zh-CN" altLang="en-US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05.pngoutput_1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67" y="1990299"/>
            <a:ext cx="4847799" cy="4236493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06.pngoutput_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709" y="2040056"/>
            <a:ext cx="4947313" cy="4151194"/>
          </a:xfrm>
          <a:prstGeom prst="rect">
            <a:avLst/>
          </a:prstGeom>
        </p:spPr>
      </p:pic>
      <p:grpSp>
        <p:nvGrpSpPr>
          <p:cNvPr id="7" name="组合 6"/>
          <p:cNvGrpSpPr/>
          <p:nvPr>
            <p:custDataLst>
              <p:tags r:id="rId3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5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6"/>
            </p:custDataLst>
          </p:nvPr>
        </p:nvSpPr>
        <p:spPr>
          <a:xfrm>
            <a:off x="338455" y="615950"/>
            <a:ext cx="2538305" cy="442429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 dirty="0" smtClean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</a:t>
            </a:r>
            <a:r>
              <a:rPr lang="zh-CN" altLang="en-US" sz="2400" b="1" spc="159" dirty="0" smtClean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近</a:t>
            </a:r>
            <a:r>
              <a:rPr lang="zh-CN" altLang="en-US" sz="2400" b="1" spc="159" dirty="0" smtClean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色</a:t>
            </a:r>
            <a:r>
              <a:rPr altLang="zh-CN" sz="2400" b="1" spc="159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159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优雅</a:t>
            </a:r>
            <a:endParaRPr lang="zh-CN" altLang="en-US" sz="2400" b="1" spc="159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07.pngoutput_1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432" y="1610976"/>
            <a:ext cx="3923731" cy="4904664"/>
          </a:xfrm>
          <a:prstGeom prst="rect">
            <a:avLst/>
          </a:prstGeom>
        </p:spPr>
      </p:pic>
      <p:pic>
        <p:nvPicPr>
          <p:cNvPr id="20487" name="Picture 7" descr="C:/Users/92973/AppData/Local/Temp/picturecompress_20210509001914/output_108.jpgoutput_10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09615" y="1941830"/>
            <a:ext cx="4609465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>
            <p:custDataLst>
              <p:tags r:id="rId3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5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6"/>
            </p:custDataLst>
          </p:nvPr>
        </p:nvSpPr>
        <p:spPr>
          <a:xfrm>
            <a:off x="338455" y="615950"/>
            <a:ext cx="3112135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间隔色</a:t>
            </a: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复古时髦</a:t>
            </a:r>
            <a:endParaRPr lang="zh-CN" altLang="en-US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09.pngoutput_1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" y="2298700"/>
            <a:ext cx="4958080" cy="2889885"/>
          </a:xfrm>
          <a:prstGeom prst="rect">
            <a:avLst/>
          </a:prstGeom>
        </p:spPr>
      </p:pic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5"/>
            </p:custDataLst>
          </p:nvPr>
        </p:nvSpPr>
        <p:spPr>
          <a:xfrm>
            <a:off x="338455" y="615950"/>
            <a:ext cx="3112135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间隔色</a:t>
            </a: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复古时髦</a:t>
            </a:r>
            <a:endParaRPr lang="zh-CN" altLang="en-US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 descr="C:/Users/92973/AppData/Local/Temp/picturecompress_20210509001914/output_110.pngoutput_1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640" y="1653540"/>
            <a:ext cx="2987040" cy="4500245"/>
          </a:xfrm>
          <a:prstGeom prst="rect">
            <a:avLst/>
          </a:prstGeom>
        </p:spPr>
      </p:pic>
      <p:pic>
        <p:nvPicPr>
          <p:cNvPr id="6" name="图片 5" descr="C:/Users/92973/AppData/Local/Temp/picturecompress_20210509001914/output_111.pngoutput_1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6505" y="1238250"/>
            <a:ext cx="2551430" cy="5330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92973/AppData/Local/Temp/picturecompress_20210509001914/output_112.pngoutput_1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842" y="2237683"/>
            <a:ext cx="3056530" cy="3810000"/>
          </a:xfrm>
          <a:prstGeom prst="rect">
            <a:avLst/>
          </a:prstGeom>
        </p:spPr>
      </p:pic>
      <p:pic>
        <p:nvPicPr>
          <p:cNvPr id="4" name="图片 3" descr="C:/Users/92973/AppData/Local/Temp/picturecompress_20210509001914/output_113.pngoutput_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539" y="2065513"/>
            <a:ext cx="3042313" cy="4563470"/>
          </a:xfrm>
          <a:prstGeom prst="rect">
            <a:avLst/>
          </a:prstGeom>
        </p:spPr>
      </p:pic>
      <p:pic>
        <p:nvPicPr>
          <p:cNvPr id="6" name="图片 5" descr="C:/Users/92973/AppData/Local/Temp/picturecompress_20210509001914/output_114.pngoutput_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100" y="1876425"/>
            <a:ext cx="3276600" cy="4752975"/>
          </a:xfrm>
          <a:prstGeom prst="rect">
            <a:avLst/>
          </a:prstGeom>
        </p:spPr>
      </p:pic>
      <p:grpSp>
        <p:nvGrpSpPr>
          <p:cNvPr id="7" name="组合 6"/>
          <p:cNvGrpSpPr/>
          <p:nvPr>
            <p:custDataLst>
              <p:tags r:id="rId4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7"/>
            </p:custDataLst>
          </p:nvPr>
        </p:nvSpPr>
        <p:spPr>
          <a:xfrm>
            <a:off x="338455" y="615950"/>
            <a:ext cx="2929255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XX</a:t>
            </a: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色</a:t>
            </a: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青春洋溢</a:t>
            </a:r>
            <a:endParaRPr lang="zh-CN" altLang="en-US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15.pngoutput_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65935"/>
            <a:ext cx="2131695" cy="4626610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16.pngoutput_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623060"/>
            <a:ext cx="3059430" cy="4912360"/>
          </a:xfrm>
          <a:prstGeom prst="rect">
            <a:avLst/>
          </a:prstGeom>
        </p:spPr>
      </p:pic>
      <p:pic>
        <p:nvPicPr>
          <p:cNvPr id="6" name="图片 5" descr="C:/Users/92973/AppData/Local/Temp/picturecompress_20210509001914/output_117.pngoutput_1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770" y="1633220"/>
            <a:ext cx="3733800" cy="4970145"/>
          </a:xfrm>
          <a:prstGeom prst="rect">
            <a:avLst/>
          </a:prstGeom>
        </p:spPr>
      </p:pic>
      <p:grpSp>
        <p:nvGrpSpPr>
          <p:cNvPr id="7" name="组合 6"/>
          <p:cNvGrpSpPr/>
          <p:nvPr>
            <p:custDataLst>
              <p:tags r:id="rId4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7"/>
            </p:custDataLst>
          </p:nvPr>
        </p:nvSpPr>
        <p:spPr>
          <a:xfrm>
            <a:off x="338455" y="615950"/>
            <a:ext cx="3146997" cy="442429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 dirty="0" smtClean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相邻</a:t>
            </a:r>
            <a:r>
              <a:rPr lang="zh-CN" altLang="en-US" sz="2400" b="1" spc="159" dirty="0" smtClean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色</a:t>
            </a:r>
            <a:r>
              <a:rPr altLang="zh-CN" sz="2400" b="1" spc="159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159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青春洋溢</a:t>
            </a:r>
            <a:endParaRPr lang="zh-CN" altLang="en-US" sz="2400" b="1" spc="159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18.pngoutput_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0285" y="1567180"/>
            <a:ext cx="6887210" cy="4899025"/>
          </a:xfrm>
          <a:prstGeom prst="rect">
            <a:avLst/>
          </a:prstGeom>
        </p:spPr>
      </p:pic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5"/>
            </p:custDataLst>
          </p:nvPr>
        </p:nvSpPr>
        <p:spPr>
          <a:xfrm>
            <a:off x="338455" y="615950"/>
            <a:ext cx="2929255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XX</a:t>
            </a: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色</a:t>
            </a: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青春洋溢</a:t>
            </a:r>
            <a:endParaRPr lang="zh-CN" altLang="en-US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92973/AppData/Local/Temp/picturecompress_20210509001914/output_119.pngoutput_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554" y="1952379"/>
            <a:ext cx="3582537" cy="4591903"/>
          </a:xfrm>
          <a:prstGeom prst="rect">
            <a:avLst/>
          </a:prstGeom>
        </p:spPr>
      </p:pic>
      <p:pic>
        <p:nvPicPr>
          <p:cNvPr id="8" name="图片 7" descr="C:/Users/92973/AppData/Local/Temp/picturecompress_20210509001914/output_120.pngoutput_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115" y="1747520"/>
            <a:ext cx="3408045" cy="4872355"/>
          </a:xfrm>
          <a:prstGeom prst="rect">
            <a:avLst/>
          </a:prstGeom>
        </p:spPr>
      </p:pic>
      <p:pic>
        <p:nvPicPr>
          <p:cNvPr id="9" name="图片 8" descr="C:/Users/92973/AppData/Local/Temp/picturecompress_20210509001914/output_121.pngoutput_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995" y="2154555"/>
            <a:ext cx="4161155" cy="4187190"/>
          </a:xfrm>
          <a:prstGeom prst="rect">
            <a:avLst/>
          </a:prstGeom>
        </p:spPr>
      </p:pic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7"/>
            </p:custDataLst>
          </p:nvPr>
        </p:nvSpPr>
        <p:spPr>
          <a:xfrm>
            <a:off x="338455" y="615950"/>
            <a:ext cx="2463165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对比色</a:t>
            </a:r>
            <a:r>
              <a:rPr altLang="zh-CN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时尚</a:t>
            </a:r>
            <a:endParaRPr lang="zh-CN" altLang="en-US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22.pngoutput_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144" y="1947649"/>
            <a:ext cx="3497239" cy="4662985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23.pngoutput_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534" y="2011424"/>
            <a:ext cx="3483022" cy="4648769"/>
          </a:xfrm>
          <a:prstGeom prst="rect">
            <a:avLst/>
          </a:prstGeom>
        </p:spPr>
      </p:pic>
      <p:pic>
        <p:nvPicPr>
          <p:cNvPr id="6" name="图片 5" descr="C:/Users/92973/AppData/Local/Temp/picturecompress_20210509001914/output_124.pngoutput_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" y="1898242"/>
            <a:ext cx="3568321" cy="4762500"/>
          </a:xfrm>
          <a:prstGeom prst="rect">
            <a:avLst/>
          </a:prstGeom>
        </p:spPr>
      </p:pic>
      <p:grpSp>
        <p:nvGrpSpPr>
          <p:cNvPr id="8" name="组合 7"/>
          <p:cNvGrpSpPr/>
          <p:nvPr>
            <p:custDataLst>
              <p:tags r:id="rId4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7"/>
            </p:custDataLst>
          </p:nvPr>
        </p:nvSpPr>
        <p:spPr>
          <a:xfrm>
            <a:off x="338455" y="615950"/>
            <a:ext cx="209042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生活方式呈现</a:t>
            </a:r>
            <a:endParaRPr lang="zh-CN" altLang="en-US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25.pngoutput_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5805" y="2067560"/>
            <a:ext cx="2296160" cy="4097020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26.pngoutput_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40" y="2227457"/>
            <a:ext cx="2601604" cy="3227127"/>
          </a:xfrm>
          <a:prstGeom prst="rect">
            <a:avLst/>
          </a:prstGeom>
        </p:spPr>
      </p:pic>
      <p:pic>
        <p:nvPicPr>
          <p:cNvPr id="6" name="图片 5" descr="C:/Users/92973/AppData/Local/Temp/picturecompress_20210509001914/output_127.pngoutput_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589" y="1926325"/>
            <a:ext cx="3340858" cy="4449739"/>
          </a:xfrm>
          <a:prstGeom prst="rect">
            <a:avLst/>
          </a:prstGeom>
        </p:spPr>
      </p:pic>
      <p:pic>
        <p:nvPicPr>
          <p:cNvPr id="7" name="图片 6" descr="C:/Users/92973/AppData/Local/Temp/picturecompress_20210509001914/output_128.pngoutput_1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227" y="1926713"/>
            <a:ext cx="2459440" cy="4378657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 flipV="1">
            <a:off x="338455" y="1161415"/>
            <a:ext cx="3585210" cy="12319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7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8"/>
            </p:custDataLst>
          </p:nvPr>
        </p:nvSpPr>
        <p:spPr>
          <a:xfrm>
            <a:off x="338455" y="615950"/>
            <a:ext cx="209042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生活方式呈现</a:t>
            </a:r>
            <a:endParaRPr lang="zh-CN" altLang="en-US"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92973/AppData/Local/Temp/picturecompress_20210509001914/output_129.pngoutput_1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9609" y="1587851"/>
            <a:ext cx="2957015" cy="4890448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30.pngoutput_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795" y="1219200"/>
            <a:ext cx="3464560" cy="5494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/>
    </mc:Choice>
    <mc:Fallback>
      <p:transition spd="slow" advTm="3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2738755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273939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爆品卖点文案提炼</a:t>
            </a:r>
            <a:endParaRPr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C:/Users/92973/AppData/Local/Temp/picturecompress_20210509001914/output_131.pngoutput_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90" y="2992120"/>
            <a:ext cx="5989955" cy="281051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372110" y="1597660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2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sz="2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销售量</a:t>
            </a:r>
            <a:endParaRPr lang="zh-CN" altLang="en-US" sz="2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C:/Users/92973/AppData/Local/Temp/picturecompress_20210509001914/output_132.pngoutput_1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4675" y="2867025"/>
            <a:ext cx="4521200" cy="30607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2738755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273939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爆品卖点文案提炼</a:t>
            </a:r>
            <a:endParaRPr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8455" y="134302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产品差异性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（功能）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 descr="C:/Users/92973/AppData/Local/Temp/picturecompress_20210509001914/output_133.pngoutput_1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315" y="2175510"/>
            <a:ext cx="3277235" cy="4413250"/>
          </a:xfrm>
          <a:prstGeom prst="rect">
            <a:avLst/>
          </a:prstGeom>
        </p:spPr>
      </p:pic>
      <p:pic>
        <p:nvPicPr>
          <p:cNvPr id="10" name="图片 9" descr="C:/Users/92973/AppData/Local/Temp/picturecompress_20210509001914/output_134.pngoutput_1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5145" y="2096135"/>
            <a:ext cx="3321685" cy="4492625"/>
          </a:xfrm>
          <a:prstGeom prst="rect">
            <a:avLst/>
          </a:prstGeom>
        </p:spPr>
      </p:pic>
      <p:pic>
        <p:nvPicPr>
          <p:cNvPr id="14" name="图片 13" descr="C:/Users/92973/AppData/Local/Temp/picturecompress_20210509001914/output_135.pngoutput_1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455" y="1974850"/>
            <a:ext cx="3441065" cy="461391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2738755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273939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爆品卖点文案提炼</a:t>
            </a:r>
            <a:endParaRPr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8455" y="134302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产品差异性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（效果）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C:/Users/92973/AppData/Local/Temp/picturecompress_20210509001914/output_136.pngoutput_1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25" y="2014220"/>
            <a:ext cx="3284220" cy="4429760"/>
          </a:xfrm>
          <a:prstGeom prst="rect">
            <a:avLst/>
          </a:prstGeom>
        </p:spPr>
      </p:pic>
      <p:pic>
        <p:nvPicPr>
          <p:cNvPr id="3" name="图片 2" descr="C:/Users/92973/AppData/Local/Temp/picturecompress_20210509001914/output_137.pngoutput_1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435" y="1931670"/>
            <a:ext cx="3420745" cy="4594225"/>
          </a:xfrm>
          <a:prstGeom prst="rect">
            <a:avLst/>
          </a:prstGeom>
        </p:spPr>
      </p:pic>
      <p:pic>
        <p:nvPicPr>
          <p:cNvPr id="9" name="图片 8" descr="C:/Users/92973/AppData/Local/Temp/picturecompress_20210509001914/output_138.pngoutput_1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2014220"/>
            <a:ext cx="3315335" cy="443738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2738755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273939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爆品卖点文案提炼</a:t>
            </a:r>
            <a:endParaRPr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8455" y="134302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产品差异性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（喜欢程度）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C:/Users/92973/AppData/Local/Temp/picturecompress_20210509001914/output_139.pngoutput_1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0" y="2033905"/>
            <a:ext cx="3314700" cy="4439920"/>
          </a:xfrm>
          <a:prstGeom prst="rect">
            <a:avLst/>
          </a:prstGeom>
        </p:spPr>
      </p:pic>
      <p:pic>
        <p:nvPicPr>
          <p:cNvPr id="3" name="图片 2" descr="C:/Users/92973/AppData/Local/Temp/picturecompress_20210509001914/output_140.pngoutput_1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8640" y="2007870"/>
            <a:ext cx="3408680" cy="4552315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41.pngoutput_1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8190" y="1970405"/>
            <a:ext cx="3366135" cy="450342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2738755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273939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爆品卖点文案提炼</a:t>
            </a:r>
            <a:endParaRPr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8455" y="134302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产品差异性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（外观）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C:/Users/92973/AppData/Local/Temp/picturecompress_20210509001914/output_142.pngoutput_1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80" y="1980565"/>
            <a:ext cx="3074670" cy="4345305"/>
          </a:xfrm>
          <a:prstGeom prst="rect">
            <a:avLst/>
          </a:prstGeom>
        </p:spPr>
      </p:pic>
      <p:pic>
        <p:nvPicPr>
          <p:cNvPr id="6" name="图片 5" descr="C:/Users/92973/AppData/Local/Temp/picturecompress_20210509001914/output_143.pngoutput_1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350" y="1972310"/>
            <a:ext cx="2972435" cy="4353560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44.pngoutput_1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3930" y="2552700"/>
            <a:ext cx="4742180" cy="27686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2738755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273939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爆品卖点文案提炼</a:t>
            </a:r>
            <a:endParaRPr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8455" y="134302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产品差异性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（价格）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C:/Users/92973/AppData/Local/Temp/picturecompress_20210509001914/output_145.pngoutput_1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55" y="2095500"/>
            <a:ext cx="3307080" cy="4470400"/>
          </a:xfrm>
          <a:prstGeom prst="rect">
            <a:avLst/>
          </a:prstGeom>
        </p:spPr>
      </p:pic>
      <p:pic>
        <p:nvPicPr>
          <p:cNvPr id="3" name="图片 2" descr="C:/Users/92973/AppData/Local/Temp/picturecompress_20210509001914/output_146.pngoutput_1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6710" y="2037080"/>
            <a:ext cx="3482340" cy="4587875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47.pngoutput_1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095" y="2001520"/>
            <a:ext cx="3450590" cy="462343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 flipV="1">
            <a:off x="338455" y="1151890"/>
            <a:ext cx="2738755" cy="76200"/>
            <a:chOff x="533" y="1802"/>
            <a:chExt cx="4250" cy="120"/>
          </a:xfrm>
        </p:grpSpPr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 flipV="1">
              <a:off x="533" y="1802"/>
              <a:ext cx="4251" cy="1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533" y="1802"/>
              <a:ext cx="1046" cy="120"/>
            </a:xfrm>
            <a:custGeom>
              <a:avLst/>
              <a:gdLst>
                <a:gd name="connisteX0" fmla="*/ 0 w 2625090"/>
                <a:gd name="connsiteY0" fmla="*/ 0 h 243840"/>
                <a:gd name="connisteX1" fmla="*/ 2625090 w 2625090"/>
                <a:gd name="connsiteY1" fmla="*/ 0 h 243840"/>
                <a:gd name="connisteX2" fmla="*/ 2484755 w 2625090"/>
                <a:gd name="connsiteY2" fmla="*/ 243840 h 243840"/>
                <a:gd name="connisteX3" fmla="*/ 0 w 2625090"/>
                <a:gd name="connsiteY3" fmla="*/ 243840 h 243840"/>
                <a:gd name="connisteX4" fmla="*/ 0 w 2625090"/>
                <a:gd name="connsiteY4" fmla="*/ 0 h 2438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625090" h="243840">
                  <a:moveTo>
                    <a:pt x="0" y="0"/>
                  </a:moveTo>
                  <a:lnTo>
                    <a:pt x="2625090" y="0"/>
                  </a:lnTo>
                  <a:lnTo>
                    <a:pt x="248475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3" name="Title 6"/>
          <p:cNvSpPr txBox="1"/>
          <p:nvPr>
            <p:custDataLst>
              <p:tags r:id="rId4"/>
            </p:custDataLst>
          </p:nvPr>
        </p:nvSpPr>
        <p:spPr>
          <a:xfrm>
            <a:off x="338455" y="615950"/>
            <a:ext cx="273939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sz="2400" b="1" spc="159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爆品卖点文案提炼</a:t>
            </a:r>
            <a:endParaRPr sz="2400" b="1" spc="159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8455" y="134302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产品差异性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（本身产品核心竞争力）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C:/Users/92973/AppData/Local/Temp/picturecompress_20210509001914/output_148.pngoutput_1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55" y="2435860"/>
            <a:ext cx="3484880" cy="3596640"/>
          </a:xfrm>
          <a:prstGeom prst="rect">
            <a:avLst/>
          </a:prstGeom>
        </p:spPr>
      </p:pic>
      <p:pic>
        <p:nvPicPr>
          <p:cNvPr id="3" name="图片 2" descr="C:/Users/92973/AppData/Local/Temp/picturecompress_20210509001914/output_149.pngoutput_1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365" y="2105660"/>
            <a:ext cx="3343275" cy="4396105"/>
          </a:xfrm>
          <a:prstGeom prst="rect">
            <a:avLst/>
          </a:prstGeom>
        </p:spPr>
      </p:pic>
      <p:pic>
        <p:nvPicPr>
          <p:cNvPr id="5" name="图片 4" descr="C:/Users/92973/AppData/Local/Temp/picturecompress_20210509001914/output_150.pngoutput_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310" y="2065655"/>
            <a:ext cx="3502025" cy="471678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6111" y="260648"/>
            <a:ext cx="11519780" cy="6336704"/>
          </a:xfrm>
          <a:custGeom>
            <a:avLst/>
            <a:gdLst/>
            <a:ahLst/>
            <a:cxnLst/>
            <a:rect l="l" t="t" r="r" b="b"/>
            <a:pathLst>
              <a:path w="8640960" h="4752528">
                <a:moveTo>
                  <a:pt x="0" y="0"/>
                </a:moveTo>
                <a:lnTo>
                  <a:pt x="8640960" y="0"/>
                </a:lnTo>
                <a:lnTo>
                  <a:pt x="8640960" y="2000422"/>
                </a:lnTo>
                <a:lnTo>
                  <a:pt x="8209646" y="2250584"/>
                </a:lnTo>
                <a:lnTo>
                  <a:pt x="8640960" y="2500746"/>
                </a:lnTo>
                <a:lnTo>
                  <a:pt x="8640960" y="4752528"/>
                </a:lnTo>
                <a:lnTo>
                  <a:pt x="0" y="4752528"/>
                </a:lnTo>
                <a:lnTo>
                  <a:pt x="0" y="2500746"/>
                </a:lnTo>
                <a:lnTo>
                  <a:pt x="431314" y="2250584"/>
                </a:lnTo>
                <a:lnTo>
                  <a:pt x="0" y="2000422"/>
                </a:lnTo>
                <a:close/>
              </a:path>
            </a:pathLst>
          </a:custGeom>
          <a:solidFill>
            <a:schemeClr val="bg1">
              <a:alpha val="86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/>
        </p:nvSpPr>
        <p:spPr>
          <a:xfrm rot="5400000">
            <a:off x="-504770" y="2829822"/>
            <a:ext cx="1056117" cy="910327"/>
          </a:xfrm>
          <a:prstGeom prst="triangle">
            <a:avLst/>
          </a:prstGeom>
          <a:solidFill>
            <a:schemeClr val="tx1">
              <a:lumMod val="85000"/>
              <a:lumOff val="15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等腰三角形 9"/>
          <p:cNvSpPr/>
          <p:nvPr/>
        </p:nvSpPr>
        <p:spPr>
          <a:xfrm rot="16200000" flipH="1">
            <a:off x="11640655" y="2829822"/>
            <a:ext cx="1056117" cy="910327"/>
          </a:xfrm>
          <a:prstGeom prst="triangle">
            <a:avLst/>
          </a:prstGeom>
          <a:solidFill>
            <a:schemeClr val="tx1">
              <a:lumMod val="85000"/>
              <a:lumOff val="15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304578" y="2516899"/>
            <a:ext cx="7679854" cy="1584176"/>
          </a:xfrm>
          <a:prstGeom prst="rect">
            <a:avLst/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319548" y="2854188"/>
            <a:ext cx="6069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>
                <a:cs typeface="+mn-ea"/>
                <a:sym typeface="+mn-lt"/>
              </a:rPr>
              <a:t>谢谢你的观看</a:t>
            </a:r>
            <a:endParaRPr lang="zh-CN" altLang="en-US" sz="6000" dirty="0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526280" y="4384040"/>
            <a:ext cx="2667635" cy="325755"/>
            <a:chOff x="7128" y="6904"/>
            <a:chExt cx="4201" cy="513"/>
          </a:xfrm>
          <a:solidFill>
            <a:schemeClr val="tx1"/>
          </a:solidFill>
        </p:grpSpPr>
        <p:sp>
          <p:nvSpPr>
            <p:cNvPr id="2" name="矩形 1"/>
            <p:cNvSpPr/>
            <p:nvPr/>
          </p:nvSpPr>
          <p:spPr>
            <a:xfrm>
              <a:off x="7128" y="6904"/>
              <a:ext cx="4201" cy="5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339" y="6904"/>
              <a:ext cx="3990" cy="48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授课老师：沈忆老师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SCONTENTSTITLE" val="0"/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LAYERLEVEL" val="1"/>
  <p:tag name="KSO_WM_TAG_VERSION" val="1.0"/>
  <p:tag name="KSO_WM_BEAUTIFY_FLAG" val="#wm#"/>
  <p:tag name="KSO_WM_UNIT_PRESET_TEXT" val="CONTENTS"/>
  <p:tag name="KSO_WM_TEMPLATE_CATEGORY" val="custom"/>
  <p:tag name="KSO_WM_TEMPLATE_INDEX" val="20204515"/>
  <p:tag name="KSO_WM_UNIT_ID" val="custom20204515_3*b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UNIT_ISCONTENTSTITLE" val="1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UNIT_PRESET_TEXT" val="目录"/>
  <p:tag name="KSO_WM_TEMPLATE_CATEGORY" val="custom"/>
  <p:tag name="KSO_WM_TEMPLATE_INDEX" val="20204515"/>
  <p:tag name="KSO_WM_UNIT_ID" val="custom20204515_3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UNIT_TEXT_PART_ID_V2" val="d-2-1"/>
  <p:tag name="KSO_WM_UNIT_COLOR_SCHEME_SHAPE_ID" val="5"/>
  <p:tag name="KSO_WM_UNIT_COLOR_SCHEME_PARENT_PAGE" val="0_2"/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6508_2*l_h_f*1_1_1"/>
  <p:tag name="KSO_WM_TEMPLATE_CATEGORY" val="diagram"/>
  <p:tag name="KSO_WM_TEMPLATE_INDEX" val="20196508"/>
  <p:tag name="KSO_WM_UNIT_LAYERLEVEL" val="1_1_1"/>
  <p:tag name="KSO_WM_TAG_VERSION" val="1.0"/>
  <p:tag name="KSO_WM_BEAUTIFY_FLAG" val="#wm#"/>
  <p:tag name="KSO_WM_UNIT_PRESET_TEXT" val="点击此处添加正文，文字是您思想的提炼，为了最终呈现发布的良好效果，请言简意赅的阐述您的观点，并根据需要酌情增减文字。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UNIT_COLOR_SCHEME_SHAPE_ID" val="47"/>
  <p:tag name="KSO_WM_UNIT_COLOR_SCHEME_PARENT_PAGE" val="0_2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196508_2*l_h_i*1_1_1"/>
  <p:tag name="KSO_WM_TEMPLATE_CATEGORY" val="diagram"/>
  <p:tag name="KSO_WM_TEMPLATE_INDEX" val="2019650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TEXT_FORE_SCHEMECOLOR_INDEX_BRIGHTNESS" val="0.35"/>
  <p:tag name="KSO_WM_UNIT_TEXT_FORE_SCHEMECOLOR_INDEX" val="13"/>
  <p:tag name="KSO_WM_UNIT_TEXT_LINE_FILL_TYPE" val="2"/>
  <p:tag name="KSO_WM_UNIT_USESOURCEFORMAT_APPLY" val="1"/>
</p:tagLst>
</file>

<file path=ppt/tags/tag5.xml><?xml version="1.0" encoding="utf-8"?>
<p:tagLst xmlns:p="http://schemas.openxmlformats.org/presentationml/2006/main">
  <p:tag name="KSO_WM_UNIT_TEXT_PART_ID_V2" val="d-2-1"/>
  <p:tag name="KSO_WM_UNIT_COLOR_SCHEME_SHAPE_ID" val="6"/>
  <p:tag name="KSO_WM_UNIT_COLOR_SCHEME_PARENT_PAGE" val="0_2"/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96508_2*l_h_f*1_2_1"/>
  <p:tag name="KSO_WM_TEMPLATE_CATEGORY" val="diagram"/>
  <p:tag name="KSO_WM_TEMPLATE_INDEX" val="20196508"/>
  <p:tag name="KSO_WM_UNIT_LAYERLEVEL" val="1_1_1"/>
  <p:tag name="KSO_WM_TAG_VERSION" val="1.0"/>
  <p:tag name="KSO_WM_BEAUTIFY_FLAG" val="#wm#"/>
  <p:tag name="KSO_WM_UNIT_PRESET_TEXT" val="点击此处添加正文，文字是您思想的提炼，为了最终呈现发布的良好效果，请言简意赅的阐述您的观点，并根据需要酌情增减文字。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COLOR_SCHEME_SHAPE_ID" val="49"/>
  <p:tag name="KSO_WM_UNIT_COLOR_SCHEME_PARENT_PAGE" val="0_2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196508_2*l_h_i*1_2_1"/>
  <p:tag name="KSO_WM_TEMPLATE_CATEGORY" val="diagram"/>
  <p:tag name="KSO_WM_TEMPLATE_INDEX" val="2019650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TEXT_FORE_SCHEMECOLOR_INDEX_BRIGHTNESS" val="0.35"/>
  <p:tag name="KSO_WM_UNIT_TEXT_FORE_SCHEMECOLOR_INDEX" val="13"/>
  <p:tag name="KSO_WM_UNIT_TEXT_LINE_FILL_TYPE" val="2"/>
  <p:tag name="KSO_WM_UNIT_USESOURCEFORMAT_APPLY" val="1"/>
</p:tagLst>
</file>

<file path=ppt/tags/tag7.xml><?xml version="1.0" encoding="utf-8"?>
<p:tagLst xmlns:p="http://schemas.openxmlformats.org/presentationml/2006/main">
  <p:tag name="KSO_WM_UNIT_TEXT_PART_ID_V2" val="d-2-1"/>
  <p:tag name="KSO_WM_UNIT_COLOR_SCHEME_SHAPE_ID" val="7"/>
  <p:tag name="KSO_WM_UNIT_COLOR_SCHEME_PARENT_PAGE" val="0_2"/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196508_2*l_h_f*1_3_1"/>
  <p:tag name="KSO_WM_TEMPLATE_CATEGORY" val="diagram"/>
  <p:tag name="KSO_WM_TEMPLATE_INDEX" val="20196508"/>
  <p:tag name="KSO_WM_UNIT_LAYERLEVEL" val="1_1_1"/>
  <p:tag name="KSO_WM_TAG_VERSION" val="1.0"/>
  <p:tag name="KSO_WM_BEAUTIFY_FLAG" val="#wm#"/>
  <p:tag name="KSO_WM_UNIT_PRESET_TEXT" val="点击此处添加正文，文字是您思想的提炼，为了最终呈现发布的良好效果，请言简意赅的阐述您的观点，并根据需要酌情增减文字。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UNIT_COLOR_SCHEME_SHAPE_ID" val="51"/>
  <p:tag name="KSO_WM_UNIT_COLOR_SCHEME_PARENT_PAGE" val="0_2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196508_2*l_h_i*1_3_1"/>
  <p:tag name="KSO_WM_TEMPLATE_CATEGORY" val="diagram"/>
  <p:tag name="KSO_WM_TEMPLATE_INDEX" val="2019650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TEXT_FORE_SCHEMECOLOR_INDEX_BRIGHTNESS" val="0.35"/>
  <p:tag name="KSO_WM_UNIT_TEXT_FORE_SCHEMECOLOR_INDEX" val="13"/>
  <p:tag name="KSO_WM_UNIT_TEXT_LINE_FILL_TYPE" val="2"/>
  <p:tag name="KSO_WM_UNIT_USESOURCEFORMAT_APPLY" val="1"/>
</p:tagLst>
</file>

<file path=ppt/tags/tag9.xml><?xml version="1.0" encoding="utf-8"?>
<p:tagLst xmlns:p="http://schemas.openxmlformats.org/presentationml/2006/main">
  <p:tag name="KSO_WM_UNIT_COLOR_SCHEME_SHAPE_ID" val="10"/>
  <p:tag name="KSO_WM_UNIT_COLOR_SCHEME_PARENT_PAGE" val="0_2"/>
  <p:tag name="KSO_WM_UNIT_DECOLORIZATION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196508_2*l_i*1_1"/>
  <p:tag name="KSO_WM_TEMPLATE_CATEGORY" val="diagram"/>
  <p:tag name="KSO_WM_TEMPLATE_INDEX" val="20196508"/>
  <p:tag name="KSO_WM_UNIT_LAYERLEVEL" val="1_1"/>
  <p:tag name="KSO_WM_TAG_VERSION" val="1.0"/>
  <p:tag name="KSO_WM_BEAUTIFY_FLAG" val="#wm#"/>
  <p:tag name="KSO_WM_UNIT_LINE_FORE_SCHEMECOLOR_INDEX_BRIGHTNESS" val="-0.15"/>
  <p:tag name="KSO_WM_UNIT_LINE_FORE_SCHEMECOLOR_INDEX" val="14"/>
  <p:tag name="KSO_WM_UNIT_LINE_FILL_TYPE" val="2"/>
  <p:tag name="KSO_WM_UNIT_USESOURCEFORMAT_APPLY" val="1"/>
</p:tagLst>
</file>

<file path=ppt/tags/tag10.xml><?xml version="1.0" encoding="utf-8"?>
<p:tagLst xmlns:p="http://schemas.openxmlformats.org/presentationml/2006/main">
  <p:tag name="KSO_WM_UNIT_COLOR_SCHEME_SHAPE_ID" val="28"/>
  <p:tag name="KSO_WM_UNIT_COLOR_SCHEME_PARENT_PAGE" val="0_2"/>
  <p:tag name="KSO_WM_UNIT_DECOLORIZATION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196508_2*l_i*1_2"/>
  <p:tag name="KSO_WM_TEMPLATE_CATEGORY" val="diagram"/>
  <p:tag name="KSO_WM_TEMPLATE_INDEX" val="20196508"/>
  <p:tag name="KSO_WM_UNIT_LAYERLEVEL" val="1_1"/>
  <p:tag name="KSO_WM_TAG_VERSION" val="1.0"/>
  <p:tag name="KSO_WM_BEAUTIFY_FLAG" val="#wm#"/>
  <p:tag name="KSO_WM_UNIT_LINE_FORE_SCHEMECOLOR_INDEX_BRIGHTNESS" val="-0.15"/>
  <p:tag name="KSO_WM_UNIT_LINE_FORE_SCHEMECOLOR_INDEX" val="14"/>
  <p:tag name="KSO_WM_UNIT_LINE_FILL_TYPE" val="2"/>
  <p:tag name="KSO_WM_UNIT_USESOURCEFORMAT_APPLY" val="1"/>
</p:tagLst>
</file>

<file path=ppt/tags/tag11.xml><?xml version="1.0" encoding="utf-8"?>
<p:tagLst xmlns:p="http://schemas.openxmlformats.org/presentationml/2006/main">
  <p:tag name="KSO_WM_SLIDE_ITEM_CNT" val="3"/>
</p:tagLst>
</file>

<file path=ppt/tags/tag12.xml><?xml version="1.0" encoding="utf-8"?>
<p:tagLst xmlns:p="http://schemas.openxmlformats.org/presentationml/2006/main">
  <p:tag name="KSO_WM_UNIT_TEXTBOXSTYLE_GUID" val="{2fc8398e-272e-4645-9524-b7b1249fec64}"/>
</p:tagLst>
</file>

<file path=ppt/tags/tag13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.xml><?xml version="1.0" encoding="utf-8"?>
<p:tagLst xmlns:p="http://schemas.openxmlformats.org/presentationml/2006/main">
  <p:tag name="KSO_WM_UNIT_PLACING_PICTURE_USER_VIEWPORT" val="{&quot;height&quot;:3181.3732283464565,&quot;width&quot;:4722.9543307086615}"/>
  <p:tag name="KSO_WM_UNIT_PLACING_PICTURE_COLLAGE_VIEWPORT" val="{&quot;height&quot;:3407.3155477947821,&quot;width&quot;:5166.747774208091}"/>
  <p:tag name="KSO_WM_UNIT_PLACING_PICTURE_INFO" val="{&quot;code&quot;:&quot;a&quot;,&quot;full_picture&quot;:true,&quot;last_full_picture&quot;:&quot;a&quot;,&quot;margin&quot;:{&quot;bottom&quot;:119.3862099531859,&quot;top&quot;:119.35157135823093},&quot;scheme&quot;:&quot;2-1&quot;,&quot;spacing&quot;:5}"/>
  <p:tag name="KSO_WM_UNIT_PLACING_PICTURE" val="230110.334"/>
  <p:tag name="KSO_WM_UNIT_PLACING_PICTURE_USER_VIEWPORT_SMARTMENU" val="{&quot;height&quot;:1515.9696308573987,&quot;width&quot;:2298.7704736769442}"/>
  <p:tag name="KSO_WM_UNIT_PLACING_PICTURE_USER_RELATIVERECTANGLE_SMARTMENU" val="{&quot;bottom&quot;:0,&quot;left&quot;:0,&quot;right&quot;:0,&quot;top&quot;:0}"/>
  <p:tag name="KSO_WM_NO_TAGS_SHAPE_FLAG" val="1"/>
</p:tagLst>
</file>

<file path=ppt/tags/tag16.xml><?xml version="1.0" encoding="utf-8"?>
<p:tagLst xmlns:p="http://schemas.openxmlformats.org/presentationml/2006/main">
  <p:tag name="KSO_WM_UNIT_PLACING_PICTURE_USER_VIEWPORT" val="{&quot;height&quot;:1306.4771653543307,&quot;width&quot;:2023.6976377952756}"/>
  <p:tag name="KSO_WM_UNIT_PLACING_PICTURE_COLLAGE_VIEWPORT" val="{&quot;height&quot;:3407.3155477947821,&quot;width&quot;:5405.5364075624566}"/>
  <p:tag name="KSO_WM_UNIT_PLACING_PICTURE_INFO" val="{&quot;code&quot;:&quot;a&quot;,&quot;full_picture&quot;:true,&quot;last_full_picture&quot;:&quot;a&quot;,&quot;margin&quot;:{&quot;bottom&quot;:119.3862099531859,&quot;top&quot;:119.35157135823093},&quot;scheme&quot;:&quot;2-1&quot;,&quot;spacing&quot;:5}"/>
  <p:tag name="KSO_WM_UNIT_PLACING_PICTURE" val="230110.334"/>
  <p:tag name="KSO_WM_UNIT_PLACING_PICTURE_USER_VIEWPORT_SMARTMENU" val="{&quot;height&quot;:1515.9696308573987,&quot;width&quot;:2405.0109003008765}"/>
  <p:tag name="KSO_WM_UNIT_PLACING_PICTURE_USER_RELATIVERECTANGLE_SMARTMENU" val="{&quot;bottom&quot;:0,&quot;left&quot;:0,&quot;right&quot;:0,&quot;top&quot;:0}"/>
  <p:tag name="KSO_WM_NO_TAGS_SHAPE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1_1"/>
  <p:tag name="KSO_WM_UNIT_ID" val="diagram20190055_4*l_h_i*1_1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ISCONTENTSTITLE" val="0"/>
  <p:tag name="KSO_WM_UNIT_PRESET_TEXT" val="添加标题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1_1"/>
  <p:tag name="KSO_WM_UNIT_ID" val="diagram20190055_4*l_h_a*1_1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2_1"/>
  <p:tag name="KSO_WM_UNIT_ID" val="diagram20190055_4*l_h_i*1_2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ISCONTENTSTITLE" val="0"/>
  <p:tag name="KSO_WM_UNIT_PRESET_TEXT" val="添加标题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2_1"/>
  <p:tag name="KSO_WM_UNIT_ID" val="diagram20190055_4*l_h_a*1_2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3_1"/>
  <p:tag name="KSO_WM_UNIT_ID" val="diagram20190055_4*l_h_i*1_3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ISCONTENTSTITLE" val="0"/>
  <p:tag name="KSO_WM_UNIT_PRESET_TEXT" val="添加标题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3_1"/>
  <p:tag name="KSO_WM_UNIT_ID" val="diagram20190055_4*l_h_a*1_3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4_1"/>
  <p:tag name="KSO_WM_UNIT_ID" val="diagram20190055_4*l_h_i*1_4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UNIT_ISCONTENTSTITLE" val="0"/>
  <p:tag name="KSO_WM_UNIT_PRESET_TEXT" val="添加标题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4_1"/>
  <p:tag name="KSO_WM_UNIT_ID" val="diagram20190055_4*l_h_a*1_4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5_1"/>
  <p:tag name="KSO_WM_UNIT_ID" val="diagram20190055_4*l_h_i*1_5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UNIT_ISCONTENTSTITLE" val="0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5_1"/>
  <p:tag name="KSO_WM_UNIT_ID" val="diagram20190055_4*l_h_a*1_5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PRESET_TEXT" val="添加标题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1_1"/>
  <p:tag name="KSO_WM_UNIT_ID" val="diagram20190055_4*l_h_d*1_1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2_1"/>
  <p:tag name="KSO_WM_UNIT_ID" val="diagram20190055_4*l_h_d*1_2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3_1"/>
  <p:tag name="KSO_WM_UNIT_ID" val="diagram20190055_4*l_h_d*1_3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4_1"/>
  <p:tag name="KSO_WM_UNIT_ID" val="diagram20190055_4*l_h_d*1_4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5_1"/>
  <p:tag name="KSO_WM_UNIT_ID" val="diagram20190055_4*l_h_d*1_5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32.xml><?xml version="1.0" encoding="utf-8"?>
<p:tagLst xmlns:p="http://schemas.openxmlformats.org/presentationml/2006/main">
  <p:tag name="KSO_WM_UNIT_TEXTBOXSTYLE_GUID" val="{2fc8398e-272e-4645-9524-b7b1249fec64}"/>
</p:tagLst>
</file>

<file path=ppt/tags/tag33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.xml><?xml version="1.0" encoding="utf-8"?>
<p:tagLst xmlns:p="http://schemas.openxmlformats.org/presentationml/2006/main">
  <p:tag name="KSO_WM_SLIDE_ID" val="diagram20190055_5"/>
  <p:tag name="KSO_WM_SLIDE_TYPE" val="text"/>
  <p:tag name="KSO_WM_SLIDE_SUBTYPE" val="diag"/>
  <p:tag name="KSO_WM_SLIDE_ITEM_CNT" val="5"/>
  <p:tag name="KSO_WM_SLIDE_INDEX" val="5"/>
  <p:tag name="KSO_WM_SLIDE_SIZE" val="855*254.046"/>
  <p:tag name="KSO_WM_SLIDE_POSITION" val="52.5*228.955"/>
  <p:tag name="KSO_WM_DIAGRAM_GROUP_CODE" val="l1-1"/>
  <p:tag name="KSO_WM_TAG_VERSION" val="1.0"/>
  <p:tag name="KSO_WM_BEAUTIFY_FLAG" val="#wm#"/>
  <p:tag name="KSO_WM_TEMPLATE_CATEGORY" val="diagram"/>
  <p:tag name="KSO_WM_TEMPLATE_INDEX" val="20190055"/>
  <p:tag name="KSO_WM_SLIDE_LAYOUT" val="a_f_l"/>
  <p:tag name="KSO_WM_SLIDE_LAYOUT_CNT" val="1_1_1"/>
  <p:tag name="KSO_WM_SLIDE_DIAGTYPE" val="l"/>
  <p:tag name="KSO_WM_TEMPLATE_SUBCATEGORY" val="0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1_1"/>
  <p:tag name="KSO_WM_UNIT_ID" val="diagram20190055_4*l_h_i*1_1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UNIT_ISCONTENTSTITLE" val="0"/>
  <p:tag name="KSO_WM_UNIT_PRESET_TEXT" val="添加标题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1_1"/>
  <p:tag name="KSO_WM_UNIT_ID" val="diagram20190055_4*l_h_a*1_1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2_1"/>
  <p:tag name="KSO_WM_UNIT_ID" val="diagram20190055_4*l_h_i*1_2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ISCONTENTSTITLE" val="0"/>
  <p:tag name="KSO_WM_UNIT_PRESET_TEXT" val="添加标题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2_1"/>
  <p:tag name="KSO_WM_UNIT_ID" val="diagram20190055_4*l_h_a*1_2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3_1"/>
  <p:tag name="KSO_WM_UNIT_ID" val="diagram20190055_4*l_h_i*1_3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ISCONTENTSTITLE" val="0"/>
  <p:tag name="KSO_WM_UNIT_PRESET_TEXT" val="添加标题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3_1"/>
  <p:tag name="KSO_WM_UNIT_ID" val="diagram20190055_4*l_h_a*1_3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4_1"/>
  <p:tag name="KSO_WM_UNIT_ID" val="diagram20190055_4*l_h_i*1_4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ISCONTENTSTITLE" val="0"/>
  <p:tag name="KSO_WM_UNIT_PRESET_TEXT" val="添加标题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4_1"/>
  <p:tag name="KSO_WM_UNIT_ID" val="diagram20190055_4*l_h_a*1_4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i"/>
  <p:tag name="KSO_WM_UNIT_INDEX" val="1_5_1"/>
  <p:tag name="KSO_WM_UNIT_ID" val="diagram20190055_4*l_h_i*1_5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ISCONTENTSTITLE" val="0"/>
  <p:tag name="KSO_WM_UNIT_VALUE" val="8"/>
  <p:tag name="KSO_WM_UNIT_HIGHLIGHT" val="0"/>
  <p:tag name="KSO_WM_UNIT_COMPATIBLE" val="0"/>
  <p:tag name="KSO_WM_DIAGRAM_GROUP_CODE" val="l1-1"/>
  <p:tag name="KSO_WM_UNIT_TYPE" val="l_h_a"/>
  <p:tag name="KSO_WM_UNIT_INDEX" val="1_5_1"/>
  <p:tag name="KSO_WM_UNIT_ID" val="diagram20190055_4*l_h_a*1_5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PRESET_TEXT" val="添加标题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1_1"/>
  <p:tag name="KSO_WM_UNIT_ID" val="diagram20190055_4*l_h_d*1_1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2_1"/>
  <p:tag name="KSO_WM_UNIT_ID" val="diagram20190055_4*l_h_d*1_2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3_1"/>
  <p:tag name="KSO_WM_UNIT_ID" val="diagram20190055_4*l_h_d*1_3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4_1"/>
  <p:tag name="KSO_WM_UNIT_ID" val="diagram20190055_4*l_h_d*1_4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TYPE" val="l_h_d"/>
  <p:tag name="KSO_WM_UNIT_INDEX" val="1_5_1"/>
  <p:tag name="KSO_WM_UNIT_ID" val="diagram20190055_4*l_h_d*1_5_1"/>
  <p:tag name="KSO_WM_TEMPLATE_CATEGORY" val="diagram"/>
  <p:tag name="KSO_WM_TEMPLATE_INDEX" val="20190055"/>
  <p:tag name="KSO_WM_UNIT_LAYERLEVEL" val="1_1_1"/>
  <p:tag name="KSO_WM_TAG_VERSION" val="1.0"/>
  <p:tag name="KSO_WM_BEAUTIFY_FLAG" val="#wm#"/>
  <p:tag name="KSO_WM_UNIT_VALUE" val="440*440"/>
  <p:tag name="KSO_WM_UNIT_DIAGRAM_ISNUMVISUAL" val="0"/>
  <p:tag name="KSO_WM_UNIT_DIAGRAM_ISREFERUNIT" val="0"/>
  <p:tag name="KSO_WM_UNIT_USESOURCEFORMAT_APPLY" val="1"/>
</p:tagLst>
</file>

<file path=ppt/tags/tag51.xml><?xml version="1.0" encoding="utf-8"?>
<p:tagLst xmlns:p="http://schemas.openxmlformats.org/presentationml/2006/main">
  <p:tag name="KSO_WM_UNIT_TEXTBOXSTYLE_GUID" val="{2fc8398e-272e-4645-9524-b7b1249fec64}"/>
</p:tagLst>
</file>

<file path=ppt/tags/tag52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3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.xml><?xml version="1.0" encoding="utf-8"?>
<p:tagLst xmlns:p="http://schemas.openxmlformats.org/presentationml/2006/main">
  <p:tag name="KSO_WM_SLIDE_ID" val="diagram20190055_5"/>
  <p:tag name="KSO_WM_SLIDE_TYPE" val="text"/>
  <p:tag name="KSO_WM_SLIDE_SUBTYPE" val="diag"/>
  <p:tag name="KSO_WM_SLIDE_ITEM_CNT" val="5"/>
  <p:tag name="KSO_WM_SLIDE_INDEX" val="5"/>
  <p:tag name="KSO_WM_SLIDE_SIZE" val="855*254.046"/>
  <p:tag name="KSO_WM_SLIDE_POSITION" val="52.5*228.955"/>
  <p:tag name="KSO_WM_DIAGRAM_GROUP_CODE" val="l1-1"/>
  <p:tag name="KSO_WM_TAG_VERSION" val="1.0"/>
  <p:tag name="KSO_WM_BEAUTIFY_FLAG" val="#wm#"/>
  <p:tag name="KSO_WM_TEMPLATE_CATEGORY" val="diagram"/>
  <p:tag name="KSO_WM_TEMPLATE_INDEX" val="20190055"/>
  <p:tag name="KSO_WM_SLIDE_LAYOUT" val="a_f_l"/>
  <p:tag name="KSO_WM_SLIDE_LAYOUT_CNT" val="1_1_1"/>
  <p:tag name="KSO_WM_SLIDE_DIAGTYPE" val="l"/>
  <p:tag name="KSO_WM_TEMPLATE_SUBCATEGORY" val="0"/>
</p:tagLst>
</file>

<file path=ppt/tags/tag55.xml><?xml version="1.0" encoding="utf-8"?>
<p:tagLst xmlns:p="http://schemas.openxmlformats.org/presentationml/2006/main">
  <p:tag name="KSO_WM_UNIT_TEXTBOXSTYLE_GUID" val="{2fc8398e-272e-4645-9524-b7b1249fec64}"/>
</p:tagLst>
</file>

<file path=ppt/tags/tag56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7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8.xml><?xml version="1.0" encoding="utf-8"?>
<p:tagLst xmlns:p="http://schemas.openxmlformats.org/presentationml/2006/main">
  <p:tag name="KSO_WM_UNIT_TEXTBOXSTYLE_GUID" val="{2fc8398e-272e-4645-9524-b7b1249fec64}"/>
</p:tagLst>
</file>

<file path=ppt/tags/tag59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.xml><?xml version="1.0" encoding="utf-8"?>
<p:tagLst xmlns:p="http://schemas.openxmlformats.org/presentationml/2006/main">
  <p:tag name="KSO_WM_UNIT_TEXTBOXSTYLE_GUID" val="{2fc8398e-272e-4645-9524-b7b1249fec64}"/>
</p:tagLst>
</file>

<file path=ppt/tags/tag62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.xml><?xml version="1.0" encoding="utf-8"?>
<p:tagLst xmlns:p="http://schemas.openxmlformats.org/presentationml/2006/main">
  <p:tag name="KSO_WM_UNIT_PLACING_PICTURE_USER_VIEWPORT" val="{&quot;height&quot;:2321.3007874015748,&quot;width&quot;:5937.171653543307}"/>
</p:tagLst>
</file>

<file path=ppt/tags/tag65.xml><?xml version="1.0" encoding="utf-8"?>
<p:tagLst xmlns:p="http://schemas.openxmlformats.org/presentationml/2006/main">
  <p:tag name="KSO_WM_UNIT_PLACING_PICTURE_USER_VIEWPORT" val="{&quot;height&quot;:3437.3118110236219,&quot;width&quot;:6005.6220472440946}"/>
</p:tagLst>
</file>

<file path=ppt/tags/tag66.xml><?xml version="1.0" encoding="utf-8"?>
<p:tagLst xmlns:p="http://schemas.openxmlformats.org/presentationml/2006/main">
  <p:tag name="KSO_WM_UNIT_PLACING_PICTURE_USER_VIEWPORT" val="{&quot;height&quot;:3359.9354330708661,&quot;width&quot;:6951.9984251968499}"/>
</p:tagLst>
</file>

<file path=ppt/tags/tag67.xml><?xml version="1.0" encoding="utf-8"?>
<p:tagLst xmlns:p="http://schemas.openxmlformats.org/presentationml/2006/main">
  <p:tag name="KSO_WM_UNIT_PLACING_PICTURE_USER_VIEWPORT" val="{&quot;height&quot;:2014.7700787401575,&quot;width&quot;:6951.9984251968499}"/>
</p:tagLst>
</file>

<file path=ppt/tags/tag68.xml><?xml version="1.0" encoding="utf-8"?>
<p:tagLst xmlns:p="http://schemas.openxmlformats.org/presentationml/2006/main">
  <p:tag name="KSO_WM_UNIT_PLACING_PICTURE_USER_VIEWPORT" val="{&quot;height&quot;:5401.4881889763783,&quot;width&quot;:4288.4551181102361}"/>
</p:tagLst>
</file>

<file path=ppt/tags/tag69.xml><?xml version="1.0" encoding="utf-8"?>
<p:tagLst xmlns:p="http://schemas.openxmlformats.org/presentationml/2006/main">
  <p:tag name="KSO_WM_UNIT_PLACING_PICTURE_USER_VIEWPORT" val="{&quot;height&quot;:2416.5338582677164,&quot;width&quot;:3755.7448818897637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cB&quot;,&quot;full_picture&quot;:true,&quot;last_full_picture&quot;:&quot;acB&quot;,&quot;margin&quot;:{&quot;bottom&quot;:12.934254934729761,&quot;top&quot;:11.104083917148255},&quot;scheme&quot;:&quot;6-0&quot;,&quot;spacing&quot;:5}"/>
  <p:tag name="KSO_WM_UNIT_PLACING_PICTURE_USER_VIEWPORT_SMARTMENU" val="{&quot;height&quot;:6758.0557144879649,&quot;width&quot;:6299.3984760892872}"/>
  <p:tag name="KSO_WM_UNIT_PLACING_PICTURE_USER_RELATIVERECTANGLE_SMARTMENU" val="{&quot;bottom&quot;:0,&quot;left&quot;:0,&quot;right&quot;:0,&quot;top&quot;:0}"/>
  <p:tag name="KSO_WM_UNIT_PLACING_PICTURE_COLLAGE_VIEWPORT" val="{&quot;height&quot;:7351.0549799257979,&quot;width&quot;:6852.152483927799}"/>
</p:tagLst>
</file>

<file path=ppt/tags/tag70.xml><?xml version="1.0" encoding="utf-8"?>
<p:tagLst xmlns:p="http://schemas.openxmlformats.org/presentationml/2006/main">
  <p:tag name="KSO_WM_UNIT_PLACING_PICTURE_USER_VIEWPORT" val="{&quot;height&quot;:2666.51968503937,&quot;width&quot;:2955.1952755905513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cB&quot;,&quot;full_picture&quot;:true,&quot;last_full_picture&quot;:&quot;acB&quot;,&quot;margin&quot;:{&quot;bottom&quot;:12.934254934729761,&quot;top&quot;:11.104083917148255},&quot;scheme&quot;:&quot;6-0&quot;,&quot;spacing&quot;:5}"/>
  <p:tag name="KSO_WM_UNIT_PLACING_PICTURE_USER_VIEWPORT_SMARTMENU" val="{&quot;height&quot;:1793.5249794188719,&quot;width&quot;:1780.3037408638259}"/>
  <p:tag name="KSO_WM_UNIT_PLACING_PICTURE_USER_RELATIVERECTANGLE_SMARTMENU" val="{&quot;bottom&quot;:0,&quot;left&quot;:0,&quot;right&quot;:0,&quot;top&quot;:0}"/>
  <p:tag name="KSO_WM_UNIT_PLACING_PICTURE_COLLAGE_VIEWPORT" val="{&quot;height&quot;:1950.9010079491563,&quot;width&quot;:1936.5204771491713}"/>
</p:tagLst>
</file>

<file path=ppt/tags/tag71.xml><?xml version="1.0" encoding="utf-8"?>
<p:tagLst xmlns:p="http://schemas.openxmlformats.org/presentationml/2006/main">
  <p:tag name="KSO_WM_UNIT_PLACING_PICTURE_USER_VIEWPORT" val="{&quot;height&quot;:2339.1574803149606,&quot;width&quot;:4955.0850393700784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cB&quot;,&quot;full_picture&quot;:true,&quot;last_full_picture&quot;:&quot;acB&quot;,&quot;margin&quot;:{&quot;bottom&quot;:12.934254934729761,&quot;top&quot;:11.104083917148255},&quot;scheme&quot;:&quot;6-0&quot;,&quot;spacing&quot;:5}"/>
  <p:tag name="KSO_WM_UNIT_PLACING_PICTURE_USER_VIEWPORT_SMARTMENU" val="{&quot;height&quot;:1793.5249794188719,&quot;width&quot;:1780.3037408638259}"/>
  <p:tag name="KSO_WM_UNIT_PLACING_PICTURE_USER_RELATIVERECTANGLE_SMARTMENU" val="{&quot;bottom&quot;:0,&quot;left&quot;:0,&quot;right&quot;:0,&quot;top&quot;:0}"/>
  <p:tag name="KSO_WM_UNIT_PLACING_PICTURE_COLLAGE_VIEWPORT" val="{&quot;height&quot;:1950.9010079491563,&quot;width&quot;:1936.5204771491713}"/>
</p:tagLst>
</file>

<file path=ppt/tags/tag72.xml><?xml version="1.0" encoding="utf-8"?>
<p:tagLst xmlns:p="http://schemas.openxmlformats.org/presentationml/2006/main">
  <p:tag name="KSO_WM_UNIT_PLACING_PICTURE_USER_VIEWPORT" val="{&quot;height&quot;:5386.6078740157482,&quot;width&quot;:7743.6204724409445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cB&quot;,&quot;full_picture&quot;:true,&quot;last_full_picture&quot;:&quot;acB&quot;,&quot;margin&quot;:{&quot;bottom&quot;:12.934254934729761,&quot;top&quot;:11.104083917148255},&quot;scheme&quot;:&quot;6-0&quot;,&quot;spacing&quot;:5}"/>
  <p:tag name="KSO_WM_UNIT_PLACING_PICTURE_USER_VIEWPORT_SMARTMENU" val="{&quot;height&quot;:1793.5249794188719,&quot;width&quot;:2420.3783494531358}"/>
  <p:tag name="KSO_WM_UNIT_PLACING_PICTURE_USER_RELATIVERECTANGLE_SMARTMENU" val="{&quot;bottom&quot;:0,&quot;left&quot;:0,&quot;right&quot;:0,&quot;top&quot;:0}"/>
  <p:tag name="KSO_WM_UNIT_PLACING_PICTURE_COLLAGE_VIEWPORT" val="{&quot;height&quot;:1950.9010079491563,&quot;width&quot;:2632.7591432672716}"/>
</p:tagLst>
</file>

<file path=ppt/tags/tag73.xml><?xml version="1.0" encoding="utf-8"?>
<p:tagLst xmlns:p="http://schemas.openxmlformats.org/presentationml/2006/main">
  <p:tag name="KSO_WM_UNIT_PLACING_PICTURE_USER_VIEWPORT" val="{&quot;height&quot;:3062.3322834645669,&quot;width&quot;:4481.8960629921257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cB&quot;,&quot;full_picture&quot;:true,&quot;last_full_picture&quot;:&quot;acB&quot;,&quot;margin&quot;:{&quot;bottom&quot;:12.934254934729761,&quot;top&quot;:11.104083917148255},&quot;scheme&quot;:&quot;6-0&quot;,&quot;spacing&quot;:5}"/>
  <p:tag name="KSO_WM_UNIT_PLACING_PICTURE_USER_VIEWPORT_SMARTMENU" val="{&quot;height&quot;:2871.0057556502215,&quot;width&quot;:4350.682090316961}"/>
  <p:tag name="KSO_WM_UNIT_PLACING_PICTURE_USER_RELATIVERECTANGLE_SMARTMENU" val="{&quot;bottom&quot;:0,&quot;left&quot;:0,&quot;right&quot;:0,&quot;top&quot;:0}"/>
  <p:tag name="KSO_WM_UNIT_PLACING_PICTURE_COLLAGE_VIEWPORT" val="{&quot;height&quot;:3122.9288285424204,&quot;width&quot;:4732.441688158975}"/>
</p:tagLst>
</file>

<file path=ppt/tags/tag74.xml><?xml version="1.0" encoding="utf-8"?>
<p:tagLst xmlns:p="http://schemas.openxmlformats.org/presentationml/2006/main">
  <p:tag name="KSO_WM_UNIT_PLACING_PICTURE_USER_VIEWPORT" val="{&quot;height&quot;:2324.2771653543305,&quot;width&quot;:4458.0881889763778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cB&quot;,&quot;full_picture&quot;:true,&quot;last_full_picture&quot;:&quot;acB&quot;,&quot;margin&quot;:{&quot;bottom&quot;:12.934254934729761,&quot;top&quot;:11.104083917148255},&quot;scheme&quot;:&quot;6-0&quot;,&quot;spacing&quot;:5}"/>
  <p:tag name="KSO_WM_UNIT_PLACING_PICTURE_USER_VIEWPORT_SMARTMENU" val="{&quot;height&quot;:1793.5249794188719,&quot;width&quot;:2420.3783494531358}"/>
  <p:tag name="KSO_WM_UNIT_PLACING_PICTURE_USER_RELATIVERECTANGLE_SMARTMENU" val="{&quot;bottom&quot;:0,&quot;left&quot;:0,&quot;right&quot;:0,&quot;top&quot;:0}"/>
  <p:tag name="KSO_WM_UNIT_PLACING_PICTURE_COLLAGE_VIEWPORT" val="{&quot;height&quot;:1950.9010079491563,&quot;width&quot;:2632.7591432672716}"/>
</p:tagLst>
</file>

<file path=ppt/tags/tag7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026_1*f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84"/>
  <p:tag name="KSO_WM_UNIT_SHOW_EDIT_AREA_INDICATION" val="1"/>
  <p:tag name="KSO_WM_CHIP_GROUPID" val="5e6b05596848fb12bee65ac8"/>
  <p:tag name="KSO_WM_CHIP_XID" val="5e6b05596848fb12bee65aca"/>
  <p:tag name="KSO_WM_UNIT_DEC_AREA_ID" val="7b95c679221345409fc992a0180a6f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bf591af329c34303bf18860378735beb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60656f114054ed1e2fb802ea"/>
  <p:tag name="KSO_WM_TEMPLATE_ASSEMBLE_GROUPID" val="60656f114054ed1e2fb802ea"/>
</p:tagLst>
</file>

<file path=ppt/tags/tag76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7:01&quot;,&quot;maxSize&quot;:{&quot;size1&quot;:65},&quot;minSize&quot;:{&quot;size1&quot;:58.799999999999997},&quot;normalSize&quot;:{&quot;size1&quot;:65},&quot;subLayout&quot;:[{&quot;id&quot;:&quot;2021-04-01T15:27:01&quot;,&quot;margin&quot;:{&quot;bottom&quot;:1.9049999713897705,&quot;left&quot;:2.1170001029968262,&quot;right&quot;:0.84700000286102295,&quot;top&quot;:1.9049999713897705},&quot;type&quot;:0},{&quot;id&quot;:&quot;2021-04-01T15:27:01&quot;,&quot;margin&quot;:{&quot;bottom&quot;:3.1749999523162842,&quot;left&quot;:0.84700000286102295,&quot;right&quot;:1.6929999589920044,&quot;top&quot;:3.1749999523162842},&quot;type&quot;:0}],&quot;type&quot;:0}"/>
  <p:tag name="KSO_WM_SLIDE_BACKGROUND" val="[&quot;general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9e5a4073d2384101fd9cd6"/>
  <p:tag name="KSO_WM_CHIP_FILLPROP" val="[[{&quot;text_align&quot;:&quot;lm&quot;,&quot;text_direction&quot;:&quot;horizontal&quot;,&quot;support_features&quot;:[&quot;collage&quot;,&quot;carousel&quot;],&quot;support_big_font&quot;:false,&quot;fill_id&quot;:&quot;86c53044cc924949be6d149992af7062&quot;,&quot;fill_align&quot;:&quot;rm&quot;,&quot;chip_types&quot;:[&quot;picture&quot;,&quot;table&quot;,&quot;video&quot;]},{&quot;text_align&quot;:&quot;lm&quot;,&quot;text_direction&quot;:&quot;horizontal&quot;,&quot;support_big_font&quot;:true,&quot;fill_id&quot;:&quot;f6a7e44faf434b728f016a5c6d2d1b9e&quot;,&quot;fill_align&quot;:&quot;lm&quot;,&quot;chip_types&quot;:[&quot;text&quot;,&quot;header&quot;]}]]"/>
  <p:tag name="KSO_WM_SLIDE_ID" val="diagram20212026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01*425"/>
  <p:tag name="KSO_WM_SLIDE_POSITION" val="60*24"/>
  <p:tag name="KSO_WM_TAG_VERSION" val="1.0"/>
  <p:tag name="KSO_WM_SLIDE_LAYOUT" val="d_f"/>
  <p:tag name="KSO_WM_SLIDE_LAYOUT_CNT" val="1_1"/>
  <p:tag name="KSO_WM_SLIDE_CAN_ADD_NAVIGATION" val="1"/>
  <p:tag name="KSO_WM_CHIP_DECFILLPROP" val="[]"/>
  <p:tag name="KSO_WM_CHIP_GROUPID" val="5e9e5a4073d2384101fd9cd5"/>
  <p:tag name="KSO_WM_SLIDE_BK_DARK_LIGHT" val="2"/>
  <p:tag name="KSO_WM_SLIDE_BACKGROUND_TYPE" val="general"/>
  <p:tag name="KSO_WM_SLIDE_SUPPORT_FEATURE_TYPE" val="3"/>
  <p:tag name="KSO_WM_TEMPLATE_ASSEMBLE_XID" val="60656f114054ed1e2fb802ea"/>
  <p:tag name="KSO_WM_TEMPLATE_ASSEMBLE_GROUPID" val="60656f114054ed1e2fb802ea"/>
</p:tagLst>
</file>

<file path=ppt/tags/tag77.xml><?xml version="1.0" encoding="utf-8"?>
<p:tagLst xmlns:p="http://schemas.openxmlformats.org/presentationml/2006/main">
  <p:tag name="KSO_WM_UNIT_PLACING_PICTURE_USER_VIEWPORT" val="{&quot;height&quot;:5086.029921259842,&quot;width&quot;:3339.1023622047242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Bc&quot;,&quot;full_picture&quot;:true,&quot;last_full_picture&quot;:&quot;aBc&quot;,&quot;margin&quot;:{&quot;bottom&quot;:54.355896148640866,&quot;top&quot;:53.928447178699159},&quot;scheme&quot;:&quot;8-0&quot;,&quot;spacing&quot;:5}"/>
  <p:tag name="KSO_WM_UNIT_PLACING_PICTURE_USER_VIEWPORT_SMARTMENU" val="{&quot;height&quot;:6498.2531901227812,&quot;width&quot;:6479.0633169519097}"/>
  <p:tag name="KSO_WM_UNIT_PLACING_PICTURE_USER_RELATIVERECTANGLE_SMARTMENU" val="{&quot;bottom&quot;:0,&quot;left&quot;:0,&quot;right&quot;:0,&quot;top&quot;:0}"/>
  <p:tag name="KSO_WM_UNIT_PLACING_PICTURE_COLLAGE_VIEWPORT" val="{&quot;height&quot;:7173.6565004036693,&quot;width&quot;:7152.4713586868729}"/>
</p:tagLst>
</file>

<file path=ppt/tags/tag78.xml><?xml version="1.0" encoding="utf-8"?>
<p:tagLst xmlns:p="http://schemas.openxmlformats.org/presentationml/2006/main">
  <p:tag name="KSO_WM_UNIT_PLACING_PICTURE_USER_VIEWPORT" val="{&quot;height&quot;:3151.6125984251967,&quot;width&quot;:2473.0787401574803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Bc&quot;,&quot;full_picture&quot;:true,&quot;last_full_picture&quot;:&quot;aBc&quot;,&quot;margin&quot;:{&quot;bottom&quot;:54.355896148640866,&quot;top&quot;:53.928447178699159},&quot;scheme&quot;:&quot;8-0&quot;,&quot;spacing&quot;:5}"/>
  <p:tag name="KSO_WM_UNIT_PLACING_PICTURE_USER_VIEWPORT_SMARTMENU" val="{&quot;height&quot;:1142.5584107311902,&quot;width&quot;:1792.58058134312}"/>
  <p:tag name="KSO_WM_UNIT_PLACING_PICTURE_USER_RELATIVERECTANGLE_SMARTMENU" val="{&quot;bottom&quot;:0,&quot;left&quot;:0,&quot;right&quot;:0,&quot;top&quot;:0}"/>
  <p:tag name="KSO_WM_UNIT_PLACING_PICTURE_COLLAGE_VIEWPORT" val="{&quot;height&quot;:1261.3121569079062,&quot;width&quot;:1978.894943350738}"/>
</p:tagLst>
</file>

<file path=ppt/tags/tag79.xml><?xml version="1.0" encoding="utf-8"?>
<p:tagLst xmlns:p="http://schemas.openxmlformats.org/presentationml/2006/main">
  <p:tag name="KSO_WM_UNIT_PLACING_PICTURE_USER_VIEWPORT" val="{&quot;height&quot;:2601.0472440944882,&quot;width&quot;:3392.6708661417324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Bc&quot;,&quot;full_picture&quot;:true,&quot;last_full_picture&quot;:&quot;aBc&quot;,&quot;margin&quot;:{&quot;bottom&quot;:54.355896148640866,&quot;top&quot;:53.928447178699159},&quot;scheme&quot;:&quot;8-0&quot;,&quot;spacing&quot;:5}"/>
  <p:tag name="KSO_WM_UNIT_PLACING_PICTURE_USER_VIEWPORT_SMARTMENU" val="{&quot;height&quot;:1142.5584107311902,&quot;width&quot;:1568.4366681112217}"/>
  <p:tag name="KSO_WM_UNIT_PLACING_PICTURE_USER_RELATIVERECTANGLE_SMARTMENU" val="{&quot;bottom&quot;:0,&quot;left&quot;:0,&quot;right&quot;:0,&quot;top&quot;:0}"/>
  <p:tag name="KSO_WM_UNIT_PLACING_PICTURE_COLLAGE_VIEWPORT" val="{&quot;height&quot;:1261.3121569079062,&quot;width&quot;:1731.4533225699015}"/>
</p:tagLst>
</file>

<file path=ppt/tags/tag80.xml><?xml version="1.0" encoding="utf-8"?>
<p:tagLst xmlns:p="http://schemas.openxmlformats.org/presentationml/2006/main">
  <p:tag name="KSO_WM_UNIT_PLACING_PICTURE_USER_VIEWPORT" val="{&quot;height&quot;:2232.020472440945,&quot;width&quot;:3193.2755905511813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Bc&quot;,&quot;full_picture&quot;:true,&quot;last_full_picture&quot;:&quot;aBc&quot;,&quot;margin&quot;:{&quot;bottom&quot;:54.355896148640866,&quot;top&quot;:53.928447178699159},&quot;scheme&quot;:&quot;8-0&quot;,&quot;spacing&quot;:5}"/>
  <p:tag name="KSO_WM_UNIT_PLACING_PICTURE_USER_VIEWPORT_SMARTMENU" val="{&quot;height&quot;:2463.6833983286042,&quot;width&quot;:1723.5244583798446}"/>
  <p:tag name="KSO_WM_UNIT_PLACING_PICTURE_USER_RELATIVERECTANGLE_SMARTMENU" val="{&quot;bottom&quot;:0,&quot;left&quot;:0,&quot;right&quot;:0,&quot;top&quot;:0}"/>
  <p:tag name="KSO_WM_UNIT_PLACING_PICTURE_COLLAGE_VIEWPORT" val="{&quot;height&quot;:2719.7490499167475,&quot;width&quot;:1902.6607689355642}"/>
</p:tagLst>
</file>

<file path=ppt/tags/tag81.xml><?xml version="1.0" encoding="utf-8"?>
<p:tagLst xmlns:p="http://schemas.openxmlformats.org/presentationml/2006/main">
  <p:tag name="KSO_WM_UNIT_PLACING_PICTURE_USER_VIEWPORT" val="{&quot;height&quot;:2237.9716535433072,&quot;width&quot;:2699.2551181102363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Bc&quot;,&quot;full_picture&quot;:true,&quot;last_full_picture&quot;:&quot;aBc&quot;,&quot;margin&quot;:{&quot;bottom&quot;:54.355896148640866,&quot;top&quot;:53.928447178699159},&quot;scheme&quot;:&quot;8-0&quot;,&quot;spacing&quot;:5}"/>
  <p:tag name="KSO_WM_UNIT_PLACING_PICTURE_USER_VIEWPORT_SMARTMENU" val="{&quot;height&quot;:1096.3688095740843,&quot;width&quot;:1723.5244583798446}"/>
  <p:tag name="KSO_WM_UNIT_PLACING_PICTURE_USER_RELATIVERECTANGLE_SMARTMENU" val="{&quot;bottom&quot;:0,&quot;left&quot;:0,&quot;right&quot;:0,&quot;top&quot;:0}"/>
  <p:tag name="KSO_WM_UNIT_PLACING_PICTURE_COLLAGE_VIEWPORT" val="{&quot;height&quot;:1210.3207412099421,&quot;width&quot;:1902.6607689355642}"/>
</p:tagLst>
</file>

<file path=ppt/tags/tag82.xml><?xml version="1.0" encoding="utf-8"?>
<p:tagLst xmlns:p="http://schemas.openxmlformats.org/presentationml/2006/main">
  <p:tag name="KSO_WM_UNIT_PLACING_PICTURE_USER_VIEWPORT" val="{&quot;height&quot;:5389.5842519685038,&quot;width&quot;:4190.2456692913383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Bc&quot;,&quot;full_picture&quot;:true,&quot;last_full_picture&quot;:&quot;aBc&quot;,&quot;margin&quot;:{&quot;bottom&quot;:54.355896148640866,&quot;top&quot;:53.928447178699159},&quot;scheme&quot;:&quot;8-0&quot;,&quot;spacing&quot;:5}"/>
  <p:tag name="KSO_WM_UNIT_PLACING_PICTURE_USER_VIEWPORT_SMARTMENU" val="{&quot;height&quot;:2332.1546421716421,&quot;width&quot;:1637.4927910744975}"/>
  <p:tag name="KSO_WM_UNIT_PLACING_PICTURE_USER_RELATIVERECTANGLE_SMARTMENU" val="{&quot;bottom&quot;:0,&quot;left&quot;:0,&quot;right&quot;:0,&quot;top&quot;:0}"/>
  <p:tag name="KSO_WM_UNIT_PLACING_PICTURE_COLLAGE_VIEWPORT" val="{&quot;height&quot;:2574.5492943506329,&quot;width&quot;:1807.6874969850744}"/>
</p:tagLst>
</file>

<file path=ppt/tags/tag83.xml><?xml version="1.0" encoding="utf-8"?>
<p:tagLst xmlns:p="http://schemas.openxmlformats.org/presentationml/2006/main">
  <p:tag name="KSO_WM_UNIT_PLACING_PICTURE_USER_VIEWPORT" val="{&quot;height&quot;:3133.7574803149605,&quot;width&quot;:2684.3763779527558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Bc&quot;,&quot;full_picture&quot;:true,&quot;last_full_picture&quot;:&quot;aBc&quot;,&quot;margin&quot;:{&quot;bottom&quot;:54.355896148640866,&quot;top&quot;:53.928447178699159},&quot;scheme&quot;:&quot;8-0&quot;,&quot;spacing&quot;:5}"/>
  <p:tag name="KSO_WM_UNIT_PLACING_PICTURE_USER_VIEWPORT_SMARTMENU" val="{&quot;height&quot;:1345.6425714889015,&quot;width&quot;:1723.5244583798446}"/>
  <p:tag name="KSO_WM_UNIT_PLACING_PICTURE_USER_RELATIVERECTANGLE_SMARTMENU" val="{&quot;bottom&quot;:0,&quot;left&quot;:0,&quot;right&quot;:0,&quot;top&quot;:0}"/>
  <p:tag name="KSO_WM_UNIT_PLACING_PICTURE_COLLAGE_VIEWPORT" val="{&quot;height&quot;:1485.5033193496276,&quot;width&quot;:1902.6607689355642}"/>
</p:tagLst>
</file>

<file path=ppt/tags/tag84.xml><?xml version="1.0" encoding="utf-8"?>
<p:tagLst xmlns:p="http://schemas.openxmlformats.org/presentationml/2006/main">
  <p:tag name="KSO_WM_UNIT_PLACING_PICTURE_USER_VIEWPORT" val="{&quot;height&quot;:3083.1637795275592,&quot;width&quot;:2121.9070866141733}"/>
  <p:tag name="KSO_WM_UNIT_VALUE" val="1269*190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2026_1*d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3b858d749474a92ab83ee6f4111966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05746c8d4a4346e480edee70521067be"/>
  <p:tag name="KSO_WM_UNIT_PLACING_PICTURE" val="05746c8d4a4346e480edee70521067be"/>
  <p:tag name="KSO_WM_UNIT_SUPPORT_UNIT_TYPE" val="[&quot;d&quot;,&quot;β&quot;,&quot;θ&quot;]"/>
  <p:tag name="KSO_WM_TEMPLATE_ASSEMBLE_XID" val="60656f114054ed1e2fb802ea"/>
  <p:tag name="KSO_WM_TEMPLATE_ASSEMBLE_GROUPID" val="60656f114054ed1e2fb802ea"/>
  <p:tag name="KSO_WM_UNIT_PLACING_PICTURE_INFO" val="{&quot;code&quot;:&quot;aBc&quot;,&quot;full_picture&quot;:true,&quot;last_full_picture&quot;:&quot;aBc&quot;,&quot;margin&quot;:{&quot;bottom&quot;:54.355896148640866,&quot;top&quot;:53.928447178699159},&quot;scheme&quot;:&quot;8-0&quot;,&quot;spacing&quot;:5}"/>
  <p:tag name="KSO_WM_UNIT_PLACING_PICTURE_USER_VIEWPORT_SMARTMENU" val="{&quot;height&quot;:2723.5401372199485,&quot;width&quot;:1637.4927910744975}"/>
  <p:tag name="KSO_WM_UNIT_PLACING_PICTURE_USER_RELATIVERECTANGLE_SMARTMENU" val="{&quot;bottom&quot;:0,&quot;left&quot;:0,&quot;right&quot;:0,&quot;top&quot;:0}"/>
  <p:tag name="KSO_WM_UNIT_PLACING_PICTURE_COLLAGE_VIEWPORT" val="{&quot;height&quot;:3006.6142271321664,&quot;width&quot;:1807.6874969850744}"/>
</p:tagLst>
</file>

<file path=ppt/tags/tag8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026_1*f*1"/>
  <p:tag name="KSO_WM_TEMPLATE_CATEGORY" val="diagram"/>
  <p:tag name="KSO_WM_TEMPLATE_INDEX" val="2021202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84"/>
  <p:tag name="KSO_WM_UNIT_SHOW_EDIT_AREA_INDICATION" val="1"/>
  <p:tag name="KSO_WM_CHIP_GROUPID" val="5e6b05596848fb12bee65ac8"/>
  <p:tag name="KSO_WM_CHIP_XID" val="5e6b05596848fb12bee65aca"/>
  <p:tag name="KSO_WM_UNIT_DEC_AREA_ID" val="7b95c679221345409fc992a0180a6f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bf591af329c34303bf18860378735beb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60656f114054ed1e2fb802ea"/>
  <p:tag name="KSO_WM_TEMPLATE_ASSEMBLE_GROUPID" val="60656f114054ed1e2fb802ea"/>
</p:tagLst>
</file>

<file path=ppt/tags/tag86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7:01&quot;,&quot;maxSize&quot;:{&quot;size1&quot;:65},&quot;minSize&quot;:{&quot;size1&quot;:58.799999999999997},&quot;normalSize&quot;:{&quot;size1&quot;:61.5625},&quot;subLayout&quot;:[{&quot;id&quot;:&quot;2021-04-01T15:27:01&quot;,&quot;margin&quot;:{&quot;bottom&quot;:1.9049999713897705,&quot;left&quot;:2.1170001029968262,&quot;right&quot;:0.84700000286102295,&quot;top&quot;:1.9049999713897705},&quot;type&quot;:0},{&quot;id&quot;:&quot;2021-04-01T15:27:01&quot;,&quot;margin&quot;:{&quot;bottom&quot;:3.1749999523162842,&quot;left&quot;:0.84700000286102295,&quot;right&quot;:1.6929999589920044,&quot;top&quot;:3.1749999523162842},&quot;type&quot;:0}],&quot;type&quot;:0}"/>
  <p:tag name="KSO_WM_SLIDE_BACKGROUND" val="[&quot;general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9e5a4073d2384101fd9cd6"/>
  <p:tag name="KSO_WM_CHIP_FILLPROP" val="[[{&quot;text_align&quot;:&quot;lm&quot;,&quot;text_direction&quot;:&quot;horizontal&quot;,&quot;support_features&quot;:[&quot;collage&quot;,&quot;carousel&quot;],&quot;support_big_font&quot;:false,&quot;fill_id&quot;:&quot;86c53044cc924949be6d149992af7062&quot;,&quot;fill_align&quot;:&quot;rm&quot;,&quot;chip_types&quot;:[&quot;picture&quot;,&quot;table&quot;,&quot;video&quot;]},{&quot;text_align&quot;:&quot;lm&quot;,&quot;text_direction&quot;:&quot;horizontal&quot;,&quot;support_big_font&quot;:true,&quot;fill_id&quot;:&quot;f6a7e44faf434b728f016a5c6d2d1b9e&quot;,&quot;fill_align&quot;:&quot;lm&quot;,&quot;chip_types&quot;:[&quot;text&quot;,&quot;header&quot;]}]]"/>
  <p:tag name="KSO_WM_SLIDE_ID" val="diagram20212026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01*425"/>
  <p:tag name="KSO_WM_SLIDE_POSITION" val="60*24"/>
  <p:tag name="KSO_WM_TAG_VERSION" val="1.0"/>
  <p:tag name="KSO_WM_SLIDE_LAYOUT" val="d_f"/>
  <p:tag name="KSO_WM_SLIDE_LAYOUT_CNT" val="1_1"/>
  <p:tag name="KSO_WM_SLIDE_CAN_ADD_NAVIGATION" val="1"/>
  <p:tag name="KSO_WM_CHIP_DECFILLPROP" val="[]"/>
  <p:tag name="KSO_WM_CHIP_GROUPID" val="5e9e5a4073d2384101fd9cd5"/>
  <p:tag name="KSO_WM_SLIDE_BK_DARK_LIGHT" val="2"/>
  <p:tag name="KSO_WM_SLIDE_BACKGROUND_TYPE" val="general"/>
  <p:tag name="KSO_WM_SLIDE_SUPPORT_FEATURE_TYPE" val="3"/>
  <p:tag name="KSO_WM_TEMPLATE_ASSEMBLE_XID" val="60656f114054ed1e2fb802ea"/>
  <p:tag name="KSO_WM_TEMPLATE_ASSEMBLE_GROUPID" val="60656f114054ed1e2fb802ea"/>
</p:tagLst>
</file>

<file path=ppt/tags/tag87.xml><?xml version="1.0" encoding="utf-8"?>
<p:tagLst xmlns:p="http://schemas.openxmlformats.org/presentationml/2006/main">
  <p:tag name="KSO_WM_UNIT_VALUE" val="1904*1886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07191_1*d*1"/>
  <p:tag name="KSO_WM_TEMPLATE_CATEGORY" val="diagram"/>
  <p:tag name="KSO_WM_TEMPLATE_INDEX" val="20207191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8e53302109b54e18b994232c7d9e9eff"/>
  <p:tag name="KSO_WM_ASSEMBLE_CHIP_INDEX" val="36ab1ed37fc042b08ede45dd2b79ba45"/>
  <p:tag name="KSO_WM_UNIT_PLACING_PICTURE" val="36ab1ed37fc042b08ede45dd2b79ba45"/>
  <p:tag name="KSO_WM_TEMPLATE_ASSEMBLE_XID" val="5ee1a61aafe44fab1839c468"/>
  <p:tag name="KSO_WM_TEMPLATE_ASSEMBLE_GROUPID" val="5ee1a61aafe44fab1839c468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7191_1*i*2"/>
  <p:tag name="KSO_WM_TEMPLATE_CATEGORY" val="diagram"/>
  <p:tag name="KSO_WM_TEMPLATE_INDEX" val="20207191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DecorateInfoX&quot;:{&quot;IsLeft&quot;:false,&quot;IsRight&quot;:false,&quot;IsAbs&quot;:false},&quot;DecorateInfoY&quot;:{&quot;IsTop&quot;:false,&quot;IsBottom&quot;:false,&quot;IsAbs&quot;:false},&quot;DecorateInfoW&quot;:{&quot;IsAbs&quot;:true},&quot;DecorateInfoH&quot;:{&quot;IsAbs&quot;:true}}"/>
  <p:tag name="KSO_WM_CHIP_GROUPID" val="5e9e9177660c33b3b8e63fe1"/>
  <p:tag name="KSO_WM_CHIP_XID" val="5e9e9177660c33b3b8e63fe2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75"/>
  <p:tag name="KSO_WM_TEMPLATE_ASSEMBLE_XID" val="5ee1a61aafe44fab1839c468"/>
  <p:tag name="KSO_WM_TEMPLATE_ASSEMBLE_GROUPID" val="5ee1a61aafe44fab1839c468"/>
</p:tagLst>
</file>

<file path=ppt/tags/tag8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191_1*f*1"/>
  <p:tag name="KSO_WM_TEMPLATE_CATEGORY" val="diagram"/>
  <p:tag name="KSO_WM_TEMPLATE_INDEX" val="20207191"/>
  <p:tag name="KSO_WM_UNIT_LAYERLEVEL" val="1"/>
  <p:tag name="KSO_WM_TAG_VERSION" val="1.0"/>
  <p:tag name="KSO_WM_BEAUTIFY_FLAG" val="#wm#"/>
  <p:tag name="KSO_WM_UNIT_DEFAULT_FONT" val="14;20;2"/>
  <p:tag name="KSO_WM_UNIT_BLOCK" val="0"/>
  <p:tag name="KSO_WM_CHIP_GROUPID" val="5e6b05596848fb12bee65ac8"/>
  <p:tag name="KSO_WM_CHIP_XID" val="5e6b05596848fb12bee65aca"/>
  <p:tag name="KSO_WM_UNIT_DEC_AREA_ID" val="8319016cfaac473ea8eb6c9fb141a635"/>
  <p:tag name="KSO_WM_ASSEMBLE_CHIP_INDEX" val="dd1b580907a8423189dbb3d2ff4e3649"/>
  <p:tag name="KSO_WM_UNIT_TEXT_FILL_FORE_SCHEMECOLOR_INDEX_BRIGHTNESS" val="0.25"/>
  <p:tag name="KSO_WM_UNIT_TEXT_FILL_FORE_SCHEMECOLOR_INDEX" val="13"/>
  <p:tag name="KSO_WM_UNIT_TEXT_FILL_TYPE" val="1"/>
  <p:tag name="KSO_WM_UNIT_VALUE" val="140"/>
  <p:tag name="KSO_WM_TEMPLATE_ASSEMBLE_XID" val="5ee1a61aafe44fab1839c468"/>
  <p:tag name="KSO_WM_TEMPLATE_ASSEMBLE_GROUPID" val="5ee1a61aafe44fab1839c468"/>
</p:tagLst>
</file>

<file path=ppt/tags/tag90.xml><?xml version="1.0" encoding="utf-8"?>
<p:tagLst xmlns:p="http://schemas.openxmlformats.org/presentationml/2006/main">
  <p:tag name="KSO_WM_TEMPLATE_CATEGORY" val="diagram"/>
  <p:tag name="KSO_WM_TEMPLATE_INDEX" val="20207191"/>
  <p:tag name="KSO_WM_TAG_VERSION" val="1.0"/>
  <p:tag name="KSO_WM_SLIDE_ID" val="diagram20207191_1"/>
  <p:tag name="KSO_WM_SLIDE_INDEX" val="1"/>
  <p:tag name="KSO_WM_SLIDE_ITEM_CNT" val="0"/>
  <p:tag name="KSO_WM_SLIDE_LAYOUT" val="d_f"/>
  <p:tag name="KSO_WM_SLIDE_LAYOUT_CNT" val="1_1"/>
  <p:tag name="KSO_WM_SLIDE_TYPE" val="text"/>
  <p:tag name="KSO_WM_SLIDE_SUBTYPE" val="picTxt"/>
  <p:tag name="KSO_WM_BEAUTIFY_FLAG" val="#wm#"/>
  <p:tag name="KSO_WM_SLIDE_POSITION" val="0*0"/>
  <p:tag name="KSO_WM_SLIDE_SIZE" val="959*540"/>
  <p:tag name="KSO_WM_TEMPLATE_SUBCATEGORY" val="21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06-11T11:33:49&quot;,&quot;maxSize&quot;:{&quot;size1&quot;:45},&quot;minSize&quot;:{&quot;size1&quot;:45},&quot;normalSize&quot;:{&quot;size1&quot;:45},&quot;subLayout&quot;:[{&quot;id&quot;:&quot;2020-06-11T11:33:49&quot;,&quot;margin&quot;:{&quot;bottom&quot;:4.2329998016357422,&quot;left&quot;:2.5399999618530273,&quot;right&quot;:-4.0106188430532284e-15,&quot;top&quot;:4.2329998016357422},&quot;type&quot;:0},{&quot;id&quot;:&quot;2020-06-11T11:33:49&quot;,&quot;type&quot;:0}],&quot;type&quot;:0}"/>
  <p:tag name="KSO_WM_SLIDE_BACKGROUND" val="[&quot;general&quot;]"/>
  <p:tag name="KSO_WM_SLIDE_RATIO" val="1.777778"/>
  <p:tag name="KSO_WM_CHIP_INFOS" val="{&quot;layout_type&quot;:&quot;leftright&quot;,&quot;tags&quot;:{&quot;style&quot;:[&quot;商务&quot;,&quot;简约&quot;,&quot;文艺清新&quot;,&quot;卡通&quot;,&quot;欧美风&quot;,&quot;黑板风&quot;,&quot;渐变风&quot;]},&quot;slide_type&quot;:[&quot;text&quot;],&quot;aspect_ratio&quot;:&quot;16:9&quot;}"/>
  <p:tag name="KSO_WM_CHIP_XID" val="5e9e9177660c33b3b8e63fe2"/>
  <p:tag name="KSO_WM_CHIP_FILLPROP" val="[[{&quot;fill_id&quot;:&quot;f4cb090f17734dd58aa86343ea972a3c&quot;,&quot;fill_align&quot;:&quot;cm&quot;,&quot;text_align&quot;:&quot;lm&quot;,&quot;text_direction&quot;:&quot;horizontal&quot;,&quot;chip_types&quot;:[&quot;picture&quot;]},{&quot;fill_id&quot;:&quot;6008405280514e15b582e9debd04c0b9&quot;,&quot;fill_align&quot;:&quot;cm&quot;,&quot;text_align&quot;:&quot;lm&quot;,&quot;text_direction&quot;:&quot;horizontal&quot;,&quot;chip_types&quot;:[&quot;text&quot;,&quot;header&quot;]}]]"/>
  <p:tag name="KSO_WM_CHIP_GROUPID" val="5e9e9177660c33b3b8e63fe1"/>
  <p:tag name="KSO_WM_SLIDE_BK_DARK_LIGHT" val="2"/>
  <p:tag name="KSO_WM_SLIDE_BACKGROUND_TYPE" val="general"/>
  <p:tag name="KSO_WM_SLIDE_SUPPORT_FEATURE_TYPE" val="0"/>
  <p:tag name="KSO_WM_TEMPLATE_ASSEMBLE_XID" val="5ee1a61aafe44fab1839c468"/>
  <p:tag name="KSO_WM_TEMPLATE_ASSEMBLE_GROUPID" val="5ee1a61aafe44fab1839c468"/>
</p:tagLst>
</file>

<file path=ppt/tags/tag9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046_1*f*1"/>
  <p:tag name="KSO_WM_TEMPLATE_CATEGORY" val="diagram"/>
  <p:tag name="KSO_WM_TEMPLATE_INDEX" val="2021704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84"/>
  <p:tag name="KSO_WM_UNIT_SHOW_EDIT_AREA_INDICATION" val="1"/>
  <p:tag name="KSO_WM_CHIP_GROUPID" val="5e6b05596848fb12bee65ac8"/>
  <p:tag name="KSO_WM_CHIP_XID" val="5e6b05596848fb12bee65aca"/>
  <p:tag name="KSO_WM_UNIT_DEC_AREA_ID" val="61e2185a73d8427b9751b023dd8a09f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ec99dc0317444da49c432e617a8b827f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5fd1049f1fa9d42129ddd701"/>
  <p:tag name="KSO_WM_TEMPLATE_ASSEMBLE_GROUPID" val="5fd1049f1fa9d42129ddd70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crop20194963_1*i*1"/>
  <p:tag name="KSO_WM_TEMPLATE_CATEGORY" val="crop"/>
  <p:tag name="KSO_WM_TEMPLATE_INDEX" val="20194963"/>
  <p:tag name="KSO_WM_UNIT_LAYERLEVEL" val="1"/>
  <p:tag name="KSO_WM_TAG_VERSION" val="1.0"/>
  <p:tag name="KSO_WM_BEAUTIFY_FLAG" val="#wm#"/>
  <p:tag name="KSO_WM_UNIT_USESOURCEFORMAT_APPLY" val="1"/>
</p:tagLst>
</file>

<file path=ppt/tags/tag93.xml><?xml version="1.0" encoding="utf-8"?>
<p:tagLst xmlns:p="http://schemas.openxmlformats.org/presentationml/2006/main">
  <p:tag name="PA" val="v5.2.2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i"/>
  <p:tag name="KSO_WM_UNIT_INDEX" val="1_1_3"/>
  <p:tag name="KSO_WM_UNIT_ID" val="crop20194963_1*ζ_h_i*1_1_3"/>
  <p:tag name="KSO_WM_TEMPLATE_CATEGORY" val="crop"/>
  <p:tag name="KSO_WM_TEMPLATE_INDEX" val="20194963"/>
  <p:tag name="KSO_WM_UNIT_LAYERLEVEL" val="1_1_1"/>
  <p:tag name="KSO_WM_TAG_VERSION" val="1.0"/>
  <p:tag name="KSO_WM_BEAUTIFY_FLAG" val="#wm#"/>
  <p:tag name="PICTUREFILLRANGE" val="36ccaf6c-7af3-4251-8b16-6c4d44af1832"/>
  <p:tag name="KSO_WM_UNIT_DIAGRAM_MODELTYPE" val="creativeCrop"/>
  <p:tag name="KSO_WM_CREATIVE_CROP_ORG_LEFT" val="360"/>
  <p:tag name="KSO_WM_CREATIVE_CROP_ORG_TOP" val="0"/>
  <p:tag name="KSO_WM_CREATIVE_CROP_ORG_WIDTH" val="600"/>
  <p:tag name="KSO_WM_CREATIVE_CROP_ORG_HEIGHT" val="540"/>
  <p:tag name="KSO_WM_CREATIVE_CROP_SHAPE_LEFT" val="908.781"/>
  <p:tag name="KSO_WM_CREATIVE_CROP_SHAPE_TOP" val="241.749"/>
  <p:tag name="KSO_WM_CREATIVE_CROP_SHAPE_WIDTH" val="56.4967"/>
  <p:tag name="KSO_WM_CREATIVE_CROP_SHAPE_HEIGHT" val="56.3459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PA" val="v5.2.2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i"/>
  <p:tag name="KSO_WM_UNIT_INDEX" val="1_1_1"/>
  <p:tag name="KSO_WM_UNIT_ID" val="crop20194963_1*ζ_h_i*1_1_1"/>
  <p:tag name="KSO_WM_TEMPLATE_CATEGORY" val="crop"/>
  <p:tag name="KSO_WM_TEMPLATE_INDEX" val="20194963"/>
  <p:tag name="KSO_WM_UNIT_LAYERLEVEL" val="1_1_1"/>
  <p:tag name="KSO_WM_TAG_VERSION" val="1.0"/>
  <p:tag name="KSO_WM_BEAUTIFY_FLAG" val="#wm#"/>
  <p:tag name="PICTUREFILLRANGE" val="36ccaf6c-7af3-4251-8b16-6c4d44af1832"/>
  <p:tag name="KSO_WM_UNIT_DIAGRAM_MODELTYPE" val="creativeCrop"/>
  <p:tag name="KSO_WM_CREATIVE_CROP_ORG_LEFT" val="360"/>
  <p:tag name="KSO_WM_CREATIVE_CROP_ORG_TOP" val="0"/>
  <p:tag name="KSO_WM_CREATIVE_CROP_ORG_WIDTH" val="600"/>
  <p:tag name="KSO_WM_CREATIVE_CROP_ORG_HEIGHT" val="540"/>
  <p:tag name="KSO_WM_CREATIVE_CROP_SHAPE_LEFT" val="429.614"/>
  <p:tag name="KSO_WM_CREATIVE_CROP_SHAPE_TOP" val="303.775"/>
  <p:tag name="KSO_WM_CREATIVE_CROP_SHAPE_WIDTH" val="56.4967"/>
  <p:tag name="KSO_WM_CREATIVE_CROP_SHAPE_HEIGHT" val="56.3459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PA" val="v5.2.2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i"/>
  <p:tag name="KSO_WM_UNIT_INDEX" val="1_1_2"/>
  <p:tag name="KSO_WM_UNIT_ID" val="crop20194963_1*ζ_h_i*1_1_2"/>
  <p:tag name="KSO_WM_TEMPLATE_CATEGORY" val="crop"/>
  <p:tag name="KSO_WM_TEMPLATE_INDEX" val="20194963"/>
  <p:tag name="KSO_WM_UNIT_LAYERLEVEL" val="1_1_1"/>
  <p:tag name="KSO_WM_TAG_VERSION" val="1.0"/>
  <p:tag name="KSO_WM_BEAUTIFY_FLAG" val="#wm#"/>
  <p:tag name="PICTUREFILLRANGE" val="36ccaf6c-7af3-4251-8b16-6c4d44af1832"/>
  <p:tag name="KSO_WM_UNIT_DIAGRAM_MODELTYPE" val="creativeCrop"/>
  <p:tag name="KSO_WM_CREATIVE_CROP_ORG_LEFT" val="360"/>
  <p:tag name="KSO_WM_CREATIVE_CROP_ORG_TOP" val="0"/>
  <p:tag name="KSO_WM_CREATIVE_CROP_ORG_WIDTH" val="600"/>
  <p:tag name="KSO_WM_CREATIVE_CROP_ORG_HEIGHT" val="540"/>
  <p:tag name="KSO_WM_CREATIVE_CROP_SHAPE_LEFT" val="369.499"/>
  <p:tag name="KSO_WM_CREATIVE_CROP_SHAPE_TOP" val="458.035"/>
  <p:tag name="KSO_WM_CREATIVE_CROP_SHAPE_WIDTH" val="56.4967"/>
  <p:tag name="KSO_WM_CREATIVE_CROP_SHAPE_HEIGHT" val="11.6109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6.xml><?xml version="1.0" encoding="utf-8"?>
<p:tagLst xmlns:p="http://schemas.openxmlformats.org/presentationml/2006/main">
  <p:tag name="PICTUREFILLRANGE" val="2c6e7530-7b18-4a69-a31d-5f058a0ee538"/>
  <p:tag name="KSO_WM_UNIT_VALUE" val="417*1012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d"/>
  <p:tag name="KSO_WM_UNIT_INDEX" val="1_1_1"/>
  <p:tag name="KSO_WM_UNIT_ID" val="crop20194963_1*ζ_h_d*1_1_1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103"/>
  <p:tag name="KSO_WM_BLIP_RECT_RIGHT" val="-5"/>
  <p:tag name="KSO_WM_BLIP_RECT_TOP" val="-124"/>
  <p:tag name="KSO_WM_BLIP_RECT_BOTTOM" val="-281"/>
  <p:tag name="KSO_WM_CREATIVE_CROP_ORG_LEFT" val="360"/>
  <p:tag name="KSO_WM_CREATIVE_CROP_ORG_TOP" val="-0.000139228"/>
  <p:tag name="KSO_WM_CREATIVE_CROP_ORG_WIDTH" val="600.001"/>
  <p:tag name="KSO_WM_CREATIVE_CROP_ORG_HEIGHT" val="540.001"/>
  <p:tag name="KSO_WM_CREATIVE_CROP_SHAPE_LEFT" val="657.109"/>
  <p:tag name="KSO_WM_CREATIVE_CROP_SHAPE_TOP" val="117.448"/>
  <p:tag name="KSO_WM_CREATIVE_CROP_SHAPE_WIDTH" val="288.565"/>
  <p:tag name="KSO_WM_CREATIVE_CROP_SHAPE_HEIGHT" val="118.874"/>
  <p:tag name="KSO_WM_UNIT_TEXT_FILL_FORE_SCHEMECOLOR_INDEX" val="2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PICTUREFILLRANGE" val="2c6e7530-7b18-4a69-a31d-5f058a0ee538"/>
  <p:tag name="KSO_WM_UNIT_VALUE" val="903*967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d"/>
  <p:tag name="KSO_WM_UNIT_INDEX" val="1_1_2"/>
  <p:tag name="KSO_WM_UNIT_ID" val="crop20194963_1*ζ_h_d*1_1_2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6"/>
  <p:tag name="KSO_WM_BLIP_RECT_RIGHT" val="-112"/>
  <p:tag name="KSO_WM_BLIP_RECT_TOP" val="-27"/>
  <p:tag name="KSO_WM_BLIP_RECT_BOTTOM" val="-106"/>
  <p:tag name="KSO_WM_CREATIVE_CROP_ORG_LEFT" val="360"/>
  <p:tag name="KSO_WM_CREATIVE_CROP_ORG_TOP" val="-3.32149e-05"/>
  <p:tag name="KSO_WM_CREATIVE_CROP_ORG_WIDTH" val="600"/>
  <p:tag name="KSO_WM_CREATIVE_CROP_ORG_HEIGHT" val="540"/>
  <p:tag name="KSO_WM_CREATIVE_CROP_SHAPE_LEFT" val="375.332"/>
  <p:tag name="KSO_WM_CREATIVE_CROP_SHAPE_TOP" val="40.6476"/>
  <p:tag name="KSO_WM_CREATIVE_CROP_SHAPE_WIDTH" val="275.698"/>
  <p:tag name="KSO_WM_CREATIVE_CROP_SHAPE_HEIGHT" val="257.452"/>
  <p:tag name="KSO_WM_UNIT_TEXT_FILL_FORE_SCHEMECOLOR_INDEX" val="2"/>
  <p:tag name="KSO_WM_UNIT_TEXT_FILL_TYPE" val="1"/>
  <p:tag name="KSO_WM_UNIT_USESOURCEFORMAT_APPLY" val="1"/>
</p:tagLst>
</file>

<file path=ppt/tags/tag98.xml><?xml version="1.0" encoding="utf-8"?>
<p:tagLst xmlns:p="http://schemas.openxmlformats.org/presentationml/2006/main">
  <p:tag name="PICTUREFILLRANGE" val="2c6e7530-7b18-4a69-a31d-5f058a0ee538"/>
  <p:tag name="KSO_WM_UNIT_VALUE" val="516*553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d"/>
  <p:tag name="KSO_WM_UNIT_INDEX" val="1_1_3"/>
  <p:tag name="KSO_WM_UNIT_ID" val="crop20194963_1*ζ_h_d*1_1_3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85"/>
  <p:tag name="KSO_WM_BLIP_RECT_RIGHT" val="-196"/>
  <p:tag name="KSO_WM_BLIP_RECT_TOP" val="-227"/>
  <p:tag name="KSO_WM_BLIP_RECT_BOTTOM" val="-81"/>
  <p:tag name="KSO_WM_CREATIVE_CROP_ORG_LEFT" val="360"/>
  <p:tag name="KSO_WM_CREATIVE_CROP_ORG_TOP" val="-0.000321757"/>
  <p:tag name="KSO_WM_CREATIVE_CROP_ORG_WIDTH" val="600.002"/>
  <p:tag name="KSO_WM_CREATIVE_CROP_ORG_HEIGHT" val="540.001"/>
  <p:tag name="KSO_WM_CREATIVE_CROP_SHAPE_LEFT" val="493.4"/>
  <p:tag name="KSO_WM_CREATIVE_CROP_SHAPE_TOP" val="303.775"/>
  <p:tag name="KSO_WM_CREATIVE_CROP_SHAPE_WIDTH" val="157.628"/>
  <p:tag name="KSO_WM_CREATIVE_CROP_SHAPE_HEIGHT" val="147.223"/>
  <p:tag name="KSO_WM_UNIT_TEXT_FILL_FORE_SCHEMECOLOR_INDEX" val="2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PICTUREFILLRANGE" val="2c6e7530-7b18-4a69-a31d-5f058a0ee538"/>
  <p:tag name="KSO_WM_UNIT_VALUE" val="41*789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d"/>
  <p:tag name="KSO_WM_UNIT_INDEX" val="1_1_4"/>
  <p:tag name="KSO_WM_UNIT_ID" val="crop20194963_1*ζ_h_d*1_1_4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29"/>
  <p:tag name="KSO_WM_BLIP_RECT_RIGHT" val="-137"/>
  <p:tag name="KSO_WM_BLIP_RECT_TOP" val="-4203"/>
  <p:tag name="KSO_WM_BLIP_RECT_BOTTOM" val="-864"/>
  <p:tag name="KSO_WM_CREATIVE_CROP_ORG_LEFT" val="360"/>
  <p:tag name="KSO_WM_CREATIVE_CROP_ORG_TOP" val="-0.000237446"/>
  <p:tag name="KSO_WM_CREATIVE_CROP_ORG_WIDTH" val="599.999"/>
  <p:tag name="KSO_WM_CREATIVE_CROP_ORG_HEIGHT" val="540"/>
  <p:tag name="KSO_WM_CREATIVE_CROP_SHAPE_LEFT" val="425.998"/>
  <p:tag name="KSO_WM_CREATIVE_CROP_SHAPE_TOP" val="458.036"/>
  <p:tag name="KSO_WM_CREATIVE_CROP_SHAPE_WIDTH" val="225.032"/>
  <p:tag name="KSO_WM_CREATIVE_CROP_SHAPE_HEIGHT" val="11.6111"/>
  <p:tag name="KSO_WM_UNIT_TEXT_FILL_FORE_SCHEMECOLOR_INDEX" val="2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PICTUREFILLRANGE" val="2c6e7530-7b18-4a69-a31d-5f058a0ee538"/>
  <p:tag name="KSO_WM_UNIT_VALUE" val="903*861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d"/>
  <p:tag name="KSO_WM_UNIT_INDEX" val="1_1_5"/>
  <p:tag name="KSO_WM_UNIT_ID" val="crop20194963_1*ζ_h_d*1_1_5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121"/>
  <p:tag name="KSO_WM_BLIP_RECT_RIGHT" val="-23"/>
  <p:tag name="KSO_WM_BLIP_RECT_TOP" val="-106"/>
  <p:tag name="KSO_WM_BLIP_RECT_BOTTOM" val="-27"/>
  <p:tag name="KSO_WM_CREATIVE_CROP_ORG_LEFT" val="360"/>
  <p:tag name="KSO_WM_CREATIVE_CROP_ORG_TOP" val="-0.000116377"/>
  <p:tag name="KSO_WM_CREATIVE_CROP_ORG_WIDTH" val="600"/>
  <p:tag name="KSO_WM_CREATIVE_CROP_ORG_HEIGHT" val="540"/>
  <p:tag name="KSO_WM_CREATIVE_CROP_SHAPE_LEFT" val="657.109"/>
  <p:tag name="KSO_WM_CREATIVE_CROP_SHAPE_TOP" val="241.901"/>
  <p:tag name="KSO_WM_CREATIVE_CROP_SHAPE_WIDTH" val="245.59"/>
  <p:tag name="KSO_WM_CREATIVE_CROP_SHAPE_HEIGHT" val="257.452"/>
  <p:tag name="KSO_WM_UNIT_TEXT_FILL_FORE_SCHEMECOLOR_INDEX" val="2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PICTUREFILLRANGE" val="2c6e7530-7b18-4a69-a31d-5f058a0ee538"/>
  <p:tag name="KSO_WM_UNIT_VALUE" val="318*29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d"/>
  <p:tag name="KSO_WM_UNIT_INDEX" val="1_1_6"/>
  <p:tag name="KSO_WM_UNIT_ID" val="crop20194963_1*ζ_h_d*1_1_6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7178"/>
  <p:tag name="KSO_WM_BLIP_RECT_RIGHT" val="0"/>
  <p:tag name="KSO_WM_BLIP_RECT_TOP" val="-163"/>
  <p:tag name="KSO_WM_BLIP_RECT_BOTTOM" val="-400"/>
  <p:tag name="KSO_WM_CREATIVE_CROP_ORG_LEFT" val="360"/>
  <p:tag name="KSO_WM_CREATIVE_CROP_ORG_TOP" val="-0.000515963"/>
  <p:tag name="KSO_WM_CREATIVE_CROP_ORG_WIDTH" val="600"/>
  <p:tag name="KSO_WM_CREATIVE_CROP_ORG_HEIGHT" val="540"/>
  <p:tag name="KSO_WM_CREATIVE_CROP_SHAPE_LEFT" val="951.756"/>
  <p:tag name="KSO_WM_CREATIVE_CROP_SHAPE_TOP" val="117.45"/>
  <p:tag name="KSO_WM_CREATIVE_CROP_SHAPE_WIDTH" val="8.2437"/>
  <p:tag name="KSO_WM_CREATIVE_CROP_SHAPE_HEIGHT" val="90.5758"/>
  <p:tag name="KSO_WM_UNIT_TEXT_FILL_FORE_SCHEMECOLOR_INDEX" val="2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PICTUREFILLRANGE" val="2c6e7530-7b18-4a69-a31d-5f058a0ee538"/>
  <p:tag name="KSO_WM_UNIT_VALUE" val="534*38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d"/>
  <p:tag name="KSO_WM_UNIT_INDEX" val="1_1_7"/>
  <p:tag name="KSO_WM_UNIT_ID" val="crop20194963_1*ζ_h_d*1_1_7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5101"/>
  <p:tag name="KSO_WM_BLIP_RECT_RIGHT" val="-376"/>
  <p:tag name="KSO_WM_BLIP_RECT_TOP" val="-219"/>
  <p:tag name="KSO_WM_BLIP_RECT_BOTTOM" val="-75"/>
  <p:tag name="KSO_WM_CREATIVE_CROP_ORG_LEFT" val="359.999"/>
  <p:tag name="KSO_WM_CREATIVE_CROP_ORG_TOP" val="-0.000400909"/>
  <p:tag name="KSO_WM_CREATIVE_CROP_ORG_WIDTH" val="600.001"/>
  <p:tag name="KSO_WM_CREATIVE_CROP_ORG_HEIGHT" val="540.001"/>
  <p:tag name="KSO_WM_CREATIVE_CROP_SHAPE_LEFT" val="908.78"/>
  <p:tag name="KSO_WM_CREATIVE_CROP_SHAPE_TOP" val="303.576"/>
  <p:tag name="KSO_WM_CREATIVE_CROP_SHAPE_WIDTH" val="10.7573"/>
  <p:tag name="KSO_WM_CREATIVE_CROP_SHAPE_HEIGHT" val="152.4"/>
  <p:tag name="KSO_WM_UNIT_TEXT_FILL_FORE_SCHEMECOLOR_INDEX" val="2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PICTUREFILLRANGE" val="2c6e7530-7b18-4a69-a31d-5f058a0ee538"/>
  <p:tag name="KSO_WM_UNIT_VALUE" val="680*32"/>
  <p:tag name="KSO_WM_UNIT_HIGHLIGHT" val="0"/>
  <p:tag name="KSO_WM_UNIT_COMPATIBLE" val="0"/>
  <p:tag name="KSO_WM_UNIT_DIAGRAM_ISNUMVISUAL" val="0"/>
  <p:tag name="KSO_WM_UNIT_DIAGRAM_ISREFERUNIT" val="0"/>
  <p:tag name="KSO_WM_DIAGRAM_GROUP_CODE" val="1577664347"/>
  <p:tag name="KSO_WM_UNIT_TYPE" val="ζ_h_d"/>
  <p:tag name="KSO_WM_UNIT_INDEX" val="1_1_8"/>
  <p:tag name="KSO_WM_UNIT_ID" val="crop20194963_1*ζ_h_d*1_1_8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0"/>
  <p:tag name="KSO_WM_BLIP_RECT_RIGHT" val="-6387"/>
  <p:tag name="KSO_WM_BLIP_RECT_TOP" val="-69"/>
  <p:tag name="KSO_WM_BLIP_RECT_BOTTOM" val="-140"/>
  <p:tag name="KSO_WM_CREATIVE_CROP_ORG_LEFT" val="360"/>
  <p:tag name="KSO_WM_CREATIVE_CROP_ORG_TOP" val="3.15783e-05"/>
  <p:tag name="KSO_WM_CREATIVE_CROP_ORG_WIDTH" val="600"/>
  <p:tag name="KSO_WM_CREATIVE_CROP_ORG_HEIGHT" val="540"/>
  <p:tag name="KSO_WM_CREATIVE_CROP_SHAPE_LEFT" val="360"/>
  <p:tag name="KSO_WM_CREATIVE_CROP_SHAPE_TOP" val="104.079"/>
  <p:tag name="KSO_WM_CREATIVE_CROP_SHAPE_WIDTH" val="9.24858"/>
  <p:tag name="KSO_WM_CREATIVE_CROP_SHAPE_HEIGHT" val="194.019"/>
  <p:tag name="KSO_WM_UNIT_TEXT_FILL_FORE_SCHEMECOLOR_INDEX" val="2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BEAUTIFY_FLAG" val="#wm#"/>
  <p:tag name="KSO_WM_TEMPLATE_CATEGORY" val="diagram"/>
  <p:tag name="KSO_WM_TEMPLATE_INDEX" val="20189634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0840_1*i*1"/>
  <p:tag name="KSO_WM_TEMPLATE_CATEGORY" val="diagram"/>
  <p:tag name="KSO_WM_TEMPLATE_INDEX" val="20210840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0},&quot;ReferentInfo&quot;:{&quot;Id&quot;:&quot;716ced2ee7e6474f8aacdbb9c72cad7c&quot;,&quot;X&quot;:{&quot;Pos&quot;:1},&quot;Y&quot;:{&quot;Pos&quot;:2}},&quot;whChangeMode&quot;:0}"/>
  <p:tag name="KSO_WM_UNIT_DEC_AREA_ID" val="646930392be847aba92d61b42163b518"/>
  <p:tag name="KSO_WM_CHIP_GROUPID" val="5ed745afafe44fab1839bd05"/>
  <p:tag name="KSO_WM_CHIP_XID" val="5ed21bffdaf2e53b70be3ec4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UNIT_VALUE" val="10"/>
  <p:tag name="KSO_WM_TEMPLATE_ASSEMBLE_XID" val="60656e6e4054ed1e2fb7f895"/>
  <p:tag name="KSO_WM_TEMPLATE_ASSEMBLE_GROUPID" val="60656e6e4054ed1e2fb7f895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0840_1*i*2"/>
  <p:tag name="KSO_WM_TEMPLATE_CATEGORY" val="diagram"/>
  <p:tag name="KSO_WM_TEMPLATE_INDEX" val="20210840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2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0}"/>
  <p:tag name="KSO_WM_UNIT_DEC_AREA_ID" val="51fc2a00958e4110a7400cf7c5fb9b10"/>
  <p:tag name="KSO_WM_CHIP_GROUPID" val="5ed745afafe44fab1839bd05"/>
  <p:tag name="KSO_WM_CHIP_XID" val="5ed21bffdaf2e53b70be3ec4"/>
  <p:tag name="KSO_WM_UNIT_LINE_FORE_SCHEMECOLOR_INDEX_BRIGHTNESS" val="-0.15"/>
  <p:tag name="KSO_WM_UNIT_LINE_FORE_SCHEMECOLOR_INDEX" val="14"/>
  <p:tag name="KSO_WM_UNIT_LINE_FILL_TYPE" val="2"/>
  <p:tag name="KSO_WM_UNIT_VALUE" val="738"/>
  <p:tag name="KSO_WM_TEMPLATE_ASSEMBLE_XID" val="60656e6e4054ed1e2fb7f895"/>
  <p:tag name="KSO_WM_TEMPLATE_ASSEMBLE_GROUPID" val="60656e6e4054ed1e2fb7f895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0840_1*a*1"/>
  <p:tag name="KSO_WM_TEMPLATE_CATEGORY" val="diagram"/>
  <p:tag name="KSO_WM_TEMPLATE_INDEX" val="2021084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716ced2ee7e6474f8aacdbb9c72cad7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7a67ab0ad37046f496aac1cde81383e4"/>
  <p:tag name="KSO_WM_UNIT_TEXT_FILL_FORE_SCHEMECOLOR_INDEX_BRIGHTNESS" val="0"/>
  <p:tag name="KSO_WM_UNIT_TEXT_FILL_FORE_SCHEMECOLOR_INDEX" val="13"/>
  <p:tag name="KSO_WM_UNIT_TEXT_FILL_TYPE" val="1"/>
  <p:tag name="KSO_WM_TEMPLATE_ASSEMBLE_XID" val="60656e6e4054ed1e2fb7f895"/>
  <p:tag name="KSO_WM_TEMPLATE_ASSEMBLE_GROUPID" val="60656e6e4054ed1e2fb7f895"/>
</p:tagLst>
</file>

<file path=ppt/tags/tag108.xml><?xml version="1.0" encoding="utf-8"?>
<p:tagLst xmlns:p="http://schemas.openxmlformats.org/presentationml/2006/main">
  <p:tag name="KSO_WM_UNIT_VALUE" val="550*1396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0840_1*d*1"/>
  <p:tag name="KSO_WM_TEMPLATE_CATEGORY" val="diagram"/>
  <p:tag name="KSO_WM_TEMPLATE_INDEX" val="2021084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27adb0a375b84e49a477e61212170e2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74b0bce51614b809ee57cc73a9bd859"/>
  <p:tag name="KSO_WM_UNIT_PLACING_PICTURE" val="a74b0bce51614b809ee57cc73a9bd859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0656e6e4054ed1e2fb7f895"/>
  <p:tag name="KSO_WM_TEMPLATE_ASSEMBLE_GROUPID" val="60656e6e4054ed1e2fb7f895"/>
</p:tagLst>
</file>

<file path=ppt/tags/tag109.xml><?xml version="1.0" encoding="utf-8"?>
<p:tagLst xmlns:p="http://schemas.openxmlformats.org/presentationml/2006/main">
  <p:tag name="KSO_WM_BEAUTIFY_FLAG" val="#wm#"/>
  <p:tag name="KSO_WM_TEMPLATE_CATEGORY" val="diagram"/>
  <p:tag name="KSO_WM_TEMPLATE_INDEX" val="20210840"/>
  <p:tag name="KSO_WM_SLIDE_LAYOUT_INFO" val="{&quot;direction&quot;:1,&quot;id&quot;:&quot;2021-04-01T14:58:29&quot;,&quot;maxSize&quot;:{&quot;size1&quot;:32.5},&quot;minSize&quot;:{&quot;size1&quot;:32.5},&quot;normalSize&quot;:{&quot;size1&quot;:32.5},&quot;subLayout&quot;:[{&quot;id&quot;:&quot;2021-04-01T14:58:29&quot;,&quot;margin&quot;:{&quot;bottom&quot;:6.7729997634887695,&quot;left&quot;:1.6929999589920044,&quot;right&quot;:2.1170001029968262,&quot;top&quot;:5.9270000457763672},&quot;type&quot;:0},{&quot;id&quot;:&quot;2021-04-01T14:58:29&quot;,&quot;margin&quot;:{&quot;bottom&quot;:4.2329998016357422,&quot;left&quot;:0.42300000786781311,&quot;right&quot;:4.6570000648498535,&quot;top&quot;:4.2329998016357422},&quot;type&quot;:0}],&quot;type&quot;:0}"/>
  <p:tag name="KSO_WM_SLIDE_RATIO" val="1.777778"/>
  <p:tag name="KSO_WM_CHIP_INFOS" val="{&quot;layout_type&quot;:&quot;leftright&quot;,&quot;layout_feature&quot;:1,&quot;tags&quot;:{&quot;style&quot;:[&quot;商务&quot;,&quot;简约&quot;,&quot;文艺清新&quot;,&quot;卡通&quot;,&quot;欧美风&quot;,&quot;黑板风&quot;,&quot;渐变风&quot;]},&quot;slide_type&quot;:[&quot;text&quot;],&quot;aspect_ratio&quot;:&quot;16:9&quot;,&quot;diagram&quot;:{&quot;type&quot;:[],&quot;direction&quot;:0,&quot;isSupportDecBetweenItems&quot;:false}}"/>
  <p:tag name="KSO_WM_CHIP_XID" val="5ed21bffdaf2e53b70be3ec4"/>
  <p:tag name="KSO_WM_CHIP_FILLPROP" val="[[{&quot;fill_id&quot;:&quot;9a355c80c5954ee09524de9ebc4c51fa&quot;,&quot;fill_align&quot;:&quot;cm&quot;,&quot;text_align&quot;:&quot;cm&quot;,&quot;text_direction&quot;:&quot;horizontal&quot;,&quot;chip_types&quot;:[&quot;header&quot;]},{&quot;fill_id&quot;:&quot;d54c11053c694c528a73c81ffd135bd4&quot;,&quot;fill_align&quot;:&quot;cm&quot;,&quot;text_align&quot;:&quot;lm&quot;,&quot;text_direction&quot;:&quot;horizontal&quot;,&quot;chip_types&quot;:[&quot;diagram&quot;,&quot;pictext&quot;,&quot;text&quot;,&quot;picture&quot;,&quot;chart&quot;,&quot;table&quot;,&quot;video&quot;],&quot;support_features&quot;:[&quot;collage&quot;,&quot;carousel&quot;]}]]"/>
  <p:tag name="KSO_WM_SLIDE_ID" val="diagram2021084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40*396"/>
  <p:tag name="KSO_WM_SLIDE_POSITION" val="48*71"/>
  <p:tag name="KSO_WM_TAG_VERSION" val="1.0"/>
  <p:tag name="KSO_WM_SLIDE_LAYOUT" val="a_d"/>
  <p:tag name="KSO_WM_SLIDE_LAYOUT_CNT" val="1_1"/>
  <p:tag name="KSO_WM_CHIP_GROUPID" val="5ed745afafe44fab1839bd05"/>
  <p:tag name="KSO_WM_SLIDE_BK_DARK_LIGHT" val="2"/>
  <p:tag name="KSO_WM_SLIDE_BACKGROUND_TYPE" val="general"/>
  <p:tag name="KSO_WM_SLIDE_SUPPORT_FEATURE_TYPE" val="3"/>
  <p:tag name="KSO_WM_TEMPLATE_ASSEMBLE_XID" val="60656e6e4054ed1e2fb7f895"/>
  <p:tag name="KSO_WM_TEMPLATE_ASSEMBLE_GROUPID" val="60656e6e4054ed1e2fb7f895"/>
</p:tagLst>
</file>

<file path=ppt/tags/tag110.xml><?xml version="1.0" encoding="utf-8"?>
<p:tagLst xmlns:p="http://schemas.openxmlformats.org/presentationml/2006/main">
  <p:tag name="KSO_WM_UNIT_TEXTBOXSTYLE_GUID" val="{2fc8398e-272e-4645-9524-b7b1249fec64}"/>
</p:tagLst>
</file>

<file path=ppt/tags/tag111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2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3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114.xml><?xml version="1.0" encoding="utf-8"?>
<p:tagLst xmlns:p="http://schemas.openxmlformats.org/presentationml/2006/main">
  <p:tag name="KSO_WM_BEAUTIFY_FLAG" val="#wm#"/>
  <p:tag name="KSO_WM_TEMPLATE_CATEGORY" val="diagram"/>
  <p:tag name="KSO_WM_TEMPLATE_INDEX" val="20212625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3310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3310"/>
  <p:tag name="KSO_WM_UNIT_VALUE" val="318"/>
  <p:tag name="KSO_WM_TEMPLATE_ASSEMBLE_XID" val="60656ed24054ed1e2fb80041"/>
  <p:tag name="KSO_WM_TEMPLATE_ASSEMBLE_GROUPID" val="60656ed24054ed1e2fb80041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310_1*a*1"/>
  <p:tag name="KSO_WM_TEMPLATE_CATEGORY" val="diagram"/>
  <p:tag name="KSO_WM_TEMPLATE_INDEX" val="20213310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80c654e8acd64d8982c0480396e293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9da0e08da9114d7386e928d3d5773428"/>
  <p:tag name="KSO_WM_UNIT_TEXT_FILL_FORE_SCHEMECOLOR_INDEX_BRIGHTNESS" val="0"/>
  <p:tag name="KSO_WM_UNIT_TEXT_FILL_FORE_SCHEMECOLOR_INDEX" val="13"/>
  <p:tag name="KSO_WM_UNIT_TEXT_FILL_TYPE" val="1"/>
  <p:tag name="KSO_WM_TEMPLATE_ASSEMBLE_XID" val="60656ed24054ed1e2fb80041"/>
  <p:tag name="KSO_WM_TEMPLATE_ASSEMBLE_GROUPID" val="60656ed24054ed1e2fb80041"/>
</p:tagLst>
</file>

<file path=ppt/tags/tag117.xml><?xml version="1.0" encoding="utf-8"?>
<p:tagLst xmlns:p="http://schemas.openxmlformats.org/presentationml/2006/main">
  <p:tag name="KSO_WM_UNIT_VALUE" val="846*88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diagram20213310_1*d*2"/>
  <p:tag name="KSO_WM_TEMPLATE_CATEGORY" val="diagram"/>
  <p:tag name="KSO_WM_TEMPLATE_INDEX" val="2021331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6259399579454d4688948d094edab23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6a5d8de1dbd0461b922f8298734fb6b8"/>
  <p:tag name="KSO_WM_UNIT_PLACING_PICTURE" val="6a5d8de1dbd0461b922f8298734fb6b8"/>
  <p:tag name="KSO_WM_TEMPLATE_ASSEMBLE_XID" val="60656ed24054ed1e2fb80041"/>
  <p:tag name="KSO_WM_TEMPLATE_ASSEMBLE_GROUPID" val="60656ed24054ed1e2fb80041"/>
</p:tagLst>
</file>

<file path=ppt/tags/tag118.xml><?xml version="1.0" encoding="utf-8"?>
<p:tagLst xmlns:p="http://schemas.openxmlformats.org/presentationml/2006/main">
  <p:tag name="KSO_WM_UNIT_VALUE" val="846*2073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3310_1*d*1"/>
  <p:tag name="KSO_WM_TEMPLATE_CATEGORY" val="diagram"/>
  <p:tag name="KSO_WM_TEMPLATE_INDEX" val="2021331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dd6aa65ad48a4053ad062b59d5c743d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37d8f12a147143e9b4739b0a6a423a9e"/>
  <p:tag name="KSO_WM_UNIT_PLACING_PICTURE" val="37d8f12a147143e9b4739b0a6a423a9e"/>
  <p:tag name="KSO_WM_UNIT_SUPPORT_UNIT_TYPE" val="[&quot;d&quot;,&quot;α&quot;,&quot;β&quot;,&quot;θ&quot;]"/>
  <p:tag name="KSO_WM_TEMPLATE_ASSEMBLE_XID" val="60656ed24054ed1e2fb80041"/>
  <p:tag name="KSO_WM_TEMPLATE_ASSEMBLE_GROUPID" val="60656ed24054ed1e2fb80041"/>
</p:tagLst>
</file>

<file path=ppt/tags/tag11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310_1*f*1"/>
  <p:tag name="KSO_WM_TEMPLATE_CATEGORY" val="diagram"/>
  <p:tag name="KSO_WM_TEMPLATE_INDEX" val="20213310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86"/>
  <p:tag name="KSO_WM_UNIT_SHOW_EDIT_AREA_INDICATION" val="1"/>
  <p:tag name="KSO_WM_CHIP_GROUPID" val="5e6b05596848fb12bee65ac8"/>
  <p:tag name="KSO_WM_CHIP_XID" val="5e6b05596848fb12bee65aca"/>
  <p:tag name="KSO_WM_UNIT_DEC_AREA_ID" val="07e710d63cd440d2b89c7c53e84249f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3d4d8c130dca4cf1bf685581619c8e3a"/>
  <p:tag name="KSO_WM_UNIT_TEXT_FILL_FORE_SCHEMECOLOR_INDEX_BRIGHTNESS" val="0.25"/>
  <p:tag name="KSO_WM_UNIT_TEXT_FILL_FORE_SCHEMECOLOR_INDEX" val="13"/>
  <p:tag name="KSO_WM_UNIT_TEXT_FILL_TYPE" val="1"/>
  <p:tag name="KSO_WM_TEMPLATE_ASSEMBLE_XID" val="60656ed24054ed1e2fb80041"/>
  <p:tag name="KSO_WM_TEMPLATE_ASSEMBLE_GROUPID" val="60656ed24054ed1e2fb80041"/>
</p:tagLst>
</file>

<file path=ppt/tags/tag120.xml><?xml version="1.0" encoding="utf-8"?>
<p:tagLst xmlns:p="http://schemas.openxmlformats.org/presentationml/2006/main">
  <p:tag name="KSO_WM_BEAUTIFY_FLAG" val="#wm#"/>
  <p:tag name="KSO_WM_TEMPLATE_CATEGORY" val="diagram"/>
  <p:tag name="KSO_WM_TEMPLATE_INDEX" val="20213310"/>
  <p:tag name="KSO_WM_SLIDE_CONSTRAINT" val="%7b%22slideConstraint%22%3a%7b%22seriesAreas%22%3a%5b%5d%2c%22singleAreas%22%3a%5b%7b%22shapes%22%3a%5b19%5d%2c%22serialConstraintIndex%22%3a-1%2c%22areatextmark%22%3a0%2c%22pictureprocessmark%22%3a0%7d%5d%7d%7d"/>
  <p:tag name="KSO_WM_SLIDE_COLORSCHEME_VERSION" val="3.2"/>
  <p:tag name="KSO_WM_SLIDE_BACKGROUND" val="[&quot;bottomTop&quot;]"/>
  <p:tag name="KSO_WM_SLIDE_RATIO" val="1.777778"/>
  <p:tag name="KSO_WM_SLIDE_ID" val="diagram2021331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92"/>
  <p:tag name="KSO_WM_SLIDE_POSITION" val="0*48"/>
  <p:tag name="KSO_WM_TAG_VERSION" val="1.0"/>
  <p:tag name="KSO_WM_SLIDE_LAYOUT" val="a_d_f"/>
  <p:tag name="KSO_WM_SLIDE_LAYOUT_CNT" val="1_2_1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lt&quot;,&quot;text_direction&quot;:&quot;horizontal&quot;,&quot;support_big_font&quot;:false,&quot;fill_id&quot;:&quot;5d9373d3d1fe4361a6e5fd540aa63914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fill_id&quot;:&quot;ab76b5d4d7a84c879664b3901e0275c7&quot;,&quot;fill_align&quot;:&quot;lm&quot;,&quot;chip_types&quot;:[&quot;picture&quot;]},{&quot;text_align&quot;:&quot;lm&quot;,&quot;text_direction&quot;:&quot;horizontal&quot;,&quot;support_features&quot;:[&quot;collage&quot;],&quot;support_big_font&quot;:false,&quot;fill_id&quot;:&quot;ce79ae52a87640c881bda2c65b057c9f&quot;,&quot;fill_align&quot;:&quot;lm&quot;,&quot;chip_types&quot;:[&quot;text&quot;,&quot;picture&quot;,&quot;chart&quot;,&quot;table&quot;,&quot;video&quot;]},{&quot;text_align&quot;:&quot;lm&quot;,&quot;text_direction&quot;:&quot;horizontal&quot;,&quot;support_big_font&quot;:false,&quot;fill_id&quot;:&quot;90ad66dd76254999ac0fa80bdd14de6d&quot;,&quot;fill_align&quot;:&quot;lm&quot;,&quot;chip_types&quot;:[&quot;text&quot;]}]]"/>
  <p:tag name="KSO_WM_CHIP_XID" val="5f696421553136823a5e61d2"/>
  <p:tag name="KSO_WM_CHIP_DECFILLPROP" val="[]"/>
  <p:tag name="KSO_WM_SLIDE_CAN_ADD_NAVIGATION" val="1"/>
  <p:tag name="KSO_WM_CHIP_GROUPID" val="5f5ee1ca4d6848d78f644aec"/>
  <p:tag name="KSO_WM_SLIDE_BK_DARK_LIGHT" val="2"/>
  <p:tag name="KSO_WM_SLIDE_BACKGROUND_TYPE" val="bottomTop"/>
  <p:tag name="KSO_WM_SLIDE_SUPPORT_FEATURE_TYPE" val="0"/>
  <p:tag name="KSO_WM_TEMPLATE_ASSEMBLE_XID" val="60656ed24054ed1e2fb80041"/>
  <p:tag name="KSO_WM_TEMPLATE_ASSEMBLE_GROUPID" val="60656ed24054ed1e2fb80041"/>
  <p:tag name="KSO_WM_SLIDE_LAYOUT_INFO" val="{&quot;id&quot;:&quot;2021-04-01T15:19:39&quot;,&quot;maxSize&quot;:{&quot;size1&quot;:26.699999999999999},&quot;minSize&quot;:{&quot;size1&quot;:20},&quot;normalSize&quot;:{&quot;size1&quot;:20.689982037037041},&quot;subLayout&quot;:[{&quot;id&quot;:&quot;2021-04-01T15:19:39&quot;,&quot;margin&quot;:{&quot;bottom&quot;:0,&quot;left&quot;:1.6929999589920044,&quot;right&quot;:1.6929999589920044,&quot;top&quot;:1.6929999589920044},&quot;type&quot;:0},{&quot;id&quot;:&quot;2021-04-01T15:19:39&quot;,&quot;maxSize&quot;:{&quot;size1&quot;:65.700000000000003},&quot;minSize&quot;:{&quot;size1&quot;:60},&quot;normalSize&quot;:{&quot;size1&quot;:65.204022133516986},&quot;subLayout&quot;:[{&quot;direction&quot;:1,&quot;id&quot;:&quot;2021-04-01T15:19:39&quot;,&quot;maxSize&quot;:{&quot;size1&quot;:45.04392639733851},&quot;minSize&quot;:{&quot;size1&quot;:31.34392639733851},&quot;normalSize&quot;:{&quot;size1&quot;:45.04392639733851},&quot;subLayout&quot;:[{&quot;id&quot;:&quot;2021-04-01T15:19:39&quot;,&quot;margin&quot;:{&quot;bottom&quot;:0.42300000786781311,&quot;left&quot;:1.6929999589920044,&quot;right&quot;:0.026000002399086952,&quot;top&quot;:0.42300000786781311},&quot;type&quot;:0},{&quot;id&quot;:&quot;2021-04-01T15:19:39&quot;,&quot;margin&quot;:{&quot;bottom&quot;:0.42300000786781311,&quot;left&quot;:0.81999999284744263,&quot;right&quot;:1.6929999589920044,&quot;top&quot;:0.42300000786781311},&quot;type&quot;:0}],&quot;type&quot;:0},{&quot;backgroundInfo&quot;:[{&quot;bottom&quot;:0,&quot;bottomAbs&quot;:false,&quot;left&quot;:0,&quot;leftAbs&quot;:false,&quot;right&quot;:0,&quot;rightAbs&quot;:false,&quot;top&quot;:0.083391889999999996,&quot;topAbs&quot;:false,&quot;type&quot;:&quot;bottomTop&quot;}],&quot;id&quot;:&quot;2021-04-01T15:19:39&quot;,&quot;margin&quot;:{&quot;bottom&quot;:1.2699999809265137,&quot;left&quot;:1.6629999876022339,&quot;right&quot;:1.7230000495910645,&quot;top&quot;:1.6929999589920044},&quot;type&quot;:0}],&quot;type&quot;:0}],&quot;type&quot;:0}"/>
  <p:tag name="FIXED_XID_TMP" val="5f5ee1ca4d6848d78f644aec"/>
</p:tagLst>
</file>

<file path=ppt/tags/tag121.xml><?xml version="1.0" encoding="utf-8"?>
<p:tagLst xmlns:p="http://schemas.openxmlformats.org/presentationml/2006/main">
  <p:tag name="KSO_WM_UNIT_BLOCK" val="0"/>
  <p:tag name="KSO_WM_UNIT_SM_LIMIT_TYPE" val="2"/>
  <p:tag name="KSO_WM_UNIT_DEC_AREA_ID" val="2813fdc338da4d8c8692eb4218ce602f"/>
  <p:tag name="KSO_WM_UNIT_DECORATE_INFO" val="{&quot;ReferentInfo&quot;:{&quot;Id&quot;:&quot;slide&quot;,&quot;X&quot;:{&quot;Pos&quot;:0},&quot;Y&quot;:{&quot;Pos&quot;:1}},&quot;DecorateInfoX&quot;:{&quot;Pos&quot;:0,&quot;IsAbs&quot;:false},&quot;DecorateInfoY&quot;:{&quot;Pos&quot;:1,&quot;IsAbs&quot;:false},&quot;DecorateInfoW&quot;:{&quot;IsAbs&quot;:false},&quot;DecorateInfoH&quot;:{&quot;IsAbs&quot;:false},&quot;whChangeMode&quot;:1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7145_1*i*1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FILL_FORE_SCHEMECOLOR_INDEX_BRIGHTNESS" val="0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50"/>
  <p:tag name="KSO_WM_TEMPLATE_ASSEMBLE_XID" val="5fd1075d1fa9d42129ddd92f"/>
  <p:tag name="KSO_WM_TEMPLATE_ASSEMBLE_GROUPID" val="5fd1075d1fa9d42129ddd92f"/>
</p:tagLst>
</file>

<file path=ppt/tags/tag122.xml><?xml version="1.0" encoding="utf-8"?>
<p:tagLst xmlns:p="http://schemas.openxmlformats.org/presentationml/2006/main">
  <p:tag name="KSO_WM_UNIT_BLOCK" val="0"/>
  <p:tag name="KSO_WM_UNIT_SM_LIMIT_TYPE" val="2"/>
  <p:tag name="KSO_WM_UNIT_DEC_AREA_ID" val="3061ee9891034416b7754ea36d543bb0"/>
  <p:tag name="KSO_WM_UNIT_DECORATE_INFO" val="{&quot;ReferentInfo&quot;:{&quot;Id&quot;:&quot;slide&quot;,&quot;X&quot;:{&quot;Pos&quot;:0},&quot;Y&quot;:{&quot;Pos&quot;:2}},&quot;DecorateInfoX&quot;:{&quot;Pos&quot;:0,&quot;IsAbs&quot;:false},&quot;DecorateInfoY&quot;:{&quot;Pos&quot;:2,&quot;IsAbs&quot;:false},&quot;DecorateInfoW&quot;:{&quot;IsAbs&quot;:false},&quot;DecorateInfoH&quot;:{&quot;IsAbs&quot;:false},&quot;whChangeMode&quot;:1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7145_1*i*2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TEMPLATE_ASSEMBLE_XID" val="5fd1075d1fa9d42129ddd92f"/>
  <p:tag name="KSO_WM_TEMPLATE_ASSEMBLE_GROUPID" val="5fd1075d1fa9d42129ddd92f"/>
</p:tagLst>
</file>

<file path=ppt/tags/tag123.xml><?xml version="1.0" encoding="utf-8"?>
<p:tagLst xmlns:p="http://schemas.openxmlformats.org/presentationml/2006/main">
  <p:tag name="KSO_WM_UNIT_SM_LIMIT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7145_1*i*3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LINE_FORE_SCHEMECOLOR_INDEX_BRIGHTNESS" val="0"/>
  <p:tag name="KSO_WM_UNIT_LINE_FORE_SCHEMECOLOR_INDEX" val="14"/>
  <p:tag name="KSO_WM_UNIT_LINE_FILL_TYPE" val="2"/>
  <p:tag name="KSO_WM_TEMPLATE_ASSEMBLE_XID" val="5fd1075d1fa9d42129ddd92f"/>
  <p:tag name="KSO_WM_TEMPLATE_ASSEMBLE_GROUPID" val="5fd1075d1fa9d42129ddd92f"/>
</p:tagLst>
</file>

<file path=ppt/tags/tag124.xml><?xml version="1.0" encoding="utf-8"?>
<p:tagLst xmlns:p="http://schemas.openxmlformats.org/presentationml/2006/main">
  <p:tag name="KSO_WM_UNIT_SM_LIMIT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7145_1*i*4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LINE_FORE_SCHEMECOLOR_INDEX_BRIGHTNESS" val="0"/>
  <p:tag name="KSO_WM_UNIT_LINE_FORE_SCHEMECOLOR_INDEX" val="14"/>
  <p:tag name="KSO_WM_UNIT_LINE_FILL_TYPE" val="2"/>
  <p:tag name="KSO_WM_TEMPLATE_ASSEMBLE_XID" val="5fd1075d1fa9d42129ddd92f"/>
  <p:tag name="KSO_WM_TEMPLATE_ASSEMBLE_GROUPID" val="5fd1075d1fa9d42129ddd92f"/>
</p:tagLst>
</file>

<file path=ppt/tags/tag125.xml><?xml version="1.0" encoding="utf-8"?>
<p:tagLst xmlns:p="http://schemas.openxmlformats.org/presentationml/2006/main">
  <p:tag name="KSO_WM_UNIT_SM_LIMIT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17145_1*i*5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LINE_FORE_SCHEMECOLOR_INDEX_BRIGHTNESS" val="0"/>
  <p:tag name="KSO_WM_UNIT_LINE_FORE_SCHEMECOLOR_INDEX" val="14"/>
  <p:tag name="KSO_WM_UNIT_LINE_FILL_TYPE" val="2"/>
  <p:tag name="KSO_WM_TEMPLATE_ASSEMBLE_XID" val="5fd1075d1fa9d42129ddd92f"/>
  <p:tag name="KSO_WM_TEMPLATE_ASSEMBLE_GROUPID" val="5fd1075d1fa9d42129ddd92f"/>
</p:tagLst>
</file>

<file path=ppt/tags/tag126.xml><?xml version="1.0" encoding="utf-8"?>
<p:tagLst xmlns:p="http://schemas.openxmlformats.org/presentationml/2006/main">
  <p:tag name="KSO_WM_UNIT_SM_LIMIT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17145_1*i*6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LINE_FORE_SCHEMECOLOR_INDEX_BRIGHTNESS" val="0"/>
  <p:tag name="KSO_WM_UNIT_LINE_FORE_SCHEMECOLOR_INDEX" val="14"/>
  <p:tag name="KSO_WM_UNIT_LINE_FILL_TYPE" val="2"/>
  <p:tag name="KSO_WM_TEMPLATE_ASSEMBLE_XID" val="5fd1075d1fa9d42129ddd92f"/>
  <p:tag name="KSO_WM_TEMPLATE_ASSEMBLE_GROUPID" val="5fd1075d1fa9d42129ddd92f"/>
</p:tagLst>
</file>

<file path=ppt/tags/tag12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145_1*f*1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6"/>
  <p:tag name="KSO_WM_UNIT_SHOW_EDIT_AREA_INDICATION" val="1"/>
  <p:tag name="KSO_WM_CHIP_GROUPID" val="5e6b05596848fb12bee65ac8"/>
  <p:tag name="KSO_WM_CHIP_XID" val="5e6b05596848fb12bee65aca"/>
  <p:tag name="KSO_WM_UNIT_DEC_AREA_ID" val="3dcf369a30db4b0d8b2897a7f260980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9d463feb01f24f47a512a880ef773d0e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5fd1075d1fa9d42129ddd92f"/>
  <p:tag name="KSO_WM_TEMPLATE_ASSEMBLE_GROUPID" val="5fd1075d1fa9d42129ddd92f"/>
</p:tagLst>
</file>

<file path=ppt/tags/tag128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45"/>
  <p:tag name="KSO_WM_SLIDE_LAYOUT_INFO" val="{&quot;direction&quot;:1,&quot;id&quot;:&quot;2020-12-10T01:20:29&quot;,&quot;maxSize&quot;:{&quot;size1&quot;:60.100000000000001},&quot;minSize&quot;:{&quot;size1&quot;:60.100000000000001},&quot;normalSize&quot;:{&quot;size1&quot;:60.100000000000001},&quot;subLayout&quot;:[{&quot;id&quot;:&quot;2020-12-10T01:20:29&quot;,&quot;margin&quot;:{&quot;bottom&quot;:7.619999885559082,&quot;left&quot;:2.1170001029968262,&quot;right&quot;:0.026000002399086952,&quot;top&quot;:6.7729997634887695},&quot;type&quot;:0},{&quot;id&quot;:&quot;2020-12-10T01:20:29&quot;,&quot;type&quot;:0}],&quot;type&quot;:0}"/>
  <p:tag name="KSO_WM_SLIDE_RATIO" val="1.777778"/>
  <p:tag name="KSO_WM_SLIDE_ID" val="diagram20217145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40"/>
  <p:tag name="KSO_WM_SLIDE_POSITION" val="0*0"/>
  <p:tag name="KSO_WM_TAG_VERSION" val="1.0"/>
  <p:tag name="KSO_WM_SLIDE_LAYOUT" val="d_f"/>
  <p:tag name="KSO_WM_SLIDE_LAYOUT_CNT" val="1_1"/>
  <p:tag name="KSO_WM_CHIP_INFOS" val="{&quot;type&quot;:0,&quot;layout_type&quot;:&quot;full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false,&quot;picture_toward&quot;:0,&quot;picture_dockside&quot;:[],&quot;fill_id&quot;:&quot;2f09b541273648efab12be8908657ec4&quot;,&quot;fill_align&quot;:&quot;cm&quot;,&quot;chip_types&quot;:[&quot;picture&quot;]},{&quot;text_align&quot;:&quot;lm&quot;,&quot;text_direction&quot;:&quot;horizontal&quot;,&quot;support_big_font&quot;:true,&quot;picture_toward&quot;:0,&quot;picture_dockside&quot;:[],&quot;fill_id&quot;:&quot;a7d44737b5f740e69d778bca9c9bf865&quot;,&quot;fill_align&quot;:&quot;lm&quot;,&quot;chip_types&quot;:[&quot;text&quot;,&quot;header&quot;]}]]"/>
  <p:tag name="KSO_WM_CHIP_XID" val="5efd9cae81ee359a788b1df2"/>
  <p:tag name="KSO_WM_CHIP_DECFILLPROP" val="[]"/>
  <p:tag name="KSO_WM_SLIDE_CAN_ADD_NAVIGATION" val="1"/>
  <p:tag name="KSO_WM_CHIP_GROUPID" val="5efd9cae81ee359a788b1df1"/>
  <p:tag name="KSO_WM_SLIDE_BK_DARK_LIGHT" val="2"/>
  <p:tag name="KSO_WM_SLIDE_BACKGROUND_TYPE" val="general"/>
  <p:tag name="KSO_WM_SLIDE_SUPPORT_FEATURE_TYPE" val="0"/>
  <p:tag name="KSO_WM_TEMPLATE_ASSEMBLE_XID" val="5fd1075d1fa9d42129ddd92f"/>
  <p:tag name="KSO_WM_TEMPLATE_ASSEMBLE_GROUPID" val="5fd1075d1fa9d42129ddd92f"/>
</p:tagLst>
</file>

<file path=ppt/tags/tag129.xml><?xml version="1.0" encoding="utf-8"?>
<p:tagLst xmlns:p="http://schemas.openxmlformats.org/presentationml/2006/main">
  <p:tag name="KSO_WM_UNIT_VALUE" val="1904*2623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3500_1*d*1"/>
  <p:tag name="KSO_WM_TEMPLATE_CATEGORY" val="diagram"/>
  <p:tag name="KSO_WM_TEMPLATE_INDEX" val="2021350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ea482f40fcd64e7c8ed27a5a9e98708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71556018a99a456f9f76ac3bd7054adc"/>
  <p:tag name="KSO_WM_UNIT_PLACING_PICTURE" val="71556018a99a456f9f76ac3bd7054adc"/>
  <p:tag name="KSO_WM_TEMPLATE_ASSEMBLE_XID" val="5fd0a0a71fa9d42129dcb45c"/>
  <p:tag name="KSO_WM_TEMPLATE_ASSEMBLE_GROUPID" val="5fd0a0a71fa9d42129dcb45c"/>
  <p:tag name="KSO_WM_UNIT_PLACING_PICTURE_USER_VIEWPORT" val="{&quot;height&quot;:10800,&quot;width&quot;:14880.099212598425}"/>
</p:tagLst>
</file>

<file path=ppt/tags/tag130.xml><?xml version="1.0" encoding="utf-8"?>
<p:tagLst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3500_1*i*1"/>
  <p:tag name="KSO_WM_TEMPLATE_CATEGORY" val="diagram"/>
  <p:tag name="KSO_WM_TEMPLATE_INDEX" val="20213500"/>
  <p:tag name="KSO_WM_UNIT_LAYERLEVEL" val="1"/>
  <p:tag name="KSO_WM_TAG_VERSION" val="1.0"/>
  <p:tag name="KSO_WM_BEAUTIFY_FLAG" val="#wm#"/>
  <p:tag name="KSO_WM_UNIT_BK_DARK_LIGHT" val="2"/>
  <p:tag name="KSO_WM_UNIT_SM_LIMIT_TYPE" val="2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0}"/>
  <p:tag name="KSO_WM_UNIT_DEC_AREA_ID" val="02ca245f4c924f10a94c6b3f9e26eac2"/>
  <p:tag name="KSO_WM_CHIP_GROUPID" val="5ea10da9660c33b3b8e66c6f"/>
  <p:tag name="KSO_WM_CHIP_XID" val="5ea10da9660c33b3b8e66c7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72"/>
  <p:tag name="KSO_WM_TEMPLATE_ASSEMBLE_XID" val="5fd0a0a71fa9d42129dcb45c"/>
  <p:tag name="KSO_WM_TEMPLATE_ASSEMBLE_GROUPID" val="5fd0a0a71fa9d42129dcb45c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13500_1*h_a*1_1"/>
  <p:tag name="KSO_WM_TEMPLATE_CATEGORY" val="diagram"/>
  <p:tag name="KSO_WM_TEMPLATE_INDEX" val="20213500"/>
  <p:tag name="KSO_WM_UNIT_LAYERLEVEL" val="1_1"/>
  <p:tag name="KSO_WM_TAG_VERSION" val="1.0"/>
  <p:tag name="KSO_WM_BEAUTIFY_FLAG" val="#wm#"/>
  <p:tag name="KSO_WM_UNIT_DEFAULT_FONT" val="18;24;2"/>
  <p:tag name="KSO_WM_UNIT_BLOCK" val="0"/>
  <p:tag name="KSO_WM_UNIT_SHOW_EDIT_AREA_INDICATION" val="1"/>
  <p:tag name="KSO_WM_CHIP_GROUPID" val="5e6b05b36848fb12bee65ad8"/>
  <p:tag name="KSO_WM_CHIP_XID" val="5e6b05b36848fb12bee65ada"/>
  <p:tag name="KSO_WM_UNIT_DEC_AREA_ID" val="ecc94ca29e2c4a5aa323222def86f37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72aba51f8ee84f5fa2da1a17e69d5c21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5fd0a0a71fa9d42129dcb45c"/>
  <p:tag name="KSO_WM_TEMPLATE_ASSEMBLE_GROUPID" val="5fd0a0a71fa9d42129dcb45c"/>
</p:tagLst>
</file>

<file path=ppt/tags/tag132.xml><?xml version="1.0" encoding="utf-8"?>
<p:tagLst xmlns:p="http://schemas.openxmlformats.org/presentationml/2006/main">
  <p:tag name="KSO_WM_UNIT_TEXT_SUBTYPE" val="a"/>
  <p:tag name="KSO_WM_UNIT_PRESET_TEXT" val="单击此处添加正文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13500_1*h_f*1_1"/>
  <p:tag name="KSO_WM_TEMPLATE_CATEGORY" val="diagram"/>
  <p:tag name="KSO_WM_TEMPLATE_INDEX" val="20213500"/>
  <p:tag name="KSO_WM_UNIT_LAYERLEVEL" val="1_1"/>
  <p:tag name="KSO_WM_TAG_VERSION" val="1.0"/>
  <p:tag name="KSO_WM_BEAUTIFY_FLAG" val="#wm#"/>
  <p:tag name="KSO_WM_UNIT_SUBTYPE" val="a"/>
  <p:tag name="KSO_WM_UNIT_DEFAULT_FONT" val="14;20;2"/>
  <p:tag name="KSO_WM_UNIT_BLOCK" val="0"/>
  <p:tag name="KSO_WM_UNIT_VALUE" val="26"/>
  <p:tag name="KSO_WM_UNIT_SHOW_EDIT_AREA_INDICATION" val="1"/>
  <p:tag name="KSO_WM_CHIP_GROUPID" val="5e6b05b36848fb12bee65ad8"/>
  <p:tag name="KSO_WM_CHIP_XID" val="5e6b05b36848fb12bee65ada"/>
  <p:tag name="KSO_WM_UNIT_DEC_AREA_ID" val="a711131b41924246968b14879e9730d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72aba51f8ee84f5fa2da1a17e69d5c21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5fd0a0a71fa9d42129dcb45c"/>
  <p:tag name="KSO_WM_TEMPLATE_ASSEMBLE_GROUPID" val="5fd0a0a71fa9d42129dcb45c"/>
</p:tagLst>
</file>

<file path=ppt/tags/tag133.xml><?xml version="1.0" encoding="utf-8"?>
<p:tagLst xmlns:p="http://schemas.openxmlformats.org/presentationml/2006/main">
  <p:tag name="KSO_WM_BEAUTIFY_FLAG" val="#wm#"/>
  <p:tag name="KSO_WM_TEMPLATE_CATEGORY" val="diagram"/>
  <p:tag name="KSO_WM_TEMPLATE_INDEX" val="20213500"/>
  <p:tag name="KSO_WM_SLIDE_ID" val="diagram2021350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SLIDE_LAYOUT" val="a_d_h"/>
  <p:tag name="KSO_WM_SLIDE_LAYOUT_CNT" val="1_1_1"/>
  <p:tag name="KSO_WM_TEMPLATE_THUMBS_INDEX" val="1、4、7、12、13、14、15、16、17、18、20、24、25、28、33、36、40、43、44"/>
  <p:tag name="KSO_WM_SLIDE_SIZE" val="275.95*84.701"/>
  <p:tag name="KSO_WM_SLIDE_POSITION" val="612.005*275.302"/>
  <p:tag name="KSO_WM_SLIDE_BACKGROUND" val="[&quot;general&quot;]"/>
  <p:tag name="KSO_WM_SLIDE_RATIO" val="1.777778"/>
  <p:tag name="KSO_WM_CHIP_INFOS" val="{&quot;type&quot;:0,&quot;layout_type&quot;:&quot;leftright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false,&quot;fill_id&quot;:&quot;b8ae271fa77a4b2484a69a111774e9d0&quot;,&quot;fill_align&quot;:&quot;cm&quot;,&quot;chip_types&quot;:[&quot;picture&quot;]},{&quot;text_align&quot;:&quot;lb&quot;,&quot;text_direction&quot;:&quot;horizontal&quot;,&quot;support_big_font&quot;:true,&quot;fill_id&quot;:&quot;819abde6a8374b02a66db6acffda782e&quot;,&quot;fill_align&quot;:&quot;lb&quot;,&quot;chip_types&quot;:[&quot;header&quot;]},{&quot;text_align&quot;:&quot;lt&quot;,&quot;text_direction&quot;:&quot;horizontal&quot;,&quot;support_big_font&quot;:true,&quot;fill_id&quot;:&quot;3546448113c5418da6329099547b847b&quot;,&quot;fill_align&quot;:&quot;lt&quot;,&quot;chip_types&quot;:[&quot;text&quot;]}]]"/>
  <p:tag name="KSO_WM_CHIP_XID" val="5ea10da9660c33b3b8e66c70"/>
  <p:tag name="FIXED_XID_TMP" val="5f5ee1ca4d6848d78f644aeb"/>
  <p:tag name="KSO_WM_CHIP_DECFILLPROP" val="[]"/>
  <p:tag name="KSO_WM_SLIDE_CAN_ADD_NAVIGATION" val="1"/>
  <p:tag name="KSO_WM_CHIP_GROUPID" val="5ea10da9660c33b3b8e66c6f"/>
  <p:tag name="KSO_WM_SLIDE_BK_DARK_LIGHT" val="2"/>
  <p:tag name="KSO_WM_SLIDE_BACKGROUND_TYPE" val="general"/>
  <p:tag name="KSO_WM_SLIDE_SUPPORT_FEATURE_TYPE" val="0"/>
  <p:tag name="KSO_WM_TEMPLATE_ASSEMBLE_XID" val="5fd0a0a71fa9d42129dcb45c"/>
  <p:tag name="KSO_WM_TEMPLATE_ASSEMBLE_GROUPID" val="5fd0a0a71fa9d42129dcb45c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2-09T18:02:15&quot;,&quot;maxSize&quot;:{&quot;size1&quot;:60},&quot;minSize&quot;:{&quot;size1&quot;:60},&quot;normalSize&quot;:{&quot;size1&quot;:60},&quot;subLayout&quot;:[{&quot;id&quot;:&quot;2020-12-09T18:02:15&quot;,&quot;type&quot;:0},{&quot;id&quot;:&quot;2020-12-09T18:02:15&quot;,&quot;maxSize&quot;:{&quot;size1&quot;:48.899999999999999},&quot;minSize&quot;:{&quot;size1&quot;:35.600000000000001},&quot;normalSize&quot;:{&quot;size1&quot;:35.600185185185182},&quot;subLayout&quot;:[{&quot;id&quot;:&quot;2020-12-09T18:02:15&quot;,&quot;margin&quot;:{&quot;bottom&quot;:0,&quot;left&quot;:1.2699999809265137,&quot;right&quot;:2.5399999618530273,&quot;top&quot;:5.0799999237060547},&quot;type&quot;:0},{&quot;id&quot;:&quot;2020-12-09T18:02:15&quot;,&quot;margin&quot;:{&quot;bottom&quot;:4.6570000648498535,&quot;left&quot;:1.2699999809265137,&quot;right&quot;:2.5399999618530273,&quot;top&quot;:0.42300000786781311},&quot;maxSize&quot;:{&quot;size1&quot;:32.900655186029134},&quot;minSize&quot;:{&quot;size1&quot;:17.000655186029128},&quot;normalSize&quot;:{&quot;size1&quot;:17.000655186029128},&quot;subLayout&quot;:[{&quot;id&quot;:&quot;2020-12-09T18:02:15&quot;,&quot;margin&quot;:{&quot;bottom&quot;:0.046930275857448578,&quot;left&quot;:1.2699999809265137,&quot;right&quot;:2.5399999618530273,&quot;top&quot;:0.42300000786781311},&quot;type&quot;:0},{&quot;id&quot;:&quot;2020-12-09T18:02:15&quot;,&quot;margin&quot;:{&quot;bottom&quot;:4.6570000648498535,&quot;left&quot;:1.2699999809265137,&quot;right&quot;:2.5399999618530273,&quot;top&quot;:0.14886191487312317},&quot;type&quot;:0}],&quot;type&quot;:0}],&quot;type&quot;:0}],&quot;type&quot;:0}"/>
</p:tagLst>
</file>

<file path=ppt/tags/tag134.xml><?xml version="1.0" encoding="utf-8"?>
<p:tagLst xmlns:p="http://schemas.openxmlformats.org/presentationml/2006/main">
  <p:tag name="KSO_WM_UNIT_TEXTBOXSTYLE_GUID" val="{2fc8398e-272e-4645-9524-b7b1249fec64}"/>
</p:tagLst>
</file>

<file path=ppt/tags/tag135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6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i"/>
  <p:tag name="KSO_WM_UNIT_INDEX" val="1_1"/>
  <p:tag name="KSO_WM_UNIT_ID" val="diagram20187955_1*m_i*1_1"/>
  <p:tag name="KSO_WM_TEMPLATE_CATEGORY" val="diagram"/>
  <p:tag name="KSO_WM_TEMPLATE_INDEX" val="20187955"/>
  <p:tag name="KSO_WM_UNIT_LAYERLEVEL" val="1_1"/>
  <p:tag name="KSO_WM_TAG_VERSION" val="1.0"/>
  <p:tag name="KSO_WM_BEAUTIFY_FLAG" val="#wm#"/>
  <p:tag name="KSO_WM_UNIT_FILL_FORE_SCHEMECOLOR_INDEX_BRIGHTNESS" val="0.5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UNIT_DIAGRAM_SCHEMECOLOR_ID" val="1"/>
</p:tagLst>
</file>

<file path=ppt/tags/tag138.xml><?xml version="1.0" encoding="utf-8"?>
<p:tagLst xmlns:p="http://schemas.openxmlformats.org/presentationml/2006/main">
  <p:tag name="KSO_WM_UNIT_VALUE" val="30"/>
  <p:tag name="KSO_WM_UNIT_HIGHLIGHT" val="0"/>
  <p:tag name="KSO_WM_UNIT_COMPATIBLE" val="0"/>
  <p:tag name="KSO_WM_DIAGRAM_GROUP_CODE" val="m1-1"/>
  <p:tag name="KSO_WM_UNIT_TYPE" val="m_h_f"/>
  <p:tag name="KSO_WM_UNIT_INDEX" val="1_1_1"/>
  <p:tag name="KSO_WM_UNIT_ID" val="diagram20187955_1*m_h_f*1_1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PRESET_TEXT" val="单击此处添加文本具体内容，简明扼要的阐述您的观点。根据需要可酌情增减文字，以便观者准确的理解您传达的思想。"/>
  <p:tag name="KSO_WM_UNIT_TEXT_FILL_FORE_SCHEMECOLOR_INDEX_BRIGHTNESS" val="0"/>
  <p:tag name="KSO_WM_UNIT_TEXT_FILL_FORE_SCHEMECOLOR_INDEX" val="1"/>
  <p:tag name="KSO_WM_UNIT_TEXT_FILL_TYPE" val="1"/>
  <p:tag name="KSO_WM_UNIT_USESOURCEFORMAT_APPLY" val="1"/>
  <p:tag name="KSO_WM_UNIT_DIAGRAM_SCHEMECOLOR_ID" val="1"/>
</p:tagLst>
</file>

<file path=ppt/tags/tag139.xml><?xml version="1.0" encoding="utf-8"?>
<p:tagLst xmlns:p="http://schemas.openxmlformats.org/presentationml/2006/main">
  <p:tag name="KSO_WM_UNIT_ISCONTENTSTITLE" val="0"/>
  <p:tag name="KSO_WM_UNIT_VALUE" val="11"/>
  <p:tag name="KSO_WM_UNIT_HIGHLIGHT" val="0"/>
  <p:tag name="KSO_WM_UNIT_COMPATIBLE" val="0"/>
  <p:tag name="KSO_WM_DIAGRAM_GROUP_CODE" val="m1-1"/>
  <p:tag name="KSO_WM_UNIT_TYPE" val="m_h_a"/>
  <p:tag name="KSO_WM_UNIT_INDEX" val="1_1_1"/>
  <p:tag name="KSO_WM_UNIT_ID" val="diagram20187955_1*m_h_a*1_1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5"/>
  <p:tag name="KSO_WM_UNIT_TEXT_FILL_TYPE" val="1"/>
  <p:tag name="KSO_WM_UNIT_USESOURCEFORMAT_APPLY" val="1"/>
  <p:tag name="KSO_WM_UNIT_DIAGRAM_SCHEMECOLOR_ID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6"/>
  <p:tag name="KSO_WM_UNIT_ID" val="diagram20187955_1*m_h_i*1_1_6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1"/>
  <p:tag name="KSO_WM_UNIT_ID" val="diagram20187955_1*m_h_i*1_1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2"/>
  <p:tag name="KSO_WM_UNIT_ID" val="diagram20187955_1*m_h_i*1_1_2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3"/>
  <p:tag name="KSO_WM_UNIT_ID" val="diagram20187955_1*m_h_i*1_1_3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4"/>
  <p:tag name="KSO_WM_UNIT_ID" val="diagram20187955_1*m_h_i*1_1_4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5"/>
  <p:tag name="KSO_WM_UNIT_ID" val="diagram20187955_1*m_h_i*1_1_5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7"/>
  <p:tag name="KSO_WM_UNIT_ID" val="diagram20187955_1*m_h_i*1_1_7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8"/>
  <p:tag name="KSO_WM_UNIT_ID" val="diagram20187955_1*m_h_i*1_1_8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9"/>
  <p:tag name="KSO_WM_UNIT_ID" val="diagram20187955_1*m_h_i*1_1_9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i"/>
  <p:tag name="KSO_WM_UNIT_INDEX" val="1_2"/>
  <p:tag name="KSO_WM_UNIT_ID" val="diagram20187955_1*m_i*1_2"/>
  <p:tag name="KSO_WM_TEMPLATE_CATEGORY" val="diagram"/>
  <p:tag name="KSO_WM_TEMPLATE_INDEX" val="20187955"/>
  <p:tag name="KSO_WM_UNIT_LAYERLEVEL" val="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50.xml><?xml version="1.0" encoding="utf-8"?>
<p:tagLst xmlns:p="http://schemas.openxmlformats.org/presentationml/2006/main">
  <p:tag name="KSO_WM_UNIT_VALUE" val="30"/>
  <p:tag name="KSO_WM_UNIT_HIGHLIGHT" val="0"/>
  <p:tag name="KSO_WM_UNIT_COMPATIBLE" val="0"/>
  <p:tag name="KSO_WM_DIAGRAM_GROUP_CODE" val="m1-1"/>
  <p:tag name="KSO_WM_UNIT_TYPE" val="m_h_f"/>
  <p:tag name="KSO_WM_UNIT_INDEX" val="1_2_1"/>
  <p:tag name="KSO_WM_UNIT_ID" val="diagram20187955_1*m_h_f*1_2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PRESET_TEXT" val="单击此处添加文本具体内容，简明扼要的阐述您的观点。根据需要可酌情增减文字，以便观者准确的理解您传达的思想。"/>
  <p:tag name="KSO_WM_UNIT_TEXT_FILL_FORE_SCHEMECOLOR_INDEX_BRIGHTNESS" val="0"/>
  <p:tag name="KSO_WM_UNIT_TEXT_FILL_FORE_SCHEMECOLOR_INDEX" val="1"/>
  <p:tag name="KSO_WM_UNIT_TEXT_FILL_TYPE" val="1"/>
  <p:tag name="KSO_WM_UNIT_USESOURCEFORMAT_APPLY" val="1"/>
  <p:tag name="KSO_WM_UNIT_DIAGRAM_SCHEMECOLOR_ID" val="1"/>
</p:tagLst>
</file>

<file path=ppt/tags/tag151.xml><?xml version="1.0" encoding="utf-8"?>
<p:tagLst xmlns:p="http://schemas.openxmlformats.org/presentationml/2006/main">
  <p:tag name="KSO_WM_UNIT_ISCONTENTSTITLE" val="0"/>
  <p:tag name="KSO_WM_UNIT_VALUE" val="11"/>
  <p:tag name="KSO_WM_UNIT_HIGHLIGHT" val="0"/>
  <p:tag name="KSO_WM_UNIT_COMPATIBLE" val="0"/>
  <p:tag name="KSO_WM_DIAGRAM_GROUP_CODE" val="m1-1"/>
  <p:tag name="KSO_WM_UNIT_TYPE" val="m_h_a"/>
  <p:tag name="KSO_WM_UNIT_INDEX" val="1_2_1"/>
  <p:tag name="KSO_WM_UNIT_ID" val="diagram20187955_1*m_h_a*1_2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6"/>
  <p:tag name="KSO_WM_UNIT_TEXT_FILL_TYPE" val="1"/>
  <p:tag name="KSO_WM_UNIT_USESOURCEFORMAT_APPLY" val="1"/>
  <p:tag name="KSO_WM_UNIT_DIAGRAM_SCHEMECOLOR_ID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1"/>
  <p:tag name="KSO_WM_UNIT_ID" val="diagram20187955_1*m_h_i*1_2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2"/>
  <p:tag name="KSO_WM_UNIT_ID" val="diagram20187955_1*m_h_i*1_2_2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3"/>
  <p:tag name="KSO_WM_UNIT_ID" val="diagram20187955_1*m_h_i*1_2_3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4"/>
  <p:tag name="KSO_WM_UNIT_ID" val="diagram20187955_1*m_h_i*1_2_4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5"/>
  <p:tag name="KSO_WM_UNIT_ID" val="diagram20187955_1*m_h_i*1_2_5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6"/>
  <p:tag name="KSO_WM_UNIT_ID" val="diagram20187955_1*m_h_i*1_2_6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7"/>
  <p:tag name="KSO_WM_UNIT_ID" val="diagram20187955_1*m_h_i*1_2_7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8"/>
  <p:tag name="KSO_WM_UNIT_ID" val="diagram20187955_1*m_h_i*1_2_8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9"/>
  <p:tag name="KSO_WM_UNIT_ID" val="diagram20187955_1*m_h_i*1_2_9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61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  <p:tag name="KSO_WM_SLIDE_ITEM_CNT" val="2"/>
</p:tagLst>
</file>

<file path=ppt/tags/tag162.xml><?xml version="1.0" encoding="utf-8"?>
<p:tagLst xmlns:p="http://schemas.openxmlformats.org/presentationml/2006/main">
  <p:tag name="KSO_WM_UNIT_BLOCK" val="0"/>
  <p:tag name="KSO_WM_UNIT_SM_LIMIT_TYPE" val="2"/>
  <p:tag name="KSO_WM_UNIT_DEC_AREA_ID" val="2813fdc338da4d8c8692eb4218ce602f"/>
  <p:tag name="KSO_WM_UNIT_DECORATE_INFO" val="{&quot;ReferentInfo&quot;:{&quot;Id&quot;:&quot;slide&quot;,&quot;X&quot;:{&quot;Pos&quot;:0},&quot;Y&quot;:{&quot;Pos&quot;:1}},&quot;DecorateInfoX&quot;:{&quot;Pos&quot;:0,&quot;IsAbs&quot;:false},&quot;DecorateInfoY&quot;:{&quot;Pos&quot;:1,&quot;IsAbs&quot;:false},&quot;DecorateInfoW&quot;:{&quot;IsAbs&quot;:false},&quot;DecorateInfoH&quot;:{&quot;IsAbs&quot;:false},&quot;whChangeMode&quot;:1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7145_1*i*1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FILL_FORE_SCHEMECOLOR_INDEX_BRIGHTNESS" val="0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350"/>
  <p:tag name="KSO_WM_TEMPLATE_ASSEMBLE_XID" val="5fd1075d1fa9d42129ddd92f"/>
  <p:tag name="KSO_WM_TEMPLATE_ASSEMBLE_GROUPID" val="5fd1075d1fa9d42129ddd92f"/>
</p:tagLst>
</file>

<file path=ppt/tags/tag163.xml><?xml version="1.0" encoding="utf-8"?>
<p:tagLst xmlns:p="http://schemas.openxmlformats.org/presentationml/2006/main">
  <p:tag name="KSO_WM_UNIT_BLOCK" val="0"/>
  <p:tag name="KSO_WM_UNIT_SM_LIMIT_TYPE" val="2"/>
  <p:tag name="KSO_WM_UNIT_DEC_AREA_ID" val="3061ee9891034416b7754ea36d543bb0"/>
  <p:tag name="KSO_WM_UNIT_DECORATE_INFO" val="{&quot;ReferentInfo&quot;:{&quot;Id&quot;:&quot;slide&quot;,&quot;X&quot;:{&quot;Pos&quot;:0},&quot;Y&quot;:{&quot;Pos&quot;:2}},&quot;DecorateInfoX&quot;:{&quot;Pos&quot;:0,&quot;IsAbs&quot;:false},&quot;DecorateInfoY&quot;:{&quot;Pos&quot;:2,&quot;IsAbs&quot;:false},&quot;DecorateInfoW&quot;:{&quot;IsAbs&quot;:false},&quot;DecorateInfoH&quot;:{&quot;IsAbs&quot;:false},&quot;whChangeMode&quot;:1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7145_1*i*2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TEMPLATE_ASSEMBLE_XID" val="5fd1075d1fa9d42129ddd92f"/>
  <p:tag name="KSO_WM_TEMPLATE_ASSEMBLE_GROUPID" val="5fd1075d1fa9d42129ddd92f"/>
</p:tagLst>
</file>

<file path=ppt/tags/tag164.xml><?xml version="1.0" encoding="utf-8"?>
<p:tagLst xmlns:p="http://schemas.openxmlformats.org/presentationml/2006/main">
  <p:tag name="KSO_WM_UNIT_SM_LIMIT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7145_1*i*3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LINE_FORE_SCHEMECOLOR_INDEX_BRIGHTNESS" val="0"/>
  <p:tag name="KSO_WM_UNIT_LINE_FORE_SCHEMECOLOR_INDEX" val="14"/>
  <p:tag name="KSO_WM_UNIT_LINE_FILL_TYPE" val="2"/>
  <p:tag name="KSO_WM_TEMPLATE_ASSEMBLE_XID" val="5fd1075d1fa9d42129ddd92f"/>
  <p:tag name="KSO_WM_TEMPLATE_ASSEMBLE_GROUPID" val="5fd1075d1fa9d42129ddd92f"/>
</p:tagLst>
</file>

<file path=ppt/tags/tag165.xml><?xml version="1.0" encoding="utf-8"?>
<p:tagLst xmlns:p="http://schemas.openxmlformats.org/presentationml/2006/main">
  <p:tag name="KSO_WM_UNIT_SM_LIMIT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7145_1*i*4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LINE_FORE_SCHEMECOLOR_INDEX_BRIGHTNESS" val="0"/>
  <p:tag name="KSO_WM_UNIT_LINE_FORE_SCHEMECOLOR_INDEX" val="14"/>
  <p:tag name="KSO_WM_UNIT_LINE_FILL_TYPE" val="2"/>
  <p:tag name="KSO_WM_TEMPLATE_ASSEMBLE_XID" val="5fd1075d1fa9d42129ddd92f"/>
  <p:tag name="KSO_WM_TEMPLATE_ASSEMBLE_GROUPID" val="5fd1075d1fa9d42129ddd92f"/>
</p:tagLst>
</file>

<file path=ppt/tags/tag166.xml><?xml version="1.0" encoding="utf-8"?>
<p:tagLst xmlns:p="http://schemas.openxmlformats.org/presentationml/2006/main">
  <p:tag name="KSO_WM_UNIT_SM_LIMIT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17145_1*i*5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LINE_FORE_SCHEMECOLOR_INDEX_BRIGHTNESS" val="0"/>
  <p:tag name="KSO_WM_UNIT_LINE_FORE_SCHEMECOLOR_INDEX" val="14"/>
  <p:tag name="KSO_WM_UNIT_LINE_FILL_TYPE" val="2"/>
  <p:tag name="KSO_WM_TEMPLATE_ASSEMBLE_XID" val="5fd1075d1fa9d42129ddd92f"/>
  <p:tag name="KSO_WM_TEMPLATE_ASSEMBLE_GROUPID" val="5fd1075d1fa9d42129ddd92f"/>
</p:tagLst>
</file>

<file path=ppt/tags/tag167.xml><?xml version="1.0" encoding="utf-8"?>
<p:tagLst xmlns:p="http://schemas.openxmlformats.org/presentationml/2006/main">
  <p:tag name="KSO_WM_UNIT_SM_LIMIT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17145_1*i*6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CHIP_GROUPID" val="5efd9cae81ee359a788b1df1"/>
  <p:tag name="KSO_WM_CHIP_XID" val="5efd9cae81ee359a788b1df2"/>
  <p:tag name="KSO_WM_UNIT_LINE_FORE_SCHEMECOLOR_INDEX_BRIGHTNESS" val="0"/>
  <p:tag name="KSO_WM_UNIT_LINE_FORE_SCHEMECOLOR_INDEX" val="14"/>
  <p:tag name="KSO_WM_UNIT_LINE_FILL_TYPE" val="2"/>
  <p:tag name="KSO_WM_TEMPLATE_ASSEMBLE_XID" val="5fd1075d1fa9d42129ddd92f"/>
  <p:tag name="KSO_WM_TEMPLATE_ASSEMBLE_GROUPID" val="5fd1075d1fa9d42129ddd92f"/>
</p:tagLst>
</file>

<file path=ppt/tags/tag168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145_1*f*1"/>
  <p:tag name="KSO_WM_TEMPLATE_CATEGORY" val="diagram"/>
  <p:tag name="KSO_WM_TEMPLATE_INDEX" val="2021714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6"/>
  <p:tag name="KSO_WM_UNIT_SHOW_EDIT_AREA_INDICATION" val="1"/>
  <p:tag name="KSO_WM_CHIP_GROUPID" val="5e6b05596848fb12bee65ac8"/>
  <p:tag name="KSO_WM_CHIP_XID" val="5e6b05596848fb12bee65aca"/>
  <p:tag name="KSO_WM_UNIT_DEC_AREA_ID" val="3dcf369a30db4b0d8b2897a7f260980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9d463feb01f24f47a512a880ef773d0e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5fd1075d1fa9d42129ddd92f"/>
  <p:tag name="KSO_WM_TEMPLATE_ASSEMBLE_GROUPID" val="5fd1075d1fa9d42129ddd92f"/>
</p:tagLst>
</file>

<file path=ppt/tags/tag169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45"/>
  <p:tag name="KSO_WM_SLIDE_LAYOUT_INFO" val="{&quot;direction&quot;:1,&quot;id&quot;:&quot;2020-12-10T01:20:29&quot;,&quot;maxSize&quot;:{&quot;size1&quot;:60.100000000000001},&quot;minSize&quot;:{&quot;size1&quot;:60.100000000000001},&quot;normalSize&quot;:{&quot;size1&quot;:60.100000000000001},&quot;subLayout&quot;:[{&quot;id&quot;:&quot;2020-12-10T01:20:29&quot;,&quot;margin&quot;:{&quot;bottom&quot;:7.619999885559082,&quot;left&quot;:2.1170001029968262,&quot;right&quot;:0.026000002399086952,&quot;top&quot;:6.7729997634887695},&quot;type&quot;:0},{&quot;id&quot;:&quot;2020-12-10T01:20:29&quot;,&quot;type&quot;:0}],&quot;type&quot;:0}"/>
  <p:tag name="KSO_WM_SLIDE_RATIO" val="1.777778"/>
  <p:tag name="KSO_WM_SLIDE_ID" val="diagram20217145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40"/>
  <p:tag name="KSO_WM_SLIDE_POSITION" val="0*0"/>
  <p:tag name="KSO_WM_TAG_VERSION" val="1.0"/>
  <p:tag name="KSO_WM_SLIDE_LAYOUT" val="d_f"/>
  <p:tag name="KSO_WM_SLIDE_LAYOUT_CNT" val="1_1"/>
  <p:tag name="KSO_WM_CHIP_INFOS" val="{&quot;type&quot;:0,&quot;layout_type&quot;:&quot;full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false,&quot;picture_toward&quot;:0,&quot;picture_dockside&quot;:[],&quot;fill_id&quot;:&quot;2f09b541273648efab12be8908657ec4&quot;,&quot;fill_align&quot;:&quot;cm&quot;,&quot;chip_types&quot;:[&quot;picture&quot;]},{&quot;text_align&quot;:&quot;lm&quot;,&quot;text_direction&quot;:&quot;horizontal&quot;,&quot;support_big_font&quot;:true,&quot;picture_toward&quot;:0,&quot;picture_dockside&quot;:[],&quot;fill_id&quot;:&quot;a7d44737b5f740e69d778bca9c9bf865&quot;,&quot;fill_align&quot;:&quot;lm&quot;,&quot;chip_types&quot;:[&quot;text&quot;,&quot;header&quot;]}]]"/>
  <p:tag name="KSO_WM_CHIP_XID" val="5efd9cae81ee359a788b1df2"/>
  <p:tag name="KSO_WM_CHIP_DECFILLPROP" val="[]"/>
  <p:tag name="KSO_WM_SLIDE_CAN_ADD_NAVIGATION" val="1"/>
  <p:tag name="KSO_WM_CHIP_GROUPID" val="5efd9cae81ee359a788b1df1"/>
  <p:tag name="KSO_WM_SLIDE_BK_DARK_LIGHT" val="2"/>
  <p:tag name="KSO_WM_SLIDE_BACKGROUND_TYPE" val="general"/>
  <p:tag name="KSO_WM_SLIDE_SUPPORT_FEATURE_TYPE" val="0"/>
  <p:tag name="KSO_WM_TEMPLATE_ASSEMBLE_XID" val="5fd1075d1fa9d42129ddd92f"/>
  <p:tag name="KSO_WM_TEMPLATE_ASSEMBLE_GROUPID" val="5fd1075d1fa9d42129ddd92f"/>
</p:tagLst>
</file>

<file path=ppt/tags/tag170.xml><?xml version="1.0" encoding="utf-8"?>
<p:tagLst xmlns:p="http://schemas.openxmlformats.org/presentationml/2006/main">
  <p:tag name="KSO_WM_UNIT_VALUE" val="1904*2623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3500_1*d*1"/>
  <p:tag name="KSO_WM_TEMPLATE_CATEGORY" val="diagram"/>
  <p:tag name="KSO_WM_TEMPLATE_INDEX" val="2021350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ea482f40fcd64e7c8ed27a5a9e98708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71556018a99a456f9f76ac3bd7054adc"/>
  <p:tag name="KSO_WM_UNIT_PLACING_PICTURE" val="71556018a99a456f9f76ac3bd7054adc"/>
  <p:tag name="KSO_WM_TEMPLATE_ASSEMBLE_XID" val="5fd0a0a71fa9d42129dcb45c"/>
  <p:tag name="KSO_WM_TEMPLATE_ASSEMBLE_GROUPID" val="5fd0a0a71fa9d42129dcb45c"/>
  <p:tag name="KSO_WM_UNIT_PLACING_PICTURE_USER_VIEWPORT" val="{&quot;height&quot;:10800,&quot;width&quot;:14880.099212598425}"/>
</p:tagLst>
</file>

<file path=ppt/tags/tag171.xml><?xml version="1.0" encoding="utf-8"?>
<p:tagLst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3500_1*i*1"/>
  <p:tag name="KSO_WM_TEMPLATE_CATEGORY" val="diagram"/>
  <p:tag name="KSO_WM_TEMPLATE_INDEX" val="20213500"/>
  <p:tag name="KSO_WM_UNIT_LAYERLEVEL" val="1"/>
  <p:tag name="KSO_WM_TAG_VERSION" val="1.0"/>
  <p:tag name="KSO_WM_BEAUTIFY_FLAG" val="#wm#"/>
  <p:tag name="KSO_WM_UNIT_BK_DARK_LIGHT" val="2"/>
  <p:tag name="KSO_WM_UNIT_SM_LIMIT_TYPE" val="2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0}"/>
  <p:tag name="KSO_WM_UNIT_DEC_AREA_ID" val="02ca245f4c924f10a94c6b3f9e26eac2"/>
  <p:tag name="KSO_WM_CHIP_GROUPID" val="5ea10da9660c33b3b8e66c6f"/>
  <p:tag name="KSO_WM_CHIP_XID" val="5ea10da9660c33b3b8e66c7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72"/>
  <p:tag name="KSO_WM_TEMPLATE_ASSEMBLE_XID" val="5fd0a0a71fa9d42129dcb45c"/>
  <p:tag name="KSO_WM_TEMPLATE_ASSEMBLE_GROUPID" val="5fd0a0a71fa9d42129dcb45c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13500_1*h_a*1_1"/>
  <p:tag name="KSO_WM_TEMPLATE_CATEGORY" val="diagram"/>
  <p:tag name="KSO_WM_TEMPLATE_INDEX" val="20213500"/>
  <p:tag name="KSO_WM_UNIT_LAYERLEVEL" val="1_1"/>
  <p:tag name="KSO_WM_TAG_VERSION" val="1.0"/>
  <p:tag name="KSO_WM_BEAUTIFY_FLAG" val="#wm#"/>
  <p:tag name="KSO_WM_UNIT_DEFAULT_FONT" val="18;24;2"/>
  <p:tag name="KSO_WM_UNIT_BLOCK" val="0"/>
  <p:tag name="KSO_WM_UNIT_SHOW_EDIT_AREA_INDICATION" val="1"/>
  <p:tag name="KSO_WM_CHIP_GROUPID" val="5e6b05b36848fb12bee65ad8"/>
  <p:tag name="KSO_WM_CHIP_XID" val="5e6b05b36848fb12bee65ada"/>
  <p:tag name="KSO_WM_UNIT_DEC_AREA_ID" val="ecc94ca29e2c4a5aa323222def86f37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72aba51f8ee84f5fa2da1a17e69d5c21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5fd0a0a71fa9d42129dcb45c"/>
  <p:tag name="KSO_WM_TEMPLATE_ASSEMBLE_GROUPID" val="5fd0a0a71fa9d42129dcb45c"/>
</p:tagLst>
</file>

<file path=ppt/tags/tag173.xml><?xml version="1.0" encoding="utf-8"?>
<p:tagLst xmlns:p="http://schemas.openxmlformats.org/presentationml/2006/main">
  <p:tag name="KSO_WM_UNIT_TEXT_SUBTYPE" val="a"/>
  <p:tag name="KSO_WM_UNIT_PRESET_TEXT" val="单击此处添加正文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13500_1*h_f*1_1"/>
  <p:tag name="KSO_WM_TEMPLATE_CATEGORY" val="diagram"/>
  <p:tag name="KSO_WM_TEMPLATE_INDEX" val="20213500"/>
  <p:tag name="KSO_WM_UNIT_LAYERLEVEL" val="1_1"/>
  <p:tag name="KSO_WM_TAG_VERSION" val="1.0"/>
  <p:tag name="KSO_WM_BEAUTIFY_FLAG" val="#wm#"/>
  <p:tag name="KSO_WM_UNIT_SUBTYPE" val="a"/>
  <p:tag name="KSO_WM_UNIT_DEFAULT_FONT" val="14;20;2"/>
  <p:tag name="KSO_WM_UNIT_BLOCK" val="0"/>
  <p:tag name="KSO_WM_UNIT_VALUE" val="26"/>
  <p:tag name="KSO_WM_UNIT_SHOW_EDIT_AREA_INDICATION" val="1"/>
  <p:tag name="KSO_WM_CHIP_GROUPID" val="5e6b05b36848fb12bee65ad8"/>
  <p:tag name="KSO_WM_CHIP_XID" val="5e6b05b36848fb12bee65ada"/>
  <p:tag name="KSO_WM_UNIT_DEC_AREA_ID" val="a711131b41924246968b14879e9730d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72aba51f8ee84f5fa2da1a17e69d5c21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5fd0a0a71fa9d42129dcb45c"/>
  <p:tag name="KSO_WM_TEMPLATE_ASSEMBLE_GROUPID" val="5fd0a0a71fa9d42129dcb45c"/>
</p:tagLst>
</file>

<file path=ppt/tags/tag174.xml><?xml version="1.0" encoding="utf-8"?>
<p:tagLst xmlns:p="http://schemas.openxmlformats.org/presentationml/2006/main">
  <p:tag name="KSO_WM_BEAUTIFY_FLAG" val="#wm#"/>
  <p:tag name="KSO_WM_TEMPLATE_CATEGORY" val="diagram"/>
  <p:tag name="KSO_WM_TEMPLATE_INDEX" val="20213500"/>
  <p:tag name="KSO_WM_SLIDE_ID" val="diagram20213500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SLIDE_LAYOUT" val="a_d_h"/>
  <p:tag name="KSO_WM_SLIDE_LAYOUT_CNT" val="1_1_1"/>
  <p:tag name="KSO_WM_TEMPLATE_THUMBS_INDEX" val="1、4、7、12、13、14、15、16、17、18、20、24、25、28、33、36、40、43、44"/>
  <p:tag name="KSO_WM_SLIDE_SIZE" val="275.95*84.701"/>
  <p:tag name="KSO_WM_SLIDE_POSITION" val="612.005*275.302"/>
  <p:tag name="KSO_WM_SLIDE_BACKGROUND" val="[&quot;general&quot;]"/>
  <p:tag name="KSO_WM_SLIDE_RATIO" val="1.777778"/>
  <p:tag name="KSO_WM_CHIP_INFOS" val="{&quot;type&quot;:0,&quot;layout_type&quot;:&quot;leftright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false,&quot;fill_id&quot;:&quot;b8ae271fa77a4b2484a69a111774e9d0&quot;,&quot;fill_align&quot;:&quot;cm&quot;,&quot;chip_types&quot;:[&quot;picture&quot;]},{&quot;text_align&quot;:&quot;lb&quot;,&quot;text_direction&quot;:&quot;horizontal&quot;,&quot;support_big_font&quot;:true,&quot;fill_id&quot;:&quot;819abde6a8374b02a66db6acffda782e&quot;,&quot;fill_align&quot;:&quot;lb&quot;,&quot;chip_types&quot;:[&quot;header&quot;]},{&quot;text_align&quot;:&quot;lt&quot;,&quot;text_direction&quot;:&quot;horizontal&quot;,&quot;support_big_font&quot;:true,&quot;fill_id&quot;:&quot;3546448113c5418da6329099547b847b&quot;,&quot;fill_align&quot;:&quot;lt&quot;,&quot;chip_types&quot;:[&quot;text&quot;]}]]"/>
  <p:tag name="KSO_WM_CHIP_XID" val="5ea10da9660c33b3b8e66c70"/>
  <p:tag name="FIXED_XID_TMP" val="5f5ee1ca4d6848d78f644aeb"/>
  <p:tag name="KSO_WM_CHIP_DECFILLPROP" val="[]"/>
  <p:tag name="KSO_WM_SLIDE_CAN_ADD_NAVIGATION" val="1"/>
  <p:tag name="KSO_WM_CHIP_GROUPID" val="5ea10da9660c33b3b8e66c6f"/>
  <p:tag name="KSO_WM_SLIDE_BK_DARK_LIGHT" val="2"/>
  <p:tag name="KSO_WM_SLIDE_BACKGROUND_TYPE" val="general"/>
  <p:tag name="KSO_WM_SLIDE_SUPPORT_FEATURE_TYPE" val="0"/>
  <p:tag name="KSO_WM_TEMPLATE_ASSEMBLE_XID" val="5fd0a0a71fa9d42129dcb45c"/>
  <p:tag name="KSO_WM_TEMPLATE_ASSEMBLE_GROUPID" val="5fd0a0a71fa9d42129dcb45c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2-09T18:02:15&quot;,&quot;maxSize&quot;:{&quot;size1&quot;:60},&quot;minSize&quot;:{&quot;size1&quot;:60},&quot;normalSize&quot;:{&quot;size1&quot;:60},&quot;subLayout&quot;:[{&quot;id&quot;:&quot;2020-12-09T18:02:15&quot;,&quot;type&quot;:0},{&quot;id&quot;:&quot;2020-12-09T18:02:15&quot;,&quot;maxSize&quot;:{&quot;size1&quot;:48.899999999999999},&quot;minSize&quot;:{&quot;size1&quot;:35.600000000000001},&quot;normalSize&quot;:{&quot;size1&quot;:35.600185185185182},&quot;subLayout&quot;:[{&quot;id&quot;:&quot;2020-12-09T18:02:15&quot;,&quot;margin&quot;:{&quot;bottom&quot;:0,&quot;left&quot;:1.2699999809265137,&quot;right&quot;:2.5399999618530273,&quot;top&quot;:5.0799999237060547},&quot;type&quot;:0},{&quot;id&quot;:&quot;2020-12-09T18:02:15&quot;,&quot;margin&quot;:{&quot;bottom&quot;:4.6570000648498535,&quot;left&quot;:1.2699999809265137,&quot;right&quot;:2.5399999618530273,&quot;top&quot;:0.42300000786781311},&quot;maxSize&quot;:{&quot;size1&quot;:32.900655186029134},&quot;minSize&quot;:{&quot;size1&quot;:17.000655186029128},&quot;normalSize&quot;:{&quot;size1&quot;:17.000655186029128},&quot;subLayout&quot;:[{&quot;id&quot;:&quot;2020-12-09T18:02:15&quot;,&quot;margin&quot;:{&quot;bottom&quot;:0.046930275857448578,&quot;left&quot;:1.2699999809265137,&quot;right&quot;:2.5399999618530273,&quot;top&quot;:0.42300000786781311},&quot;type&quot;:0},{&quot;id&quot;:&quot;2020-12-09T18:02:15&quot;,&quot;margin&quot;:{&quot;bottom&quot;:4.6570000648498535,&quot;left&quot;:1.2699999809265137,&quot;right&quot;:2.5399999618530273,&quot;top&quot;:0.14886191487312317},&quot;type&quot;:0}],&quot;type&quot;:0}],&quot;type&quot;:0}],&quot;type&quot;:0}"/>
</p:tagLst>
</file>

<file path=ppt/tags/tag175.xml><?xml version="1.0" encoding="utf-8"?>
<p:tagLst xmlns:p="http://schemas.openxmlformats.org/presentationml/2006/main">
  <p:tag name="KSO_WM_UNIT_TEXTBOXSTYLE_GUID" val="{2fc8398e-272e-4645-9524-b7b1249fec64}"/>
</p:tagLst>
</file>

<file path=ppt/tags/tag176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7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i"/>
  <p:tag name="KSO_WM_UNIT_INDEX" val="1_1"/>
  <p:tag name="KSO_WM_UNIT_ID" val="diagram20187955_1*m_i*1_1"/>
  <p:tag name="KSO_WM_TEMPLATE_CATEGORY" val="diagram"/>
  <p:tag name="KSO_WM_TEMPLATE_INDEX" val="20187955"/>
  <p:tag name="KSO_WM_UNIT_LAYERLEVEL" val="1_1"/>
  <p:tag name="KSO_WM_TAG_VERSION" val="1.0"/>
  <p:tag name="KSO_WM_BEAUTIFY_FLAG" val="#wm#"/>
  <p:tag name="KSO_WM_UNIT_FILL_FORE_SCHEMECOLOR_INDEX_BRIGHTNESS" val="0.5"/>
  <p:tag name="KSO_WM_UNIT_FILL_FORE_SCHEMECOLOR_INDEX" val="13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UNIT_DIAGRAM_SCHEMECOLOR_ID" val="1"/>
</p:tagLst>
</file>

<file path=ppt/tags/tag179.xml><?xml version="1.0" encoding="utf-8"?>
<p:tagLst xmlns:p="http://schemas.openxmlformats.org/presentationml/2006/main">
  <p:tag name="KSO_WM_UNIT_VALUE" val="30"/>
  <p:tag name="KSO_WM_UNIT_HIGHLIGHT" val="0"/>
  <p:tag name="KSO_WM_UNIT_COMPATIBLE" val="0"/>
  <p:tag name="KSO_WM_DIAGRAM_GROUP_CODE" val="m1-1"/>
  <p:tag name="KSO_WM_UNIT_TYPE" val="m_h_f"/>
  <p:tag name="KSO_WM_UNIT_INDEX" val="1_1_1"/>
  <p:tag name="KSO_WM_UNIT_ID" val="diagram20187955_1*m_h_f*1_1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PRESET_TEXT" val="单击此处添加文本具体内容，简明扼要的阐述您的观点。根据需要可酌情增减文字，以便观者准确的理解您传达的思想。"/>
  <p:tag name="KSO_WM_UNIT_TEXT_FILL_FORE_SCHEMECOLOR_INDEX_BRIGHTNESS" val="0"/>
  <p:tag name="KSO_WM_UNIT_TEXT_FILL_FORE_SCHEMECOLOR_INDEX" val="1"/>
  <p:tag name="KSO_WM_UNIT_TEXT_FILL_TYPE" val="1"/>
  <p:tag name="KSO_WM_UNIT_USESOURCEFORMAT_APPLY" val="1"/>
  <p:tag name="KSO_WM_UNIT_DIAGRAM_SCHEMECOLOR_ID" val="1"/>
</p:tagLst>
</file>

<file path=ppt/tags/tag180.xml><?xml version="1.0" encoding="utf-8"?>
<p:tagLst xmlns:p="http://schemas.openxmlformats.org/presentationml/2006/main">
  <p:tag name="KSO_WM_UNIT_ISCONTENTSTITLE" val="0"/>
  <p:tag name="KSO_WM_UNIT_VALUE" val="11"/>
  <p:tag name="KSO_WM_UNIT_HIGHLIGHT" val="0"/>
  <p:tag name="KSO_WM_UNIT_COMPATIBLE" val="0"/>
  <p:tag name="KSO_WM_DIAGRAM_GROUP_CODE" val="m1-1"/>
  <p:tag name="KSO_WM_UNIT_TYPE" val="m_h_a"/>
  <p:tag name="KSO_WM_UNIT_INDEX" val="1_1_1"/>
  <p:tag name="KSO_WM_UNIT_ID" val="diagram20187955_1*m_h_a*1_1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5"/>
  <p:tag name="KSO_WM_UNIT_TEXT_FILL_TYPE" val="1"/>
  <p:tag name="KSO_WM_UNIT_USESOURCEFORMAT_APPLY" val="1"/>
  <p:tag name="KSO_WM_UNIT_DIAGRAM_SCHEMECOLOR_ID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6"/>
  <p:tag name="KSO_WM_UNIT_ID" val="diagram20187955_1*m_h_i*1_1_6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1"/>
  <p:tag name="KSO_WM_UNIT_ID" val="diagram20187955_1*m_h_i*1_1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2"/>
  <p:tag name="KSO_WM_UNIT_ID" val="diagram20187955_1*m_h_i*1_1_2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3"/>
  <p:tag name="KSO_WM_UNIT_ID" val="diagram20187955_1*m_h_i*1_1_3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4"/>
  <p:tag name="KSO_WM_UNIT_ID" val="diagram20187955_1*m_h_i*1_1_4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5"/>
  <p:tag name="KSO_WM_UNIT_ID" val="diagram20187955_1*m_h_i*1_1_5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7"/>
  <p:tag name="KSO_WM_UNIT_ID" val="diagram20187955_1*m_h_i*1_1_7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8"/>
  <p:tag name="KSO_WM_UNIT_ID" val="diagram20187955_1*m_h_i*1_1_8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1_9"/>
  <p:tag name="KSO_WM_UNIT_ID" val="diagram20187955_1*m_h_i*1_1_9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i"/>
  <p:tag name="KSO_WM_UNIT_INDEX" val="1_2"/>
  <p:tag name="KSO_WM_UNIT_ID" val="diagram20187955_1*m_i*1_2"/>
  <p:tag name="KSO_WM_TEMPLATE_CATEGORY" val="diagram"/>
  <p:tag name="KSO_WM_TEMPLATE_INDEX" val="20187955"/>
  <p:tag name="KSO_WM_UNIT_LAYERLEVEL" val="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91.xml><?xml version="1.0" encoding="utf-8"?>
<p:tagLst xmlns:p="http://schemas.openxmlformats.org/presentationml/2006/main">
  <p:tag name="KSO_WM_UNIT_VALUE" val="30"/>
  <p:tag name="KSO_WM_UNIT_HIGHLIGHT" val="0"/>
  <p:tag name="KSO_WM_UNIT_COMPATIBLE" val="0"/>
  <p:tag name="KSO_WM_DIAGRAM_GROUP_CODE" val="m1-1"/>
  <p:tag name="KSO_WM_UNIT_TYPE" val="m_h_f"/>
  <p:tag name="KSO_WM_UNIT_INDEX" val="1_2_1"/>
  <p:tag name="KSO_WM_UNIT_ID" val="diagram20187955_1*m_h_f*1_2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PRESET_TEXT" val="单击此处添加文本具体内容，简明扼要的阐述您的观点。根据需要可酌情增减文字，以便观者准确的理解您传达的思想。"/>
  <p:tag name="KSO_WM_UNIT_TEXT_FILL_FORE_SCHEMECOLOR_INDEX_BRIGHTNESS" val="0"/>
  <p:tag name="KSO_WM_UNIT_TEXT_FILL_FORE_SCHEMECOLOR_INDEX" val="1"/>
  <p:tag name="KSO_WM_UNIT_TEXT_FILL_TYPE" val="1"/>
  <p:tag name="KSO_WM_UNIT_USESOURCEFORMAT_APPLY" val="1"/>
  <p:tag name="KSO_WM_UNIT_DIAGRAM_SCHEMECOLOR_ID" val="1"/>
</p:tagLst>
</file>

<file path=ppt/tags/tag192.xml><?xml version="1.0" encoding="utf-8"?>
<p:tagLst xmlns:p="http://schemas.openxmlformats.org/presentationml/2006/main">
  <p:tag name="KSO_WM_UNIT_ISCONTENTSTITLE" val="0"/>
  <p:tag name="KSO_WM_UNIT_VALUE" val="11"/>
  <p:tag name="KSO_WM_UNIT_HIGHLIGHT" val="0"/>
  <p:tag name="KSO_WM_UNIT_COMPATIBLE" val="0"/>
  <p:tag name="KSO_WM_DIAGRAM_GROUP_CODE" val="m1-1"/>
  <p:tag name="KSO_WM_UNIT_TYPE" val="m_h_a"/>
  <p:tag name="KSO_WM_UNIT_INDEX" val="1_2_1"/>
  <p:tag name="KSO_WM_UNIT_ID" val="diagram20187955_1*m_h_a*1_2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6"/>
  <p:tag name="KSO_WM_UNIT_TEXT_FILL_TYPE" val="1"/>
  <p:tag name="KSO_WM_UNIT_USESOURCEFORMAT_APPLY" val="1"/>
  <p:tag name="KSO_WM_UNIT_DIAGRAM_SCHEMECOLOR_ID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1"/>
  <p:tag name="KSO_WM_UNIT_ID" val="diagram20187955_1*m_h_i*1_2_1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2"/>
  <p:tag name="KSO_WM_UNIT_ID" val="diagram20187955_1*m_h_i*1_2_2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3"/>
  <p:tag name="KSO_WM_UNIT_ID" val="diagram20187955_1*m_h_i*1_2_3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4"/>
  <p:tag name="KSO_WM_UNIT_ID" val="diagram20187955_1*m_h_i*1_2_4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5"/>
  <p:tag name="KSO_WM_UNIT_ID" val="diagram20187955_1*m_h_i*1_2_5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6"/>
  <p:tag name="KSO_WM_UNIT_ID" val="diagram20187955_1*m_h_i*1_2_6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7"/>
  <p:tag name="KSO_WM_UNIT_ID" val="diagram20187955_1*m_h_i*1_2_7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8"/>
  <p:tag name="KSO_WM_UNIT_ID" val="diagram20187955_1*m_h_i*1_2_8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DIAGRAM_GROUP_CODE" val="m1-1"/>
  <p:tag name="KSO_WM_UNIT_TYPE" val="m_h_i"/>
  <p:tag name="KSO_WM_UNIT_INDEX" val="1_2_9"/>
  <p:tag name="KSO_WM_UNIT_ID" val="diagram20187955_1*m_h_i*1_2_9"/>
  <p:tag name="KSO_WM_TEMPLATE_CATEGORY" val="diagram"/>
  <p:tag name="KSO_WM_TEMPLATE_INDEX" val="2018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1"/>
</p:tagLst>
</file>

<file path=ppt/tags/tag202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  <p:tag name="KSO_WM_SLIDE_ITEM_CNT" val="2"/>
</p:tagLst>
</file>

<file path=ppt/tags/tag203.xml><?xml version="1.0" encoding="utf-8"?>
<p:tagLst xmlns:p="http://schemas.openxmlformats.org/presentationml/2006/main">
  <p:tag name="KSO_WM_UNIT_TEXTBOXSTYLE_GUID" val="{2fc8398e-272e-4645-9524-b7b1249fec64}"/>
</p:tagLst>
</file>

<file path=ppt/tags/tag204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5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6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07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208.xml><?xml version="1.0" encoding="utf-8"?>
<p:tagLst xmlns:p="http://schemas.openxmlformats.org/presentationml/2006/main">
  <p:tag name="KSO_WM_UNIT_TEXTBOXSTYLE_GUID" val="{2fc8398e-272e-4645-9524-b7b1249fec64}"/>
</p:tagLst>
</file>

<file path=ppt/tags/tag209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0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1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12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213.xml><?xml version="1.0" encoding="utf-8"?>
<p:tagLst xmlns:p="http://schemas.openxmlformats.org/presentationml/2006/main">
  <p:tag name="KSO_WM_UNIT_TEXTBOXSTYLE_GUID" val="{2fc8398e-272e-4645-9524-b7b1249fec64}"/>
</p:tagLst>
</file>

<file path=ppt/tags/tag214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5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6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17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3310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3310"/>
  <p:tag name="KSO_WM_UNIT_VALUE" val="318"/>
  <p:tag name="KSO_WM_TEMPLATE_ASSEMBLE_XID" val="60656ed24054ed1e2fb80041"/>
  <p:tag name="KSO_WM_TEMPLATE_ASSEMBLE_GROUPID" val="60656ed24054ed1e2fb80041"/>
</p:tagLst>
</file>

<file path=ppt/tags/tag219.xml><?xml version="1.0" encoding="utf-8"?>
<p:tagLst xmlns:p="http://schemas.openxmlformats.org/presentationml/2006/main">
  <p:tag name="KSO_WM_UNIT_PLACING_PICTURE_USER_VIEWPORT" val="{&quot;height&quot;:8279,&quot;width&quot;:12422}"/>
</p:tagLst>
</file>

<file path=ppt/tags/tag220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221.xml><?xml version="1.0" encoding="utf-8"?>
<p:tagLst xmlns:p="http://schemas.openxmlformats.org/presentationml/2006/main">
  <p:tag name="KSO_WM_UNIT_VALUE" val="1904*2623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0851_1*d*1"/>
  <p:tag name="KSO_WM_TEMPLATE_CATEGORY" val="diagram"/>
  <p:tag name="KSO_WM_TEMPLATE_INDEX" val="20210851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7ab95cd593784784b77a86629b789d7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e8622a89b9424b0aa7e0899d99eaa55c"/>
  <p:tag name="KSO_WM_UNIT_PLACING_PICTURE" val="e8622a89b9424b0aa7e0899d99eaa55c"/>
  <p:tag name="KSO_WM_TEMPLATE_ASSEMBLE_XID" val="5fd0a0701fa9d42129dcb438"/>
  <p:tag name="KSO_WM_TEMPLATE_ASSEMBLE_GROUPID" val="5fd0a0701fa9d42129dcb438"/>
  <p:tag name="KSO_WM_UNIT_PICTURE_CLIP_FLAG" val="0"/>
</p:tagLst>
</file>

<file path=ppt/tags/tag222.xml><?xml version="1.0" encoding="utf-8"?>
<p:tagLst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0851_1*i*1"/>
  <p:tag name="KSO_WM_TEMPLATE_CATEGORY" val="diagram"/>
  <p:tag name="KSO_WM_TEMPLATE_INDEX" val="20210851"/>
  <p:tag name="KSO_WM_UNIT_LAYERLEVEL" val="1"/>
  <p:tag name="KSO_WM_TAG_VERSION" val="1.0"/>
  <p:tag name="KSO_WM_BEAUTIFY_FLAG" val="#wm#"/>
  <p:tag name="KSO_WM_UNIT_BK_DARK_LIGHT" val="2"/>
  <p:tag name="KSO_WM_UNIT_SM_LIMIT_TYPE" val="2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0}"/>
  <p:tag name="KSO_WM_UNIT_DEC_AREA_ID" val="02ca245f4c924f10a94c6b3f9e26eac2"/>
  <p:tag name="KSO_WM_CHIP_GROUPID" val="5ea10da9660c33b3b8e66c6f"/>
  <p:tag name="KSO_WM_CHIP_XID" val="5ea10da9660c33b3b8e66c7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72"/>
  <p:tag name="KSO_WM_TEMPLATE_ASSEMBLE_XID" val="5fd0a0701fa9d42129dcb438"/>
  <p:tag name="KSO_WM_TEMPLATE_ASSEMBLE_GROUPID" val="5fd0a0701fa9d42129dcb438"/>
</p:tagLst>
</file>

<file path=ppt/tags/tag2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0851_1*a*1"/>
  <p:tag name="KSO_WM_TEMPLATE_CATEGORY" val="diagram"/>
  <p:tag name="KSO_WM_TEMPLATE_INDEX" val="20210851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c0fcf34feba46faa02ed3b0bd38cb8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821a18baca8e493897b0a7e858176293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5fd0a0701fa9d42129dcb438"/>
  <p:tag name="KSO_WM_TEMPLATE_ASSEMBLE_GROUPID" val="5fd0a0701fa9d42129dcb438"/>
</p:tagLst>
</file>

<file path=ppt/tags/tag22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0851_1*f*1"/>
  <p:tag name="KSO_WM_TEMPLATE_CATEGORY" val="diagram"/>
  <p:tag name="KSO_WM_TEMPLATE_INDEX" val="2021085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2"/>
  <p:tag name="KSO_WM_UNIT_SHOW_EDIT_AREA_INDICATION" val="1"/>
  <p:tag name="KSO_WM_CHIP_GROUPID" val="5e6b05596848fb12bee65ac8"/>
  <p:tag name="KSO_WM_CHIP_XID" val="5e6b05596848fb12bee65aca"/>
  <p:tag name="KSO_WM_UNIT_DEC_AREA_ID" val="37eae5ccf6bf45f68723bcb4614099a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f2c78d507e4741f989c77084588030c8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5fd0a0701fa9d42129dcb438"/>
  <p:tag name="KSO_WM_TEMPLATE_ASSEMBLE_GROUPID" val="5fd0a0701fa9d42129dcb438"/>
</p:tagLst>
</file>

<file path=ppt/tags/tag225.xml><?xml version="1.0" encoding="utf-8"?>
<p:tagLst xmlns:p="http://schemas.openxmlformats.org/presentationml/2006/main">
  <p:tag name="KSO_WM_BEAUTIFY_FLAG" val="#wm#"/>
  <p:tag name="KSO_WM_TEMPLATE_CATEGORY" val="diagram"/>
  <p:tag name="KSO_WM_TEMPLATE_INDEX" val="20210851"/>
  <p:tag name="KSO_WM_SLIDE_BACKGROUND" val="[&quot;general&quot;]"/>
  <p:tag name="KSO_WM_SLIDE_RATIO" val="1.777778"/>
  <p:tag name="KSO_WM_CHIP_INFOS" val="{&quot;type&quot;:0,&quot;layout_type&quot;:&quot;leftright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false,&quot;fill_id&quot;:&quot;b8ae271fa77a4b2484a69a111774e9d0&quot;,&quot;fill_align&quot;:&quot;cm&quot;,&quot;chip_types&quot;:[&quot;picture&quot;]},{&quot;text_align&quot;:&quot;lb&quot;,&quot;text_direction&quot;:&quot;horizontal&quot;,&quot;support_big_font&quot;:true,&quot;fill_id&quot;:&quot;819abde6a8374b02a66db6acffda782e&quot;,&quot;fill_align&quot;:&quot;lb&quot;,&quot;chip_types&quot;:[&quot;header&quot;]},{&quot;text_align&quot;:&quot;lt&quot;,&quot;text_direction&quot;:&quot;horizontal&quot;,&quot;support_big_font&quot;:true,&quot;fill_id&quot;:&quot;3546448113c5418da6329099547b847b&quot;,&quot;fill_align&quot;:&quot;lt&quot;,&quot;chip_types&quot;:[&quot;text&quot;]}]]"/>
  <p:tag name="KSO_WM_SLIDE_ID" val="diagram20210851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09*540"/>
  <p:tag name="KSO_WM_SLIDE_POSITION" val="0*0"/>
  <p:tag name="KSO_WM_TAG_VERSION" val="1.0"/>
  <p:tag name="KSO_WM_SLIDE_LAYOUT" val="a_d_f"/>
  <p:tag name="KSO_WM_SLIDE_LAYOUT_CNT" val="1_1_1"/>
  <p:tag name="KSO_WM_CHIP_XID" val="5ea10da9660c33b3b8e66c70"/>
  <p:tag name="KSO_WM_CHIP_DECFILLPROP" val="[]"/>
  <p:tag name="KSO_WM_SLIDE_CAN_ADD_NAVIGATION" val="1"/>
  <p:tag name="KSO_WM_CHIP_GROUPID" val="5ea10da9660c33b3b8e66c6f"/>
  <p:tag name="KSO_WM_SLIDE_BK_DARK_LIGHT" val="2"/>
  <p:tag name="KSO_WM_SLIDE_BACKGROUND_TYPE" val="general"/>
  <p:tag name="KSO_WM_SLIDE_SUPPORT_FEATURE_TYPE" val="0"/>
  <p:tag name="KSO_WM_TEMPLATE_ASSEMBLE_XID" val="5fd0a0701fa9d42129dcb438"/>
  <p:tag name="KSO_WM_TEMPLATE_ASSEMBLE_GROUPID" val="5fd0a0701fa9d42129dcb438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2-09T18:01:21&quot;,&quot;maxSize&quot;:{&quot;size1&quot;:60},&quot;minSize&quot;:{&quot;size1&quot;:60},&quot;normalSize&quot;:{&quot;size1&quot;:60},&quot;subLayout&quot;:[{&quot;id&quot;:&quot;2020-12-09T18:01:21&quot;,&quot;type&quot;:0},{&quot;id&quot;:&quot;2020-12-09T18:01:21&quot;,&quot;maxSize&quot;:{&quot;size1&quot;:48.899999999999999},&quot;minSize&quot;:{&quot;size1&quot;:35.600000000000001},&quot;normalSize&quot;:{&quot;size1&quot;:40},&quot;subLayout&quot;:[{&quot;id&quot;:&quot;2020-12-09T18:01:21&quot;,&quot;margin&quot;:{&quot;bottom&quot;:0,&quot;left&quot;:1.2699999809265137,&quot;right&quot;:2.5399999618530273,&quot;top&quot;:5.0799999237060547},&quot;type&quot;:0},{&quot;id&quot;:&quot;2020-12-09T18:01:21&quot;,&quot;margin&quot;:{&quot;bottom&quot;:4.6570000648498535,&quot;left&quot;:1.2699999809265137,&quot;right&quot;:2.5399999618530273,&quot;top&quot;:0.42300000786781311},&quot;type&quot;:0}],&quot;type&quot;:0}],&quot;type&quot;:0}"/>
</p:tagLst>
</file>

<file path=ppt/tags/tag226.xml><?xml version="1.0" encoding="utf-8"?>
<p:tagLst xmlns:p="http://schemas.openxmlformats.org/presentationml/2006/main">
  <p:tag name="KSO_WM_UNIT_VALUE" val="1904*2623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2572_1*d*1"/>
  <p:tag name="KSO_WM_TEMPLATE_CATEGORY" val="diagram"/>
  <p:tag name="KSO_WM_TEMPLATE_INDEX" val="20212572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1f96ced40dae4251bf9dc1d6c4204c7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36472eae5eef4c3d86f9dbc084ef4192"/>
  <p:tag name="KSO_WM_UNIT_PLACING_PICTURE" val="36472eae5eef4c3d86f9dbc084ef4192"/>
  <p:tag name="KSO_WM_TEMPLATE_ASSEMBLE_XID" val="5fd0da6f1fa9d42129dd895c"/>
  <p:tag name="KSO_WM_TEMPLATE_ASSEMBLE_GROUPID" val="5fd0da6f1fa9d42129dd895c"/>
  <p:tag name="KSO_WM_UNIT_PICTURE_CLIP_FLAG" val="0"/>
</p:tagLst>
</file>

<file path=ppt/tags/tag227.xml><?xml version="1.0" encoding="utf-8"?>
<p:tagLst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572_1*i*1"/>
  <p:tag name="KSO_WM_TEMPLATE_CATEGORY" val="diagram"/>
  <p:tag name="KSO_WM_TEMPLATE_INDEX" val="20212572"/>
  <p:tag name="KSO_WM_UNIT_LAYERLEVEL" val="1"/>
  <p:tag name="KSO_WM_TAG_VERSION" val="1.0"/>
  <p:tag name="KSO_WM_BEAUTIFY_FLAG" val="#wm#"/>
  <p:tag name="KSO_WM_UNIT_BK_DARK_LIGHT" val="2"/>
  <p:tag name="KSO_WM_UNIT_SM_LIMIT_TYPE" val="2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0}"/>
  <p:tag name="KSO_WM_UNIT_DEC_AREA_ID" val="8b99c678b49043748ecc6f70b9d2f833"/>
  <p:tag name="KSO_WM_CHIP_GROUPID" val="5ea0fac0660c33b3b8e66bb2"/>
  <p:tag name="KSO_WM_CHIP_XID" val="5ea0fac0660c33b3b8e66bb3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72"/>
  <p:tag name="KSO_WM_TEMPLATE_ASSEMBLE_XID" val="5fd0da6f1fa9d42129dd895c"/>
  <p:tag name="KSO_WM_TEMPLATE_ASSEMBLE_GROUPID" val="5fd0da6f1fa9d42129dd895c"/>
</p:tagLst>
</file>

<file path=ppt/tags/tag228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572_1*f*1"/>
  <p:tag name="KSO_WM_TEMPLATE_CATEGORY" val="diagram"/>
  <p:tag name="KSO_WM_TEMPLATE_INDEX" val="2021257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60"/>
  <p:tag name="KSO_WM_UNIT_SHOW_EDIT_AREA_INDICATION" val="1"/>
  <p:tag name="KSO_WM_CHIP_GROUPID" val="5e6b05596848fb12bee65ac8"/>
  <p:tag name="KSO_WM_CHIP_XID" val="5e6b05596848fb12bee65aca"/>
  <p:tag name="KSO_WM_UNIT_DEC_AREA_ID" val="f627f92c0fed475e83fb11a54daf36b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5c2f9bc7783d44cf81439847eb731e46"/>
  <p:tag name="KSO_WM_UNIT_TEXT_FILL_FORE_SCHEMECOLOR_INDEX_BRIGHTNESS" val="0.25"/>
  <p:tag name="KSO_WM_UNIT_TEXT_FILL_FORE_SCHEMECOLOR_INDEX" val="13"/>
  <p:tag name="KSO_WM_UNIT_TEXT_FILL_TYPE" val="1"/>
  <p:tag name="KSO_WM_TEMPLATE_ASSEMBLE_XID" val="5fd0da6f1fa9d42129dd895c"/>
  <p:tag name="KSO_WM_TEMPLATE_ASSEMBLE_GROUPID" val="5fd0da6f1fa9d42129dd895c"/>
</p:tagLst>
</file>

<file path=ppt/tags/tag229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2-09T22:08:47&quot;,&quot;maxSize&quot;:{&quot;size1&quot;:5},&quot;minSize&quot;:{&quot;size1&quot;:5},&quot;normalSize&quot;:{&quot;size1&quot;:5},&quot;subLayout&quot;:[{&quot;id&quot;:&quot;2020-12-09T22:08:47&quot;,&quot;type&quot;:0},{&quot;id&quot;:&quot;2020-12-09T22:08:47&quot;,&quot;margin&quot;:{&quot;bottom&quot;:4.8680000305175781,&quot;left&quot;:19.897001266479492,&quot;right&quot;:2.5399999618530273,&quot;top&quot;:5.2919998168945312},&quot;type&quot;:0}],&quot;type&quot;:0}"/>
  <p:tag name="KSO_WM_SLIDE_BACKGROUND" val="[&quot;general&quot;]"/>
  <p:tag name="KSO_WM_SLIDE_RATIO" val="1.777778"/>
  <p:tag name="KSO_WM_CHIP_INFOS" val="{&quot;type&quot;:0,&quot;layout_type&quot;:&quot;leftright&quot;,&quot;layout_feature&quot;:2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a0fac0660c33b3b8e66bb3"/>
  <p:tag name="KSO_WM_CHIP_FILLPROP" val="[[{&quot;text_align&quot;:&quot;cm&quot;,&quot;text_direction&quot;:&quot;horizontal&quot;,&quot;support_big_font&quot;:false,&quot;fill_id&quot;:&quot;74de1e39bc9f4da2ad0919e0e257f08b&quot;,&quot;fill_align&quot;:&quot;cm&quot;,&quot;chip_types&quot;:[&quot;picture&quot;]},{&quot;text_align&quot;:&quot;lm&quot;,&quot;text_direction&quot;:&quot;horizontal&quot;,&quot;support_big_font&quot;:false,&quot;fill_id&quot;:&quot;f8831afc8efd474b9cccc82f8f6f1bea&quot;,&quot;fill_align&quot;:&quot;lm&quot;,&quot;chip_types&quot;:[&quot;text&quot;,&quot;header&quot;]}],[{&quot;text_align&quot;:&quot;cm&quot;,&quot;text_direction&quot;:&quot;horizontal&quot;,&quot;support_big_font&quot;:false,&quot;fill_id&quot;:&quot;74de1e39bc9f4da2ad0919e0e257f08b&quot;,&quot;fill_align&quot;:&quot;cm&quot;,&quot;chip_types&quot;:[&quot;picture&quot;]},{&quot;text_align&quot;:&quot;cm&quot;,&quot;text_direction&quot;:&quot;horizontal&quot;,&quot;support_big_font&quot;:false,&quot;fill_id&quot;:&quot;f8831afc8efd474b9cccc82f8f6f1bea&quot;,&quot;fill_align&quot;:&quot;cm&quot;,&quot;chip_types&quot;:[&quot;header&quot;]}]]"/>
  <p:tag name="KSO_WM_SLIDE_ID" val="diagram2021257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TYPE" val="text"/>
  <p:tag name="KSO_WM_SLIDE_SUBTYPE" val="picTxt"/>
  <p:tag name="KSO_WM_SLIDE_SIZE" val="909*540"/>
  <p:tag name="KSO_WM_SLIDE_POSITION" val="0*0"/>
  <p:tag name="KSO_WM_CHIP_DECFILLPROP" val="[]"/>
  <p:tag name="KSO_WM_SLIDE_CAN_ADD_NAVIGATION" val="1"/>
  <p:tag name="KSO_WM_CHIP_GROUPID" val="5ea0fac0660c33b3b8e66bb2"/>
  <p:tag name="KSO_WM_SLIDE_BK_DARK_LIGHT" val="2"/>
  <p:tag name="KSO_WM_SLIDE_BACKGROUND_TYPE" val="general"/>
  <p:tag name="KSO_WM_SLIDE_SUPPORT_FEATURE_TYPE" val="0"/>
  <p:tag name="KSO_WM_TEMPLATE_ASSEMBLE_XID" val="5fd0da6f1fa9d42129dd895c"/>
  <p:tag name="KSO_WM_TEMPLATE_ASSEMBLE_GROUPID" val="5fd0da6f1fa9d42129dd895c"/>
</p:tagLst>
</file>

<file path=ppt/tags/tag230.xml><?xml version="1.0" encoding="utf-8"?>
<p:tagLst xmlns:p="http://schemas.openxmlformats.org/presentationml/2006/main">
  <p:tag name="KSO_WM_UNIT_VALUE" val="1734*1523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2900_1*d*1"/>
  <p:tag name="KSO_WM_TEMPLATE_CATEGORY" val="diagram"/>
  <p:tag name="KSO_WM_TEMPLATE_INDEX" val="20212900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5487391ced884e69b0a26a4c066509b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68eabcd4b8b54799bc2e56a1c645e5e3"/>
  <p:tag name="KSO_WM_UNIT_PLACING_PICTURE" val="68eabcd4b8b54799bc2e56a1c645e5e3"/>
  <p:tag name="KSO_WM_TEMPLATE_ASSEMBLE_XID" val="5fd0c5ed1fa9d42129dd7020"/>
  <p:tag name="KSO_WM_TEMPLATE_ASSEMBLE_GROUPID" val="5fd0c5ed1fa9d42129dd7020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900_1*a*1"/>
  <p:tag name="KSO_WM_TEMPLATE_CATEGORY" val="diagram"/>
  <p:tag name="KSO_WM_TEMPLATE_INDEX" val="20212900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be83c5e85754e16a64b2a9fc4e448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a73301502f694de79ea5d73ddbbd3c97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5fd0c5ed1fa9d42129dd7020"/>
  <p:tag name="KSO_WM_TEMPLATE_ASSEMBLE_GROUPID" val="5fd0c5ed1fa9d42129dd7020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900_1*i*1"/>
  <p:tag name="KSO_WM_TEMPLATE_CATEGORY" val="diagram"/>
  <p:tag name="KSO_WM_TEMPLATE_INDEX" val="20212900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a70ddfdcb3c64a239e5702c6dc41047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f6db1f49c98c299aacce6af"/>
  <p:tag name="KSO_WM_CHIP_XID" val="5f6db1f49c98c299aacce6b0"/>
  <p:tag name="KSO_WM_UNIT_LINE_FORE_SCHEMECOLOR_INDEX_BRIGHTNESS" val="0"/>
  <p:tag name="KSO_WM_UNIT_LINE_FORE_SCHEMECOLOR_INDEX" val="13"/>
  <p:tag name="KSO_WM_UNIT_LINE_FILL_TYPE" val="2"/>
  <p:tag name="KSO_WM_TEMPLATE_ASSEMBLE_XID" val="5fd0c5ed1fa9d42129dd7020"/>
  <p:tag name="KSO_WM_TEMPLATE_ASSEMBLE_GROUPID" val="5fd0c5ed1fa9d42129dd7020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900_1*i*2"/>
  <p:tag name="KSO_WM_TEMPLATE_CATEGORY" val="diagram"/>
  <p:tag name="KSO_WM_TEMPLATE_INDEX" val="20212900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f1d05f5920ab4faa98c6ac4ec217b8e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f6db1f49c98c299aacce6af"/>
  <p:tag name="KSO_WM_CHIP_XID" val="5f6db1f49c98c299aacce6b0"/>
  <p:tag name="KSO_WM_UNIT_LINE_FORE_SCHEMECOLOR_INDEX_BRIGHTNESS" val="0"/>
  <p:tag name="KSO_WM_UNIT_LINE_FORE_SCHEMECOLOR_INDEX" val="13"/>
  <p:tag name="KSO_WM_UNIT_LINE_FILL_TYPE" val="2"/>
  <p:tag name="KSO_WM_TEMPLATE_ASSEMBLE_XID" val="5fd0c5ed1fa9d42129dd7020"/>
  <p:tag name="KSO_WM_TEMPLATE_ASSEMBLE_GROUPID" val="5fd0c5ed1fa9d42129dd7020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2900_1*i*3"/>
  <p:tag name="KSO_WM_TEMPLATE_CATEGORY" val="diagram"/>
  <p:tag name="KSO_WM_TEMPLATE_INDEX" val="20212900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7507b5e27a4f4e699ba58557b5cab2e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f6db1f49c98c299aacce6af"/>
  <p:tag name="KSO_WM_CHIP_XID" val="5f6db1f49c98c299aacce6b0"/>
  <p:tag name="KSO_WM_UNIT_LINE_FORE_SCHEMECOLOR_INDEX_BRIGHTNESS" val="0"/>
  <p:tag name="KSO_WM_UNIT_LINE_FORE_SCHEMECOLOR_INDEX" val="13"/>
  <p:tag name="KSO_WM_UNIT_LINE_FILL_TYPE" val="2"/>
  <p:tag name="KSO_WM_TEMPLATE_ASSEMBLE_XID" val="5fd0c5ed1fa9d42129dd7020"/>
  <p:tag name="KSO_WM_TEMPLATE_ASSEMBLE_GROUPID" val="5fd0c5ed1fa9d42129dd7020"/>
</p:tagLst>
</file>

<file path=ppt/tags/tag235.xml><?xml version="1.0" encoding="utf-8"?>
<p:tagLst xmlns:p="http://schemas.openxmlformats.org/presentationml/2006/main">
  <p:tag name="KSO_WM_BEAUTIFY_FLAG" val="#wm#"/>
  <p:tag name="KSO_WM_TEMPLATE_CATEGORY" val="diagram"/>
  <p:tag name="KSO_WM_TEMPLATE_INDEX" val="20212900"/>
  <p:tag name="KSO_WM_SLIDE_ID" val="diagram20212900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a_d"/>
  <p:tag name="KSO_WM_SLIDE_LAYOUT_CNT" val="1_1"/>
  <p:tag name="KSO_WM_SLIDE_TYPE" val="text"/>
  <p:tag name="KSO_WM_SLIDE_SUBTYPE" val="picTxt"/>
  <p:tag name="KSO_WM_SLIDE_SIZE" val="912*492"/>
  <p:tag name="KSO_WM_SLIDE_POSITION" val="24*2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2-09T20:41:17&quot;,&quot;maxSize&quot;:{&quot;size1&quot;:60},&quot;minSize&quot;:{&quot;size1&quot;:47.700000000000003},&quot;normalSize&quot;:{&quot;size1&quot;:52.45000000000001},&quot;subLayout&quot;:[{&quot;id&quot;:&quot;2020-12-09T20:41:17&quot;,&quot;margin&quot;:{&quot;bottom&quot;:0.82499998807907104,&quot;left&quot;:0.86799997091293335,&quot;right&quot;:0.026000002399086952,&quot;top&quot;:0.86799997091293335},&quot;type&quot;:0},{&quot;id&quot;:&quot;2020-12-09T20:41:17&quot;,&quot;margin&quot;:{&quot;bottom&quot;:4.2329998016357422,&quot;left&quot;:1.6460000276565552,&quot;right&quot;:2.5399999618530273,&quot;top&quot;:4.2329998016357422},&quot;type&quot;:0}],&quot;type&quot;:0}"/>
  <p:tag name="KSO_WM_SLIDE_BACKGROUND" val="[&quot;general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db1f49c98c299aacce6b0"/>
  <p:tag name="KSO_WM_CHIP_FILLPROP" val="[[{&quot;text_align&quot;:&quot;cm&quot;,&quot;text_direction&quot;:&quot;horizontal&quot;,&quot;support_features&quot;:[&quot;collage&quot;,&quot;carousel&quot;],&quot;support_big_font&quot;:false,&quot;fill_id&quot;:&quot;3677946713be46388f666fab032183a9&quot;,&quot;fill_align&quot;:&quot;cm&quot;,&quot;chip_types&quot;:[&quot;picture&quot;]},{&quot;text_align&quot;:&quot;lm&quot;,&quot;text_direction&quot;:&quot;horizontal&quot;,&quot;support_big_font&quot;:true,&quot;fill_id&quot;:&quot;10ac3afb38e2416bb2cc8a531c8cc6a2&quot;,&quot;fill_align&quot;:&quot;cm&quot;,&quot;chip_types&quot;:[&quot;text&quot;,&quot;header&quot;]}],[{&quot;text_align&quot;:&quot;cm&quot;,&quot;text_direction&quot;:&quot;horizontal&quot;,&quot;support_features&quot;:[&quot;collage&quot;,&quot;carousel&quot;],&quot;support_big_font&quot;:false,&quot;fill_id&quot;:&quot;3677946713be46388f666fab032183a9&quot;,&quot;fill_align&quot;:&quot;cm&quot;,&quot;chip_types&quot;:[&quot;picture&quot;]},{&quot;text_align&quot;:&quot;cm&quot;,&quot;text_direction&quot;:&quot;horizontal&quot;,&quot;support_big_font&quot;:true,&quot;fill_id&quot;:&quot;10ac3afb38e2416bb2cc8a531c8cc6a2&quot;,&quot;fill_align&quot;:&quot;cm&quot;,&quot;chip_types&quot;:[&quot;text&quot;,&quot;header&quot;]}]]"/>
  <p:tag name="KSO_WM_CHIP_DECFILLPROP" val="[]"/>
  <p:tag name="KSO_WM_SLIDE_CAN_ADD_NAVIGATION" val="1"/>
  <p:tag name="KSO_WM_CHIP_GROUPID" val="5f6db1f49c98c299aacce6af"/>
  <p:tag name="KSO_WM_SLIDE_BK_DARK_LIGHT" val="2"/>
  <p:tag name="KSO_WM_SLIDE_BACKGROUND_TYPE" val="general"/>
  <p:tag name="KSO_WM_SLIDE_SUPPORT_FEATURE_TYPE" val="3"/>
  <p:tag name="KSO_WM_TEMPLATE_ASSEMBLE_XID" val="5fd0c5ed1fa9d42129dd7020"/>
  <p:tag name="KSO_WM_TEMPLATE_ASSEMBLE_GROUPID" val="5fd0c5ed1fa9d42129dd7020"/>
</p:tagLst>
</file>

<file path=ppt/tags/tag236.xml><?xml version="1.0" encoding="utf-8"?>
<p:tagLst xmlns:p="http://schemas.openxmlformats.org/presentationml/2006/main">
  <p:tag name="KSO_WM_UNIT_TEXTBOXSTYLE_GUID" val="{2fc8398e-272e-4645-9524-b7b1249fec64}"/>
</p:tagLst>
</file>

<file path=ppt/tags/tag237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8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9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40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241.xml><?xml version="1.0" encoding="utf-8"?>
<p:tagLst xmlns:p="http://schemas.openxmlformats.org/presentationml/2006/main">
  <p:tag name="KSO_WM_UNIT_TEXTBOXSTYLE_GUID" val="{2fc8398e-272e-4645-9524-b7b1249fec64}"/>
</p:tagLst>
</file>

<file path=ppt/tags/tag242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3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45.xml><?xml version="1.0" encoding="utf-8"?>
<p:tagLst xmlns:p="http://schemas.openxmlformats.org/presentationml/2006/main">
  <p:tag name="KSO_WM_UNIT_TEXTBOXSTYLE_GUID" val="{2fc8398e-272e-4645-9524-b7b1249fec64}"/>
</p:tagLst>
</file>

<file path=ppt/tags/tag246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7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8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49.xml><?xml version="1.0" encoding="utf-8"?>
<p:tagLst xmlns:p="http://schemas.openxmlformats.org/presentationml/2006/main">
  <p:tag name="KSO_WM_UNIT_TEXTBOXSTYLE_GUID" val="{2fc8398e-272e-4645-9524-b7b1249fec64}"/>
</p:tagLst>
</file>

<file path=ppt/tags/tag250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1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2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53.xml><?xml version="1.0" encoding="utf-8"?>
<p:tagLst xmlns:p="http://schemas.openxmlformats.org/presentationml/2006/main">
  <p:tag name="KSO_WM_UNIT_TEXTBOXSTYLE_GUID" val="{2fc8398e-272e-4645-9524-b7b1249fec64}"/>
</p:tagLst>
</file>

<file path=ppt/tags/tag254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5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6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57.xml><?xml version="1.0" encoding="utf-8"?>
<p:tagLst xmlns:p="http://schemas.openxmlformats.org/presentationml/2006/main">
  <p:tag name="KSO_WM_UNIT_TEXTBOXSTYLE_GUID" val="{2fc8398e-272e-4645-9524-b7b1249fec64}"/>
</p:tagLst>
</file>

<file path=ppt/tags/tag258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9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0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61.xml><?xml version="1.0" encoding="utf-8"?>
<p:tagLst xmlns:p="http://schemas.openxmlformats.org/presentationml/2006/main">
  <p:tag name="KSO_WM_UNIT_TEXTBOXSTYLE_GUID" val="{2fc8398e-272e-4645-9524-b7b1249fec64}"/>
</p:tagLst>
</file>

<file path=ppt/tags/tag262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3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65.xml><?xml version="1.0" encoding="utf-8"?>
<p:tagLst xmlns:p="http://schemas.openxmlformats.org/presentationml/2006/main">
  <p:tag name="KSO_WM_UNIT_TEXTBOXSTYLE_GUID" val="{2fc8398e-272e-4645-9524-b7b1249fec64}"/>
</p:tagLst>
</file>

<file path=ppt/tags/tag266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7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8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69.xml><?xml version="1.0" encoding="utf-8"?>
<p:tagLst xmlns:p="http://schemas.openxmlformats.org/presentationml/2006/main">
  <p:tag name="KSO_WM_UNIT_TEXTBOXSTYLE_GUID" val="{2fc8398e-272e-4645-9524-b7b1249fec64}"/>
</p:tagLst>
</file>

<file path=ppt/tags/tag270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1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2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73.xml><?xml version="1.0" encoding="utf-8"?>
<p:tagLst xmlns:p="http://schemas.openxmlformats.org/presentationml/2006/main">
  <p:tag name="KSO_WM_UNIT_TEXTBOXSTYLE_GUID" val="{2fc8398e-272e-4645-9524-b7b1249fec64}"/>
</p:tagLst>
</file>

<file path=ppt/tags/tag274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5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6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77.xml><?xml version="1.0" encoding="utf-8"?>
<p:tagLst xmlns:p="http://schemas.openxmlformats.org/presentationml/2006/main">
  <p:tag name="KSO_WM_UNIT_TEXTBOXSTYLE_GUID" val="{2fc8398e-272e-4645-9524-b7b1249fec64}"/>
</p:tagLst>
</file>

<file path=ppt/tags/tag278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9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0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81.xml><?xml version="1.0" encoding="utf-8"?>
<p:tagLst xmlns:p="http://schemas.openxmlformats.org/presentationml/2006/main">
  <p:tag name="KSO_WM_UNIT_TEXTBOXSTYLE_GUID" val="{2fc8398e-272e-4645-9524-b7b1249fec64}"/>
</p:tagLst>
</file>

<file path=ppt/tags/tag282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3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85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286.xml><?xml version="1.0" encoding="utf-8"?>
<p:tagLst xmlns:p="http://schemas.openxmlformats.org/presentationml/2006/main">
  <p:tag name="KSO_WM_UNIT_TEXTBOXSTYLE_GUID" val="{2fc8398e-272e-4645-9524-b7b1249fec64}"/>
</p:tagLst>
</file>

<file path=ppt/tags/tag287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8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90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291.xml><?xml version="1.0" encoding="utf-8"?>
<p:tagLst xmlns:p="http://schemas.openxmlformats.org/presentationml/2006/main">
  <p:tag name="KSO_WM_UNIT_TEXTBOXSTYLE_GUID" val="{2fc8398e-272e-4645-9524-b7b1249fec64}"/>
</p:tagLst>
</file>

<file path=ppt/tags/tag292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3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295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296.xml><?xml version="1.0" encoding="utf-8"?>
<p:tagLst xmlns:p="http://schemas.openxmlformats.org/presentationml/2006/main">
  <p:tag name="KSO_WM_UNIT_TEXTBOXSTYLE_GUID" val="{2fc8398e-272e-4645-9524-b7b1249fec64}"/>
</p:tagLst>
</file>

<file path=ppt/tags/tag297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8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9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300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301.xml><?xml version="1.0" encoding="utf-8"?>
<p:tagLst xmlns:p="http://schemas.openxmlformats.org/presentationml/2006/main">
  <p:tag name="KSO_WM_UNIT_TEXTBOXSTYLE_GUID" val="{2fc8398e-272e-4645-9524-b7b1249fec64}"/>
</p:tagLst>
</file>

<file path=ppt/tags/tag302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3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305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306.xml><?xml version="1.0" encoding="utf-8"?>
<p:tagLst xmlns:p="http://schemas.openxmlformats.org/presentationml/2006/main">
  <p:tag name="KSO_WM_UNIT_TEXTBOXSTYLE_GUID" val="{2fc8398e-272e-4645-9524-b7b1249fec64}"/>
</p:tagLst>
</file>

<file path=ppt/tags/tag307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8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9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310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ags/tag311.xml><?xml version="1.0" encoding="utf-8"?>
<p:tagLst xmlns:p="http://schemas.openxmlformats.org/presentationml/2006/main">
  <p:tag name="KSO_WM_UNIT_TEXTBOXSTYLE_GUID" val="{2fc8398e-272e-4645-9524-b7b1249fec64}"/>
</p:tagLst>
</file>

<file path=ppt/tags/tag312.xml><?xml version="1.0" encoding="utf-8"?>
<p:tagLst xmlns:p="http://schemas.openxmlformats.org/presentationml/2006/main">
  <p:tag name="KSO_WM_UNIT_TEXTBOXSTYLE_SHAPETYPE" val="1"/>
  <p:tag name="KSO_WM_UNIT_TEXTBOXSTYLE_ADJUSTLEFT" val="0_-0.003387451"/>
  <p:tag name="KSO_WM_UNIT_TEXTBOXSTYLE_ADJUSTTOP" val="100_8.900005"/>
  <p:tag name="KSO_WM_UNIT_TEXTBOXSTYLE_ADJUSTWIDTH" val="102.7783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6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3.xml><?xml version="1.0" encoding="utf-8"?>
<p:tagLst xmlns:p="http://schemas.openxmlformats.org/presentationml/2006/main">
  <p:tag name="KSO_WM_UNIT_TEXTBOXSTYLE_SHAPETYPE" val="1"/>
  <p:tag name="KSO_WM_UNIT_TEXTBOXSTYLE_ADJUSTLEFT" val="0_0"/>
  <p:tag name="KSO_WM_UNIT_TEXTBOXSTYLE_ADJUSTTOP" val="100_8.900082"/>
  <p:tag name="KSO_WM_UNIT_TEXTBOXSTYLE_ADJUSTWIDTH" val="25.2905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6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6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fc8398e-272e-4645-9524-b7b1249fec6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315.xml><?xml version="1.0" encoding="utf-8"?>
<p:tagLst xmlns:p="http://schemas.openxmlformats.org/presentationml/2006/main">
  <p:tag name="KSO_WM_BEAUTIFY_FLAG" val="#wm#"/>
  <p:tag name="KSO_WM_TEMPLATE_CATEGORY" val="diagram"/>
  <p:tag name="KSO_WM_TEMPLATE_INDEX" val="20212572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2386</Words>
  <Application>WPS 演示</Application>
  <PresentationFormat>宽屏</PresentationFormat>
  <Paragraphs>508</Paragraphs>
  <Slides>55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72" baseType="lpstr">
      <vt:lpstr>Arial</vt:lpstr>
      <vt:lpstr>宋体</vt:lpstr>
      <vt:lpstr>Wingdings</vt:lpstr>
      <vt:lpstr>微软雅黑</vt:lpstr>
      <vt:lpstr>汉仪旗黑-85S</vt:lpstr>
      <vt:lpstr>黑体</vt:lpstr>
      <vt:lpstr>Siemens Sans SC</vt:lpstr>
      <vt:lpstr>Missiva</vt:lpstr>
      <vt:lpstr>等线</vt:lpstr>
      <vt:lpstr>等线 Light</vt:lpstr>
      <vt:lpstr>Calibri</vt:lpstr>
      <vt:lpstr>Arial Unicode MS</vt:lpstr>
      <vt:lpstr>Segoe UI</vt:lpstr>
      <vt:lpstr>Wingdings</vt:lpstr>
      <vt:lpstr>Segoe Print</vt:lpstr>
      <vt:lpstr>webwppDefTheme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</dc:title>
  <dc:creator>www.tukuppt.com</dc:creator>
  <dc:subject>tukuppt</dc:subject>
  <cp:lastModifiedBy>菲鱼</cp:lastModifiedBy>
  <cp:revision>5</cp:revision>
  <dcterms:created xsi:type="dcterms:W3CDTF">2021-05-08T15:27:00Z</dcterms:created>
  <dcterms:modified xsi:type="dcterms:W3CDTF">2021-05-12T11:25:02Z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A0F56C40A5924F2A9E058E7E7463AF26</vt:lpwstr>
  </property>
</Properties>
</file>