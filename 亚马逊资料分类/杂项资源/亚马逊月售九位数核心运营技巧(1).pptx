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</a:fld>
            <a:endParaRPr lang="zh-CN" altLang="en-US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标题 3073"/>
          <p:cNvSpPr>
            <a:spLocks noGrp="1"/>
          </p:cNvSpPr>
          <p:nvPr>
            <p:ph type="ctrTitle"/>
          </p:nvPr>
        </p:nvSpPr>
        <p:spPr>
          <a:xfrm>
            <a:off x="545465" y="2130425"/>
            <a:ext cx="8350250" cy="1470025"/>
          </a:xfrm>
        </p:spPr>
        <p:txBody>
          <a:bodyPr anchor="ctr" anchorCtr="0"/>
          <a:p>
            <a:pPr defTabSz="914400">
              <a:buClrTx/>
              <a:buSzTx/>
              <a:buFontTx/>
              <a:buNone/>
            </a:pPr>
            <a:r>
              <a:rPr lang="en-US" altLang="zh-CN" sz="4000" kern="1200" baseline="0">
                <a:latin typeface="Arial" panose="020B0604020202090204" pitchFamily="34" charset="0"/>
                <a:ea typeface="宋体" pitchFamily="2" charset="-122"/>
              </a:rPr>
              <a:t>Amazon</a:t>
            </a:r>
            <a:r>
              <a:rPr lang="zh-CN" altLang="en-US" sz="4000" kern="1200" baseline="0">
                <a:latin typeface="Arial" panose="020B0604020202090204" pitchFamily="34" charset="0"/>
                <a:ea typeface="宋体" pitchFamily="2" charset="-122"/>
              </a:rPr>
              <a:t>月售九位数核心运营技巧</a:t>
            </a:r>
            <a:endParaRPr lang="zh-CN" altLang="en-US" sz="4000" kern="1200" baseline="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3075" name="副标题 307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p>
            <a:pPr defTabSz="914400">
              <a:buClrTx/>
              <a:buSzTx/>
              <a:buFontTx/>
            </a:pPr>
            <a:r>
              <a:rPr lang="zh-CN" sz="8800" kern="1200" baseline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亏本卖</a:t>
            </a:r>
            <a:endParaRPr lang="zh-CN" sz="8800" kern="1200" baseline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表格</Application>
  <PresentationFormat/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汉仪书宋二KW</vt:lpstr>
      <vt:lpstr>微软雅黑</vt:lpstr>
      <vt:lpstr>汉仪旗黑</vt:lpstr>
      <vt:lpstr>宋体</vt:lpstr>
      <vt:lpstr>Arial Unicode MS</vt:lpstr>
      <vt:lpstr>Calibri</vt:lpstr>
      <vt:lpstr>Helvetica Neue</vt:lpstr>
      <vt:lpstr>默认设计模板</vt:lpstr>
      <vt:lpstr>TEMU月售九位数核心运营技巧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OZON月售九位数核心运营技巧</dc:title>
  <dc:creator>Administrator</dc:creator>
  <cp:lastModifiedBy>1sme</cp:lastModifiedBy>
  <cp:revision>3</cp:revision>
  <dcterms:created xsi:type="dcterms:W3CDTF">2025-04-01T03:25:29Z</dcterms:created>
  <dcterms:modified xsi:type="dcterms:W3CDTF">2025-04-01T03:25:29Z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2052-6.15.2.8936</vt:lpwstr>
  </property>
  <property fmtid="{D5CDD505-2E9C-101B-9397-08002B2CF9AE}" pid="3" name="ICV">
    <vt:lpwstr>4CA942448BDB4B14877F9D393DB7B344_13</vt:lpwstr>
  </property>
</Properties>
</file>