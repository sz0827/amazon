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x" ContentType="application/vnd.openxmlformats-officedocument.wordprocessingml.documen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8.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7"/>
  </p:notesMasterIdLst>
  <p:handoutMasterIdLst>
    <p:handoutMasterId r:id="rId34"/>
  </p:handoutMasterIdLst>
  <p:sldIdLst>
    <p:sldId id="11093651" r:id="rId3"/>
    <p:sldId id="11093663" r:id="rId4"/>
    <p:sldId id="11093664" r:id="rId5"/>
    <p:sldId id="11093666" r:id="rId6"/>
    <p:sldId id="2692" r:id="rId8"/>
    <p:sldId id="11093688" r:id="rId9"/>
    <p:sldId id="904" r:id="rId10"/>
    <p:sldId id="11093537" r:id="rId11"/>
    <p:sldId id="4064" r:id="rId12"/>
    <p:sldId id="11093689" r:id="rId13"/>
    <p:sldId id="4291" r:id="rId14"/>
    <p:sldId id="11093673" r:id="rId15"/>
    <p:sldId id="4135" r:id="rId16"/>
    <p:sldId id="11093653" r:id="rId17"/>
    <p:sldId id="11093691" r:id="rId18"/>
    <p:sldId id="11093692" r:id="rId19"/>
    <p:sldId id="11093633" r:id="rId20"/>
    <p:sldId id="11093698" r:id="rId21"/>
    <p:sldId id="11093694" r:id="rId22"/>
    <p:sldId id="4417" r:id="rId23"/>
    <p:sldId id="11093674" r:id="rId24"/>
    <p:sldId id="11093636" r:id="rId25"/>
    <p:sldId id="11093695" r:id="rId26"/>
    <p:sldId id="11093696" r:id="rId27"/>
    <p:sldId id="11093697" r:id="rId28"/>
    <p:sldId id="11093693" r:id="rId29"/>
    <p:sldId id="4138" r:id="rId30"/>
    <p:sldId id="11093699" r:id="rId31"/>
    <p:sldId id="11093700" r:id="rId32"/>
    <p:sldId id="11093676" r:id="rId33"/>
  </p:sldIdLst>
  <p:sldSz cx="12192000" cy="6858000"/>
  <p:notesSz cx="6858000" cy="9144000"/>
  <p:embeddedFontLst>
    <p:embeddedFont>
      <p:font typeface="SimSun" panose="02010600030101010101" pitchFamily="2" charset="-122"/>
      <p:regular r:id="rId38"/>
    </p:embeddedFont>
    <p:embeddedFont>
      <p:font typeface="汉仪君黑-45简" panose="020B0604020202020204" charset="-122"/>
      <p:regular r:id="rId39"/>
    </p:embeddedFont>
    <p:embeddedFont>
      <p:font typeface="SimHei" panose="02010609060101010101" charset="-122"/>
      <p:regular r:id="rId40"/>
    </p:embeddedFont>
    <p:embeddedFont>
      <p:font typeface="Microsoft YaHei" panose="020B0503020204020204" charset="-122"/>
      <p:regular r:id="rId41"/>
    </p:embeddedFont>
    <p:embeddedFont>
      <p:font typeface="DengXian" panose="02010600030101010101" charset="-122"/>
      <p:regular r:id="rId42"/>
    </p:embeddedFont>
    <p:embeddedFont>
      <p:font typeface="DengXian Light" panose="02010600030101010101" charset="-122"/>
      <p:regular r:id="rId43"/>
    </p:embeddedFont>
    <p:embeddedFont>
      <p:font typeface="Calibri" panose="020F0502020204030204" charset="0"/>
      <p:regular r:id="rId44"/>
      <p:bold r:id="rId45"/>
      <p:italic r:id="rId46"/>
      <p:boldItalic r:id="rId47"/>
    </p:embeddedFont>
  </p:embeddedFontLst>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7E2C"/>
    <a:srgbClr val="FE7A4C"/>
    <a:srgbClr val="FA8050"/>
    <a:srgbClr val="E0836A"/>
    <a:srgbClr val="B4C7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0" d="100"/>
          <a:sy n="50" d="100"/>
        </p:scale>
        <p:origin x="1284" y="412"/>
      </p:cViewPr>
      <p:guideLst/>
    </p:cSldViewPr>
  </p:slideViewPr>
  <p:notesTextViewPr>
    <p:cViewPr>
      <p:scale>
        <a:sx n="1" d="1"/>
        <a:sy n="1" d="1"/>
      </p:scale>
      <p:origin x="0" y="0"/>
    </p:cViewPr>
  </p:notesTextViewPr>
  <p:sorterViewPr>
    <p:cViewPr>
      <p:scale>
        <a:sx n="47" d="100"/>
        <a:sy n="47"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gs" Target="tags/tag313.xml"/><Relationship Id="rId47" Type="http://schemas.openxmlformats.org/officeDocument/2006/relationships/font" Target="fonts/font10.fntdata"/><Relationship Id="rId46" Type="http://schemas.openxmlformats.org/officeDocument/2006/relationships/font" Target="fonts/font9.fntdata"/><Relationship Id="rId45" Type="http://schemas.openxmlformats.org/officeDocument/2006/relationships/font" Target="fonts/font8.fntdata"/><Relationship Id="rId44" Type="http://schemas.openxmlformats.org/officeDocument/2006/relationships/font" Target="fonts/font7.fntdata"/><Relationship Id="rId43" Type="http://schemas.openxmlformats.org/officeDocument/2006/relationships/font" Target="fonts/font6.fntdata"/><Relationship Id="rId42" Type="http://schemas.openxmlformats.org/officeDocument/2006/relationships/font" Target="fonts/font5.fntdata"/><Relationship Id="rId41" Type="http://schemas.openxmlformats.org/officeDocument/2006/relationships/font" Target="fonts/font4.fntdata"/><Relationship Id="rId40" Type="http://schemas.openxmlformats.org/officeDocument/2006/relationships/font" Target="fonts/font3.fntdata"/><Relationship Id="rId4" Type="http://schemas.openxmlformats.org/officeDocument/2006/relationships/slide" Target="slides/slide2.xml"/><Relationship Id="rId39" Type="http://schemas.openxmlformats.org/officeDocument/2006/relationships/font" Target="fonts/font2.fntdata"/><Relationship Id="rId38" Type="http://schemas.openxmlformats.org/officeDocument/2006/relationships/font" Target="fonts/font1.fntdata"/><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51E754-B43C-462D-BDB6-61DFE7D93E6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A55967-00DA-47AF-B73B-159319845C5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4F7E4E7-560F-4995-92B5-D1B564E6D25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4F7E4E7-560F-4995-92B5-D1B564E6D25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4F7E4E7-560F-4995-92B5-D1B564E6D25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F8258E0D-9C81-419C-9D27-E10DA3101A8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531892-1F59-47B7-ADF7-B7B5FCC38414}"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8258E0D-9C81-419C-9D27-E10DA3101A8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531892-1F59-47B7-ADF7-B7B5FCC3841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F8258E0D-9C81-419C-9D27-E10DA3101A8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531892-1F59-47B7-ADF7-B7B5FCC3841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F8258E0D-9C81-419C-9D27-E10DA3101A8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531892-1F59-47B7-ADF7-B7B5FCC3841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F8258E0D-9C81-419C-9D27-E10DA3101A8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1531892-1F59-47B7-ADF7-B7B5FCC3841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8258E0D-9C81-419C-9D27-E10DA3101A8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1531892-1F59-47B7-ADF7-B7B5FCC3841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8258E0D-9C81-419C-9D27-E10DA3101A8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1531892-1F59-47B7-ADF7-B7B5FCC3841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8258E0D-9C81-419C-9D27-E10DA3101A8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531892-1F59-47B7-ADF7-B7B5FCC3841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8258E0D-9C81-419C-9D27-E10DA3101A8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531892-1F59-47B7-ADF7-B7B5FCC3841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8258E0D-9C81-419C-9D27-E10DA3101A8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531892-1F59-47B7-ADF7-B7B5FCC3841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8258E0D-9C81-419C-9D27-E10DA3101A8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531892-1F59-47B7-ADF7-B7B5FCC3841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258E0D-9C81-419C-9D27-E10DA3101A8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531892-1F59-47B7-ADF7-B7B5FCC3841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xml"/><Relationship Id="rId2" Type="http://schemas.openxmlformats.org/officeDocument/2006/relationships/image" Target="../media/image4.sv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6.sv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9.jpeg"/><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image" Target="../media/image12.svg"/><Relationship Id="rId6" Type="http://schemas.openxmlformats.org/officeDocument/2006/relationships/image" Target="../media/image11.png"/><Relationship Id="rId57" Type="http://schemas.openxmlformats.org/officeDocument/2006/relationships/slideLayout" Target="../slideLayouts/slideLayout7.xml"/><Relationship Id="rId56" Type="http://schemas.openxmlformats.org/officeDocument/2006/relationships/image" Target="../media/image26.svg"/><Relationship Id="rId55" Type="http://schemas.openxmlformats.org/officeDocument/2006/relationships/image" Target="../media/image25.png"/><Relationship Id="rId54" Type="http://schemas.openxmlformats.org/officeDocument/2006/relationships/tags" Target="../tags/tag42.xml"/><Relationship Id="rId53" Type="http://schemas.openxmlformats.org/officeDocument/2006/relationships/tags" Target="../tags/tag41.xml"/><Relationship Id="rId52" Type="http://schemas.openxmlformats.org/officeDocument/2006/relationships/image" Target="../media/image24.svg"/><Relationship Id="rId51" Type="http://schemas.openxmlformats.org/officeDocument/2006/relationships/image" Target="../media/image23.png"/><Relationship Id="rId50" Type="http://schemas.openxmlformats.org/officeDocument/2006/relationships/image" Target="../media/image22.svg"/><Relationship Id="rId5" Type="http://schemas.openxmlformats.org/officeDocument/2006/relationships/tags" Target="../tags/tag7.xml"/><Relationship Id="rId49" Type="http://schemas.openxmlformats.org/officeDocument/2006/relationships/image" Target="../media/image21.png"/><Relationship Id="rId48" Type="http://schemas.openxmlformats.org/officeDocument/2006/relationships/tags" Target="../tags/tag40.xml"/><Relationship Id="rId47" Type="http://schemas.openxmlformats.org/officeDocument/2006/relationships/tags" Target="../tags/tag39.xml"/><Relationship Id="rId46" Type="http://schemas.openxmlformats.org/officeDocument/2006/relationships/tags" Target="../tags/tag38.xml"/><Relationship Id="rId45" Type="http://schemas.openxmlformats.org/officeDocument/2006/relationships/tags" Target="../tags/tag37.xml"/><Relationship Id="rId44" Type="http://schemas.openxmlformats.org/officeDocument/2006/relationships/tags" Target="../tags/tag36.xml"/><Relationship Id="rId43" Type="http://schemas.openxmlformats.org/officeDocument/2006/relationships/tags" Target="../tags/tag35.xml"/><Relationship Id="rId42" Type="http://schemas.openxmlformats.org/officeDocument/2006/relationships/tags" Target="../tags/tag34.xml"/><Relationship Id="rId41" Type="http://schemas.openxmlformats.org/officeDocument/2006/relationships/tags" Target="../tags/tag33.xml"/><Relationship Id="rId40" Type="http://schemas.openxmlformats.org/officeDocument/2006/relationships/tags" Target="../tags/tag32.xml"/><Relationship Id="rId4" Type="http://schemas.openxmlformats.org/officeDocument/2006/relationships/tags" Target="../tags/tag6.xml"/><Relationship Id="rId39" Type="http://schemas.openxmlformats.org/officeDocument/2006/relationships/tags" Target="../tags/tag31.xml"/><Relationship Id="rId38" Type="http://schemas.openxmlformats.org/officeDocument/2006/relationships/tags" Target="../tags/tag30.xml"/><Relationship Id="rId37" Type="http://schemas.openxmlformats.org/officeDocument/2006/relationships/tags" Target="../tags/tag29.xml"/><Relationship Id="rId36" Type="http://schemas.openxmlformats.org/officeDocument/2006/relationships/image" Target="../media/image20.svg"/><Relationship Id="rId35" Type="http://schemas.openxmlformats.org/officeDocument/2006/relationships/image" Target="../media/image19.png"/><Relationship Id="rId34" Type="http://schemas.openxmlformats.org/officeDocument/2006/relationships/tags" Target="../tags/tag28.xml"/><Relationship Id="rId33" Type="http://schemas.openxmlformats.org/officeDocument/2006/relationships/tags" Target="../tags/tag27.xml"/><Relationship Id="rId32" Type="http://schemas.openxmlformats.org/officeDocument/2006/relationships/tags" Target="../tags/tag26.xml"/><Relationship Id="rId31" Type="http://schemas.openxmlformats.org/officeDocument/2006/relationships/tags" Target="../tags/tag25.xml"/><Relationship Id="rId30" Type="http://schemas.openxmlformats.org/officeDocument/2006/relationships/tags" Target="../tags/tag24.xml"/><Relationship Id="rId3" Type="http://schemas.openxmlformats.org/officeDocument/2006/relationships/tags" Target="../tags/tag5.xml"/><Relationship Id="rId29" Type="http://schemas.openxmlformats.org/officeDocument/2006/relationships/tags" Target="../tags/tag23.xml"/><Relationship Id="rId28" Type="http://schemas.openxmlformats.org/officeDocument/2006/relationships/tags" Target="../tags/tag22.xml"/><Relationship Id="rId27" Type="http://schemas.openxmlformats.org/officeDocument/2006/relationships/tags" Target="../tags/tag21.xml"/><Relationship Id="rId26" Type="http://schemas.openxmlformats.org/officeDocument/2006/relationships/tags" Target="../tags/tag20.xml"/><Relationship Id="rId25" Type="http://schemas.openxmlformats.org/officeDocument/2006/relationships/image" Target="../media/image18.svg"/><Relationship Id="rId24" Type="http://schemas.openxmlformats.org/officeDocument/2006/relationships/image" Target="../media/image17.png"/><Relationship Id="rId23" Type="http://schemas.openxmlformats.org/officeDocument/2006/relationships/tags" Target="../tags/tag19.xml"/><Relationship Id="rId22" Type="http://schemas.openxmlformats.org/officeDocument/2006/relationships/image" Target="../media/image16.svg"/><Relationship Id="rId21" Type="http://schemas.openxmlformats.org/officeDocument/2006/relationships/image" Target="../media/image15.png"/><Relationship Id="rId20" Type="http://schemas.openxmlformats.org/officeDocument/2006/relationships/tags" Target="../tags/tag18.xml"/><Relationship Id="rId2" Type="http://schemas.openxmlformats.org/officeDocument/2006/relationships/tags" Target="../tags/tag4.xml"/><Relationship Id="rId19" Type="http://schemas.openxmlformats.org/officeDocument/2006/relationships/image" Target="../media/image14.svg"/><Relationship Id="rId18" Type="http://schemas.openxmlformats.org/officeDocument/2006/relationships/image" Target="../media/image13.png"/><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9.svg"/><Relationship Id="rId3" Type="http://schemas.openxmlformats.org/officeDocument/2006/relationships/image" Target="../media/image28.png"/><Relationship Id="rId2" Type="http://schemas.openxmlformats.org/officeDocument/2006/relationships/tags" Target="../tags/tag43.xml"/><Relationship Id="rId1" Type="http://schemas.openxmlformats.org/officeDocument/2006/relationships/image" Target="../media/image27.jpeg"/></Relationships>
</file>

<file path=ppt/slides/_rels/slide14.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tags" Target="../tags/tag47.xml"/><Relationship Id="rId31" Type="http://schemas.openxmlformats.org/officeDocument/2006/relationships/slideLayout" Target="../slideLayouts/slideLayout7.xml"/><Relationship Id="rId30" Type="http://schemas.openxmlformats.org/officeDocument/2006/relationships/tags" Target="../tags/tag67.xml"/><Relationship Id="rId3" Type="http://schemas.openxmlformats.org/officeDocument/2006/relationships/tags" Target="../tags/tag46.xml"/><Relationship Id="rId29" Type="http://schemas.openxmlformats.org/officeDocument/2006/relationships/tags" Target="../tags/tag66.xml"/><Relationship Id="rId28" Type="http://schemas.openxmlformats.org/officeDocument/2006/relationships/tags" Target="../tags/tag65.xml"/><Relationship Id="rId27" Type="http://schemas.openxmlformats.org/officeDocument/2006/relationships/tags" Target="../tags/tag64.xml"/><Relationship Id="rId26" Type="http://schemas.openxmlformats.org/officeDocument/2006/relationships/tags" Target="../tags/tag63.xml"/><Relationship Id="rId25" Type="http://schemas.openxmlformats.org/officeDocument/2006/relationships/tags" Target="../tags/tag62.xml"/><Relationship Id="rId24" Type="http://schemas.openxmlformats.org/officeDocument/2006/relationships/tags" Target="../tags/tag61.xml"/><Relationship Id="rId23" Type="http://schemas.openxmlformats.org/officeDocument/2006/relationships/tags" Target="../tags/tag60.xml"/><Relationship Id="rId22" Type="http://schemas.openxmlformats.org/officeDocument/2006/relationships/image" Target="../media/image35.svg"/><Relationship Id="rId21" Type="http://schemas.openxmlformats.org/officeDocument/2006/relationships/image" Target="../media/image34.png"/><Relationship Id="rId20" Type="http://schemas.openxmlformats.org/officeDocument/2006/relationships/tags" Target="../tags/tag59.xml"/><Relationship Id="rId2" Type="http://schemas.openxmlformats.org/officeDocument/2006/relationships/tags" Target="../tags/tag45.xml"/><Relationship Id="rId19" Type="http://schemas.openxmlformats.org/officeDocument/2006/relationships/tags" Target="../tags/tag58.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image" Target="../media/image33.svg"/><Relationship Id="rId11" Type="http://schemas.openxmlformats.org/officeDocument/2006/relationships/image" Target="../media/image32.png"/><Relationship Id="rId10" Type="http://schemas.openxmlformats.org/officeDocument/2006/relationships/tags" Target="../tags/tag51.xml"/><Relationship Id="rId1" Type="http://schemas.openxmlformats.org/officeDocument/2006/relationships/tags" Target="../tags/tag4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tags" Target="../tags/tag75.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8" Type="http://schemas.openxmlformats.org/officeDocument/2006/relationships/slideLayout" Target="../slideLayouts/slideLayout7.xml"/><Relationship Id="rId17" Type="http://schemas.openxmlformats.org/officeDocument/2006/relationships/tags" Target="../tags/tag84.xml"/><Relationship Id="rId16" Type="http://schemas.openxmlformats.org/officeDocument/2006/relationships/tags" Target="../tags/tag83.xml"/><Relationship Id="rId15" Type="http://schemas.openxmlformats.org/officeDocument/2006/relationships/tags" Target="../tags/tag82.xml"/><Relationship Id="rId14" Type="http://schemas.openxmlformats.org/officeDocument/2006/relationships/tags" Target="../tags/tag81.xml"/><Relationship Id="rId13" Type="http://schemas.openxmlformats.org/officeDocument/2006/relationships/tags" Target="../tags/tag80.xml"/><Relationship Id="rId12" Type="http://schemas.openxmlformats.org/officeDocument/2006/relationships/tags" Target="../tags/tag79.xml"/><Relationship Id="rId11" Type="http://schemas.openxmlformats.org/officeDocument/2006/relationships/tags" Target="../tags/tag78.xml"/><Relationship Id="rId10" Type="http://schemas.openxmlformats.org/officeDocument/2006/relationships/tags" Target="../tags/tag77.xml"/><Relationship Id="rId1" Type="http://schemas.openxmlformats.org/officeDocument/2006/relationships/tags" Target="../tags/tag6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jpeg"/></Relationships>
</file>

<file path=ppt/slides/_rels/slide20.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2" Type="http://schemas.openxmlformats.org/officeDocument/2006/relationships/slideLayout" Target="../slideLayouts/slideLayout7.xml"/><Relationship Id="rId51" Type="http://schemas.openxmlformats.org/officeDocument/2006/relationships/tags" Target="../tags/tag135.xml"/><Relationship Id="rId50" Type="http://schemas.openxmlformats.org/officeDocument/2006/relationships/tags" Target="../tags/tag134.xml"/><Relationship Id="rId5" Type="http://schemas.openxmlformats.org/officeDocument/2006/relationships/tags" Target="../tags/tag89.xml"/><Relationship Id="rId49" Type="http://schemas.openxmlformats.org/officeDocument/2006/relationships/tags" Target="../tags/tag133.xml"/><Relationship Id="rId48" Type="http://schemas.openxmlformats.org/officeDocument/2006/relationships/tags" Target="../tags/tag132.xml"/><Relationship Id="rId47" Type="http://schemas.openxmlformats.org/officeDocument/2006/relationships/tags" Target="../tags/tag131.xml"/><Relationship Id="rId46" Type="http://schemas.openxmlformats.org/officeDocument/2006/relationships/tags" Target="../tags/tag130.xml"/><Relationship Id="rId45" Type="http://schemas.openxmlformats.org/officeDocument/2006/relationships/tags" Target="../tags/tag129.xml"/><Relationship Id="rId44" Type="http://schemas.openxmlformats.org/officeDocument/2006/relationships/tags" Target="../tags/tag128.xml"/><Relationship Id="rId43" Type="http://schemas.openxmlformats.org/officeDocument/2006/relationships/tags" Target="../tags/tag127.xml"/><Relationship Id="rId42" Type="http://schemas.openxmlformats.org/officeDocument/2006/relationships/tags" Target="../tags/tag126.xml"/><Relationship Id="rId41" Type="http://schemas.openxmlformats.org/officeDocument/2006/relationships/tags" Target="../tags/tag125.xml"/><Relationship Id="rId40" Type="http://schemas.openxmlformats.org/officeDocument/2006/relationships/tags" Target="../tags/tag124.xml"/><Relationship Id="rId4" Type="http://schemas.openxmlformats.org/officeDocument/2006/relationships/tags" Target="../tags/tag88.xml"/><Relationship Id="rId39" Type="http://schemas.openxmlformats.org/officeDocument/2006/relationships/tags" Target="../tags/tag123.xml"/><Relationship Id="rId38" Type="http://schemas.openxmlformats.org/officeDocument/2006/relationships/tags" Target="../tags/tag122.xml"/><Relationship Id="rId37" Type="http://schemas.openxmlformats.org/officeDocument/2006/relationships/tags" Target="../tags/tag121.xml"/><Relationship Id="rId36" Type="http://schemas.openxmlformats.org/officeDocument/2006/relationships/tags" Target="../tags/tag120.xml"/><Relationship Id="rId35" Type="http://schemas.openxmlformats.org/officeDocument/2006/relationships/tags" Target="../tags/tag119.xml"/><Relationship Id="rId34" Type="http://schemas.openxmlformats.org/officeDocument/2006/relationships/tags" Target="../tags/tag118.xml"/><Relationship Id="rId33" Type="http://schemas.openxmlformats.org/officeDocument/2006/relationships/tags" Target="../tags/tag117.xml"/><Relationship Id="rId32" Type="http://schemas.openxmlformats.org/officeDocument/2006/relationships/tags" Target="../tags/tag116.xml"/><Relationship Id="rId31" Type="http://schemas.openxmlformats.org/officeDocument/2006/relationships/tags" Target="../tags/tag115.xml"/><Relationship Id="rId30" Type="http://schemas.openxmlformats.org/officeDocument/2006/relationships/tags" Target="../tags/tag114.xml"/><Relationship Id="rId3" Type="http://schemas.openxmlformats.org/officeDocument/2006/relationships/tags" Target="../tags/tag87.xml"/><Relationship Id="rId29" Type="http://schemas.openxmlformats.org/officeDocument/2006/relationships/tags" Target="../tags/tag113.xml"/><Relationship Id="rId28" Type="http://schemas.openxmlformats.org/officeDocument/2006/relationships/tags" Target="../tags/tag112.xml"/><Relationship Id="rId27" Type="http://schemas.openxmlformats.org/officeDocument/2006/relationships/tags" Target="../tags/tag111.xml"/><Relationship Id="rId26" Type="http://schemas.openxmlformats.org/officeDocument/2006/relationships/tags" Target="../tags/tag110.xml"/><Relationship Id="rId25" Type="http://schemas.openxmlformats.org/officeDocument/2006/relationships/tags" Target="../tags/tag109.xml"/><Relationship Id="rId24" Type="http://schemas.openxmlformats.org/officeDocument/2006/relationships/tags" Target="../tags/tag108.xml"/><Relationship Id="rId23" Type="http://schemas.openxmlformats.org/officeDocument/2006/relationships/tags" Target="../tags/tag107.xml"/><Relationship Id="rId22" Type="http://schemas.openxmlformats.org/officeDocument/2006/relationships/tags" Target="../tags/tag106.xml"/><Relationship Id="rId21" Type="http://schemas.openxmlformats.org/officeDocument/2006/relationships/tags" Target="../tags/tag105.xml"/><Relationship Id="rId20" Type="http://schemas.openxmlformats.org/officeDocument/2006/relationships/tags" Target="../tags/tag104.xml"/><Relationship Id="rId2" Type="http://schemas.openxmlformats.org/officeDocument/2006/relationships/tags" Target="../tags/tag86.xml"/><Relationship Id="rId19" Type="http://schemas.openxmlformats.org/officeDocument/2006/relationships/tags" Target="../tags/tag103.xml"/><Relationship Id="rId18" Type="http://schemas.openxmlformats.org/officeDocument/2006/relationships/tags" Target="../tags/tag102.xml"/><Relationship Id="rId17" Type="http://schemas.openxmlformats.org/officeDocument/2006/relationships/tags" Target="../tags/tag101.xml"/><Relationship Id="rId16" Type="http://schemas.openxmlformats.org/officeDocument/2006/relationships/tags" Target="../tags/tag100.xml"/><Relationship Id="rId15" Type="http://schemas.openxmlformats.org/officeDocument/2006/relationships/tags" Target="../tags/tag99.xml"/><Relationship Id="rId14" Type="http://schemas.openxmlformats.org/officeDocument/2006/relationships/tags" Target="../tags/tag98.xml"/><Relationship Id="rId13" Type="http://schemas.openxmlformats.org/officeDocument/2006/relationships/tags" Target="../tags/tag97.xml"/><Relationship Id="rId12" Type="http://schemas.openxmlformats.org/officeDocument/2006/relationships/tags" Target="../tags/tag96.xml"/><Relationship Id="rId11" Type="http://schemas.openxmlformats.org/officeDocument/2006/relationships/tags" Target="../tags/tag95.xml"/><Relationship Id="rId10" Type="http://schemas.openxmlformats.org/officeDocument/2006/relationships/tags" Target="../tags/tag94.xml"/><Relationship Id="rId1" Type="http://schemas.openxmlformats.org/officeDocument/2006/relationships/tags" Target="../tags/tag85.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s>
</file>

<file path=ppt/slides/_rels/slide23.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tags" Target="../tags/tag143.xml"/><Relationship Id="rId7" Type="http://schemas.openxmlformats.org/officeDocument/2006/relationships/tags" Target="../tags/tag142.xml"/><Relationship Id="rId6" Type="http://schemas.openxmlformats.org/officeDocument/2006/relationships/tags" Target="../tags/tag141.xml"/><Relationship Id="rId54" Type="http://schemas.openxmlformats.org/officeDocument/2006/relationships/vmlDrawing" Target="../drawings/vmlDrawing1.vml"/><Relationship Id="rId53" Type="http://schemas.openxmlformats.org/officeDocument/2006/relationships/slideLayout" Target="../slideLayouts/slideLayout7.xml"/><Relationship Id="rId52" Type="http://schemas.openxmlformats.org/officeDocument/2006/relationships/image" Target="../media/image43.wmf"/><Relationship Id="rId51" Type="http://schemas.openxmlformats.org/officeDocument/2006/relationships/package" Target="../embeddings/Document1.docx"/><Relationship Id="rId50" Type="http://schemas.openxmlformats.org/officeDocument/2006/relationships/tags" Target="../tags/tag185.xml"/><Relationship Id="rId5" Type="http://schemas.openxmlformats.org/officeDocument/2006/relationships/tags" Target="../tags/tag140.xml"/><Relationship Id="rId49" Type="http://schemas.openxmlformats.org/officeDocument/2006/relationships/tags" Target="../tags/tag184.xml"/><Relationship Id="rId48" Type="http://schemas.openxmlformats.org/officeDocument/2006/relationships/tags" Target="../tags/tag183.xml"/><Relationship Id="rId47" Type="http://schemas.openxmlformats.org/officeDocument/2006/relationships/tags" Target="../tags/tag182.xml"/><Relationship Id="rId46" Type="http://schemas.openxmlformats.org/officeDocument/2006/relationships/tags" Target="../tags/tag181.xml"/><Relationship Id="rId45" Type="http://schemas.openxmlformats.org/officeDocument/2006/relationships/tags" Target="../tags/tag180.xml"/><Relationship Id="rId44" Type="http://schemas.openxmlformats.org/officeDocument/2006/relationships/tags" Target="../tags/tag179.xml"/><Relationship Id="rId43" Type="http://schemas.openxmlformats.org/officeDocument/2006/relationships/tags" Target="../tags/tag178.xml"/><Relationship Id="rId42" Type="http://schemas.openxmlformats.org/officeDocument/2006/relationships/tags" Target="../tags/tag177.xml"/><Relationship Id="rId41" Type="http://schemas.openxmlformats.org/officeDocument/2006/relationships/tags" Target="../tags/tag176.xml"/><Relationship Id="rId40" Type="http://schemas.openxmlformats.org/officeDocument/2006/relationships/tags" Target="../tags/tag175.xml"/><Relationship Id="rId4" Type="http://schemas.openxmlformats.org/officeDocument/2006/relationships/tags" Target="../tags/tag139.xml"/><Relationship Id="rId39" Type="http://schemas.openxmlformats.org/officeDocument/2006/relationships/tags" Target="../tags/tag174.xml"/><Relationship Id="rId38" Type="http://schemas.openxmlformats.org/officeDocument/2006/relationships/tags" Target="../tags/tag173.xml"/><Relationship Id="rId37" Type="http://schemas.openxmlformats.org/officeDocument/2006/relationships/tags" Target="../tags/tag172.xml"/><Relationship Id="rId36" Type="http://schemas.openxmlformats.org/officeDocument/2006/relationships/tags" Target="../tags/tag171.xml"/><Relationship Id="rId35" Type="http://schemas.openxmlformats.org/officeDocument/2006/relationships/tags" Target="../tags/tag170.xml"/><Relationship Id="rId34" Type="http://schemas.openxmlformats.org/officeDocument/2006/relationships/tags" Target="../tags/tag169.xml"/><Relationship Id="rId33" Type="http://schemas.openxmlformats.org/officeDocument/2006/relationships/tags" Target="../tags/tag168.xml"/><Relationship Id="rId32" Type="http://schemas.openxmlformats.org/officeDocument/2006/relationships/tags" Target="../tags/tag167.xml"/><Relationship Id="rId31" Type="http://schemas.openxmlformats.org/officeDocument/2006/relationships/tags" Target="../tags/tag166.xml"/><Relationship Id="rId30" Type="http://schemas.openxmlformats.org/officeDocument/2006/relationships/tags" Target="../tags/tag165.xml"/><Relationship Id="rId3" Type="http://schemas.openxmlformats.org/officeDocument/2006/relationships/tags" Target="../tags/tag138.xml"/><Relationship Id="rId29" Type="http://schemas.openxmlformats.org/officeDocument/2006/relationships/tags" Target="../tags/tag164.xml"/><Relationship Id="rId28" Type="http://schemas.openxmlformats.org/officeDocument/2006/relationships/tags" Target="../tags/tag163.xml"/><Relationship Id="rId27" Type="http://schemas.openxmlformats.org/officeDocument/2006/relationships/tags" Target="../tags/tag162.xml"/><Relationship Id="rId26" Type="http://schemas.openxmlformats.org/officeDocument/2006/relationships/tags" Target="../tags/tag161.xml"/><Relationship Id="rId25" Type="http://schemas.openxmlformats.org/officeDocument/2006/relationships/tags" Target="../tags/tag160.xml"/><Relationship Id="rId24" Type="http://schemas.openxmlformats.org/officeDocument/2006/relationships/tags" Target="../tags/tag159.xml"/><Relationship Id="rId23" Type="http://schemas.openxmlformats.org/officeDocument/2006/relationships/tags" Target="../tags/tag158.xml"/><Relationship Id="rId22" Type="http://schemas.openxmlformats.org/officeDocument/2006/relationships/tags" Target="../tags/tag157.xml"/><Relationship Id="rId21" Type="http://schemas.openxmlformats.org/officeDocument/2006/relationships/tags" Target="../tags/tag156.xml"/><Relationship Id="rId20" Type="http://schemas.openxmlformats.org/officeDocument/2006/relationships/tags" Target="../tags/tag155.xml"/><Relationship Id="rId2" Type="http://schemas.openxmlformats.org/officeDocument/2006/relationships/tags" Target="../tags/tag137.xml"/><Relationship Id="rId19" Type="http://schemas.openxmlformats.org/officeDocument/2006/relationships/tags" Target="../tags/tag154.xml"/><Relationship Id="rId18" Type="http://schemas.openxmlformats.org/officeDocument/2006/relationships/tags" Target="../tags/tag153.xml"/><Relationship Id="rId17" Type="http://schemas.openxmlformats.org/officeDocument/2006/relationships/tags" Target="../tags/tag152.xml"/><Relationship Id="rId16" Type="http://schemas.openxmlformats.org/officeDocument/2006/relationships/tags" Target="../tags/tag151.xml"/><Relationship Id="rId15" Type="http://schemas.openxmlformats.org/officeDocument/2006/relationships/tags" Target="../tags/tag150.xml"/><Relationship Id="rId14" Type="http://schemas.openxmlformats.org/officeDocument/2006/relationships/tags" Target="../tags/tag149.xml"/><Relationship Id="rId13" Type="http://schemas.openxmlformats.org/officeDocument/2006/relationships/tags" Target="../tags/tag148.xml"/><Relationship Id="rId12" Type="http://schemas.openxmlformats.org/officeDocument/2006/relationships/tags" Target="../tags/tag147.xml"/><Relationship Id="rId11" Type="http://schemas.openxmlformats.org/officeDocument/2006/relationships/tags" Target="../tags/tag146.xml"/><Relationship Id="rId10" Type="http://schemas.openxmlformats.org/officeDocument/2006/relationships/tags" Target="../tags/tag145.xml"/><Relationship Id="rId1" Type="http://schemas.openxmlformats.org/officeDocument/2006/relationships/tags" Target="../tags/tag136.xml"/></Relationships>
</file>

<file path=ppt/slides/_rels/slide24.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 Type="http://schemas.openxmlformats.org/officeDocument/2006/relationships/tags" Target="../tags/tag191.xml"/><Relationship Id="rId54" Type="http://schemas.openxmlformats.org/officeDocument/2006/relationships/vmlDrawing" Target="../drawings/vmlDrawing2.vml"/><Relationship Id="rId53" Type="http://schemas.openxmlformats.org/officeDocument/2006/relationships/slideLayout" Target="../slideLayouts/slideLayout7.xml"/><Relationship Id="rId52" Type="http://schemas.openxmlformats.org/officeDocument/2006/relationships/image" Target="../media/image44.wmf"/><Relationship Id="rId51" Type="http://schemas.openxmlformats.org/officeDocument/2006/relationships/package" Target="../embeddings/Document2.docx"/><Relationship Id="rId50" Type="http://schemas.openxmlformats.org/officeDocument/2006/relationships/tags" Target="../tags/tag235.xml"/><Relationship Id="rId5" Type="http://schemas.openxmlformats.org/officeDocument/2006/relationships/tags" Target="../tags/tag190.xml"/><Relationship Id="rId49" Type="http://schemas.openxmlformats.org/officeDocument/2006/relationships/tags" Target="../tags/tag234.xml"/><Relationship Id="rId48" Type="http://schemas.openxmlformats.org/officeDocument/2006/relationships/tags" Target="../tags/tag233.xml"/><Relationship Id="rId47" Type="http://schemas.openxmlformats.org/officeDocument/2006/relationships/tags" Target="../tags/tag232.xml"/><Relationship Id="rId46" Type="http://schemas.openxmlformats.org/officeDocument/2006/relationships/tags" Target="../tags/tag231.xml"/><Relationship Id="rId45" Type="http://schemas.openxmlformats.org/officeDocument/2006/relationships/tags" Target="../tags/tag230.xml"/><Relationship Id="rId44" Type="http://schemas.openxmlformats.org/officeDocument/2006/relationships/tags" Target="../tags/tag229.xml"/><Relationship Id="rId43" Type="http://schemas.openxmlformats.org/officeDocument/2006/relationships/tags" Target="../tags/tag228.xml"/><Relationship Id="rId42" Type="http://schemas.openxmlformats.org/officeDocument/2006/relationships/tags" Target="../tags/tag227.xml"/><Relationship Id="rId41" Type="http://schemas.openxmlformats.org/officeDocument/2006/relationships/tags" Target="../tags/tag226.xml"/><Relationship Id="rId40" Type="http://schemas.openxmlformats.org/officeDocument/2006/relationships/tags" Target="../tags/tag225.xml"/><Relationship Id="rId4" Type="http://schemas.openxmlformats.org/officeDocument/2006/relationships/tags" Target="../tags/tag189.xml"/><Relationship Id="rId39" Type="http://schemas.openxmlformats.org/officeDocument/2006/relationships/tags" Target="../tags/tag224.xml"/><Relationship Id="rId38" Type="http://schemas.openxmlformats.org/officeDocument/2006/relationships/tags" Target="../tags/tag223.xml"/><Relationship Id="rId37" Type="http://schemas.openxmlformats.org/officeDocument/2006/relationships/tags" Target="../tags/tag222.xml"/><Relationship Id="rId36" Type="http://schemas.openxmlformats.org/officeDocument/2006/relationships/tags" Target="../tags/tag221.xml"/><Relationship Id="rId35" Type="http://schemas.openxmlformats.org/officeDocument/2006/relationships/tags" Target="../tags/tag220.xml"/><Relationship Id="rId34" Type="http://schemas.openxmlformats.org/officeDocument/2006/relationships/tags" Target="../tags/tag219.xml"/><Relationship Id="rId33" Type="http://schemas.openxmlformats.org/officeDocument/2006/relationships/tags" Target="../tags/tag218.xml"/><Relationship Id="rId32" Type="http://schemas.openxmlformats.org/officeDocument/2006/relationships/tags" Target="../tags/tag217.xml"/><Relationship Id="rId31" Type="http://schemas.openxmlformats.org/officeDocument/2006/relationships/tags" Target="../tags/tag216.xml"/><Relationship Id="rId30" Type="http://schemas.openxmlformats.org/officeDocument/2006/relationships/tags" Target="../tags/tag215.xml"/><Relationship Id="rId3" Type="http://schemas.openxmlformats.org/officeDocument/2006/relationships/tags" Target="../tags/tag188.xml"/><Relationship Id="rId29" Type="http://schemas.openxmlformats.org/officeDocument/2006/relationships/tags" Target="../tags/tag214.xml"/><Relationship Id="rId28" Type="http://schemas.openxmlformats.org/officeDocument/2006/relationships/tags" Target="../tags/tag213.xml"/><Relationship Id="rId27" Type="http://schemas.openxmlformats.org/officeDocument/2006/relationships/tags" Target="../tags/tag212.xml"/><Relationship Id="rId26" Type="http://schemas.openxmlformats.org/officeDocument/2006/relationships/tags" Target="../tags/tag211.xml"/><Relationship Id="rId25" Type="http://schemas.openxmlformats.org/officeDocument/2006/relationships/tags" Target="../tags/tag210.xml"/><Relationship Id="rId24" Type="http://schemas.openxmlformats.org/officeDocument/2006/relationships/tags" Target="../tags/tag209.xml"/><Relationship Id="rId23" Type="http://schemas.openxmlformats.org/officeDocument/2006/relationships/tags" Target="../tags/tag208.xml"/><Relationship Id="rId22" Type="http://schemas.openxmlformats.org/officeDocument/2006/relationships/tags" Target="../tags/tag207.xml"/><Relationship Id="rId21" Type="http://schemas.openxmlformats.org/officeDocument/2006/relationships/tags" Target="../tags/tag206.xml"/><Relationship Id="rId20" Type="http://schemas.openxmlformats.org/officeDocument/2006/relationships/tags" Target="../tags/tag205.xml"/><Relationship Id="rId2" Type="http://schemas.openxmlformats.org/officeDocument/2006/relationships/tags" Target="../tags/tag187.xml"/><Relationship Id="rId19" Type="http://schemas.openxmlformats.org/officeDocument/2006/relationships/tags" Target="../tags/tag204.xml"/><Relationship Id="rId18" Type="http://schemas.openxmlformats.org/officeDocument/2006/relationships/tags" Target="../tags/tag203.xml"/><Relationship Id="rId17" Type="http://schemas.openxmlformats.org/officeDocument/2006/relationships/tags" Target="../tags/tag202.xml"/><Relationship Id="rId16" Type="http://schemas.openxmlformats.org/officeDocument/2006/relationships/tags" Target="../tags/tag201.xml"/><Relationship Id="rId15" Type="http://schemas.openxmlformats.org/officeDocument/2006/relationships/tags" Target="../tags/tag200.xml"/><Relationship Id="rId14" Type="http://schemas.openxmlformats.org/officeDocument/2006/relationships/tags" Target="../tags/tag199.xml"/><Relationship Id="rId13" Type="http://schemas.openxmlformats.org/officeDocument/2006/relationships/tags" Target="../tags/tag198.xml"/><Relationship Id="rId12" Type="http://schemas.openxmlformats.org/officeDocument/2006/relationships/tags" Target="../tags/tag197.xml"/><Relationship Id="rId11" Type="http://schemas.openxmlformats.org/officeDocument/2006/relationships/tags" Target="../tags/tag196.xml"/><Relationship Id="rId10" Type="http://schemas.openxmlformats.org/officeDocument/2006/relationships/tags" Target="../tags/tag195.xml"/><Relationship Id="rId1" Type="http://schemas.openxmlformats.org/officeDocument/2006/relationships/tags" Target="../tags/tag186.xml"/></Relationships>
</file>

<file path=ppt/slides/_rels/slide25.xml.rels><?xml version="1.0" encoding="UTF-8" standalone="yes"?>
<Relationships xmlns="http://schemas.openxmlformats.org/package/2006/relationships"><Relationship Id="rId9" Type="http://schemas.openxmlformats.org/officeDocument/2006/relationships/tags" Target="../tags/tag244.xml"/><Relationship Id="rId8" Type="http://schemas.openxmlformats.org/officeDocument/2006/relationships/tags" Target="../tags/tag243.xml"/><Relationship Id="rId7" Type="http://schemas.openxmlformats.org/officeDocument/2006/relationships/tags" Target="../tags/tag242.xml"/><Relationship Id="rId6" Type="http://schemas.openxmlformats.org/officeDocument/2006/relationships/tags" Target="../tags/tag241.xml"/><Relationship Id="rId54" Type="http://schemas.openxmlformats.org/officeDocument/2006/relationships/vmlDrawing" Target="../drawings/vmlDrawing3.vml"/><Relationship Id="rId53" Type="http://schemas.openxmlformats.org/officeDocument/2006/relationships/slideLayout" Target="../slideLayouts/slideLayout7.xml"/><Relationship Id="rId52" Type="http://schemas.openxmlformats.org/officeDocument/2006/relationships/image" Target="../media/image45.wmf"/><Relationship Id="rId51" Type="http://schemas.openxmlformats.org/officeDocument/2006/relationships/package" Target="../embeddings/Document3.docx"/><Relationship Id="rId50" Type="http://schemas.openxmlformats.org/officeDocument/2006/relationships/tags" Target="../tags/tag285.xml"/><Relationship Id="rId5" Type="http://schemas.openxmlformats.org/officeDocument/2006/relationships/tags" Target="../tags/tag240.xml"/><Relationship Id="rId49" Type="http://schemas.openxmlformats.org/officeDocument/2006/relationships/tags" Target="../tags/tag284.xml"/><Relationship Id="rId48" Type="http://schemas.openxmlformats.org/officeDocument/2006/relationships/tags" Target="../tags/tag283.xml"/><Relationship Id="rId47" Type="http://schemas.openxmlformats.org/officeDocument/2006/relationships/tags" Target="../tags/tag282.xml"/><Relationship Id="rId46" Type="http://schemas.openxmlformats.org/officeDocument/2006/relationships/tags" Target="../tags/tag281.xml"/><Relationship Id="rId45" Type="http://schemas.openxmlformats.org/officeDocument/2006/relationships/tags" Target="../tags/tag280.xml"/><Relationship Id="rId44" Type="http://schemas.openxmlformats.org/officeDocument/2006/relationships/tags" Target="../tags/tag279.xml"/><Relationship Id="rId43" Type="http://schemas.openxmlformats.org/officeDocument/2006/relationships/tags" Target="../tags/tag278.xml"/><Relationship Id="rId42" Type="http://schemas.openxmlformats.org/officeDocument/2006/relationships/tags" Target="../tags/tag277.xml"/><Relationship Id="rId41" Type="http://schemas.openxmlformats.org/officeDocument/2006/relationships/tags" Target="../tags/tag276.xml"/><Relationship Id="rId40" Type="http://schemas.openxmlformats.org/officeDocument/2006/relationships/tags" Target="../tags/tag275.xml"/><Relationship Id="rId4" Type="http://schemas.openxmlformats.org/officeDocument/2006/relationships/tags" Target="../tags/tag239.xml"/><Relationship Id="rId39" Type="http://schemas.openxmlformats.org/officeDocument/2006/relationships/tags" Target="../tags/tag274.xml"/><Relationship Id="rId38" Type="http://schemas.openxmlformats.org/officeDocument/2006/relationships/tags" Target="../tags/tag273.xml"/><Relationship Id="rId37" Type="http://schemas.openxmlformats.org/officeDocument/2006/relationships/tags" Target="../tags/tag272.xml"/><Relationship Id="rId36" Type="http://schemas.openxmlformats.org/officeDocument/2006/relationships/tags" Target="../tags/tag271.xml"/><Relationship Id="rId35" Type="http://schemas.openxmlformats.org/officeDocument/2006/relationships/tags" Target="../tags/tag270.xml"/><Relationship Id="rId34" Type="http://schemas.openxmlformats.org/officeDocument/2006/relationships/tags" Target="../tags/tag269.xml"/><Relationship Id="rId33" Type="http://schemas.openxmlformats.org/officeDocument/2006/relationships/tags" Target="../tags/tag268.xml"/><Relationship Id="rId32" Type="http://schemas.openxmlformats.org/officeDocument/2006/relationships/tags" Target="../tags/tag267.xml"/><Relationship Id="rId31" Type="http://schemas.openxmlformats.org/officeDocument/2006/relationships/tags" Target="../tags/tag266.xml"/><Relationship Id="rId30" Type="http://schemas.openxmlformats.org/officeDocument/2006/relationships/tags" Target="../tags/tag265.xml"/><Relationship Id="rId3" Type="http://schemas.openxmlformats.org/officeDocument/2006/relationships/tags" Target="../tags/tag238.xml"/><Relationship Id="rId29" Type="http://schemas.openxmlformats.org/officeDocument/2006/relationships/tags" Target="../tags/tag264.xml"/><Relationship Id="rId28" Type="http://schemas.openxmlformats.org/officeDocument/2006/relationships/tags" Target="../tags/tag263.xml"/><Relationship Id="rId27" Type="http://schemas.openxmlformats.org/officeDocument/2006/relationships/tags" Target="../tags/tag262.xml"/><Relationship Id="rId26" Type="http://schemas.openxmlformats.org/officeDocument/2006/relationships/tags" Target="../tags/tag261.xml"/><Relationship Id="rId25" Type="http://schemas.openxmlformats.org/officeDocument/2006/relationships/tags" Target="../tags/tag260.xml"/><Relationship Id="rId24" Type="http://schemas.openxmlformats.org/officeDocument/2006/relationships/tags" Target="../tags/tag259.xml"/><Relationship Id="rId23" Type="http://schemas.openxmlformats.org/officeDocument/2006/relationships/tags" Target="../tags/tag258.xml"/><Relationship Id="rId22" Type="http://schemas.openxmlformats.org/officeDocument/2006/relationships/tags" Target="../tags/tag257.xml"/><Relationship Id="rId21" Type="http://schemas.openxmlformats.org/officeDocument/2006/relationships/tags" Target="../tags/tag256.xml"/><Relationship Id="rId20" Type="http://schemas.openxmlformats.org/officeDocument/2006/relationships/tags" Target="../tags/tag255.xml"/><Relationship Id="rId2" Type="http://schemas.openxmlformats.org/officeDocument/2006/relationships/tags" Target="../tags/tag237.xml"/><Relationship Id="rId19" Type="http://schemas.openxmlformats.org/officeDocument/2006/relationships/tags" Target="../tags/tag254.xml"/><Relationship Id="rId18" Type="http://schemas.openxmlformats.org/officeDocument/2006/relationships/tags" Target="../tags/tag253.xml"/><Relationship Id="rId17" Type="http://schemas.openxmlformats.org/officeDocument/2006/relationships/tags" Target="../tags/tag252.xml"/><Relationship Id="rId16" Type="http://schemas.openxmlformats.org/officeDocument/2006/relationships/tags" Target="../tags/tag251.xml"/><Relationship Id="rId15" Type="http://schemas.openxmlformats.org/officeDocument/2006/relationships/tags" Target="../tags/tag250.xml"/><Relationship Id="rId14" Type="http://schemas.openxmlformats.org/officeDocument/2006/relationships/tags" Target="../tags/tag249.xml"/><Relationship Id="rId13" Type="http://schemas.openxmlformats.org/officeDocument/2006/relationships/tags" Target="../tags/tag248.xml"/><Relationship Id="rId12" Type="http://schemas.openxmlformats.org/officeDocument/2006/relationships/tags" Target="../tags/tag247.xml"/><Relationship Id="rId11" Type="http://schemas.openxmlformats.org/officeDocument/2006/relationships/tags" Target="../tags/tag246.xml"/><Relationship Id="rId10" Type="http://schemas.openxmlformats.org/officeDocument/2006/relationships/tags" Target="../tags/tag245.xml"/><Relationship Id="rId1" Type="http://schemas.openxmlformats.org/officeDocument/2006/relationships/tags" Target="../tags/tag236.xml"/></Relationships>
</file>

<file path=ppt/slides/_rels/slide26.xml.rels><?xml version="1.0" encoding="UTF-8" standalone="yes"?>
<Relationships xmlns="http://schemas.openxmlformats.org/package/2006/relationships"><Relationship Id="rId9" Type="http://schemas.openxmlformats.org/officeDocument/2006/relationships/tags" Target="../tags/tag294.xml"/><Relationship Id="rId8" Type="http://schemas.openxmlformats.org/officeDocument/2006/relationships/tags" Target="../tags/tag293.xml"/><Relationship Id="rId7" Type="http://schemas.openxmlformats.org/officeDocument/2006/relationships/tags" Target="../tags/tag292.xml"/><Relationship Id="rId6" Type="http://schemas.openxmlformats.org/officeDocument/2006/relationships/tags" Target="../tags/tag291.xml"/><Relationship Id="rId5" Type="http://schemas.openxmlformats.org/officeDocument/2006/relationships/tags" Target="../tags/tag290.xml"/><Relationship Id="rId4" Type="http://schemas.openxmlformats.org/officeDocument/2006/relationships/tags" Target="../tags/tag289.xml"/><Relationship Id="rId3" Type="http://schemas.openxmlformats.org/officeDocument/2006/relationships/tags" Target="../tags/tag288.xml"/><Relationship Id="rId24" Type="http://schemas.openxmlformats.org/officeDocument/2006/relationships/slideLayout" Target="../slideLayouts/slideLayout7.xml"/><Relationship Id="rId23" Type="http://schemas.openxmlformats.org/officeDocument/2006/relationships/image" Target="../media/image48.svg"/><Relationship Id="rId22" Type="http://schemas.openxmlformats.org/officeDocument/2006/relationships/image" Target="../media/image47.png"/><Relationship Id="rId21" Type="http://schemas.openxmlformats.org/officeDocument/2006/relationships/tags" Target="../tags/tag305.xml"/><Relationship Id="rId20" Type="http://schemas.openxmlformats.org/officeDocument/2006/relationships/image" Target="../media/image46.jpeg"/><Relationship Id="rId2" Type="http://schemas.openxmlformats.org/officeDocument/2006/relationships/tags" Target="../tags/tag287.xml"/><Relationship Id="rId19" Type="http://schemas.openxmlformats.org/officeDocument/2006/relationships/tags" Target="../tags/tag304.xml"/><Relationship Id="rId18" Type="http://schemas.openxmlformats.org/officeDocument/2006/relationships/tags" Target="../tags/tag303.xml"/><Relationship Id="rId17" Type="http://schemas.openxmlformats.org/officeDocument/2006/relationships/tags" Target="../tags/tag302.xml"/><Relationship Id="rId16" Type="http://schemas.openxmlformats.org/officeDocument/2006/relationships/tags" Target="../tags/tag301.xml"/><Relationship Id="rId15" Type="http://schemas.openxmlformats.org/officeDocument/2006/relationships/tags" Target="../tags/tag300.xml"/><Relationship Id="rId14" Type="http://schemas.openxmlformats.org/officeDocument/2006/relationships/tags" Target="../tags/tag299.xml"/><Relationship Id="rId13" Type="http://schemas.openxmlformats.org/officeDocument/2006/relationships/tags" Target="../tags/tag298.xml"/><Relationship Id="rId12" Type="http://schemas.openxmlformats.org/officeDocument/2006/relationships/tags" Target="../tags/tag297.xml"/><Relationship Id="rId11" Type="http://schemas.openxmlformats.org/officeDocument/2006/relationships/tags" Target="../tags/tag296.xml"/><Relationship Id="rId10" Type="http://schemas.openxmlformats.org/officeDocument/2006/relationships/tags" Target="../tags/tag295.xml"/><Relationship Id="rId1" Type="http://schemas.openxmlformats.org/officeDocument/2006/relationships/tags" Target="../tags/tag286.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308.xml"/><Relationship Id="rId2" Type="http://schemas.openxmlformats.org/officeDocument/2006/relationships/tags" Target="../tags/tag307.xml"/><Relationship Id="rId1" Type="http://schemas.openxmlformats.org/officeDocument/2006/relationships/tags" Target="../tags/tag306.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312.xml"/><Relationship Id="rId4" Type="http://schemas.openxmlformats.org/officeDocument/2006/relationships/tags" Target="../tags/tag311.xml"/><Relationship Id="rId3" Type="http://schemas.openxmlformats.org/officeDocument/2006/relationships/tags" Target="../tags/tag310.xml"/><Relationship Id="rId2" Type="http://schemas.openxmlformats.org/officeDocument/2006/relationships/tags" Target="../tags/tag309.xml"/><Relationship Id="rId1" Type="http://schemas.openxmlformats.org/officeDocument/2006/relationships/image" Target="../media/image36.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4384111"/>
            <a:ext cx="10474098" cy="2473890"/>
            <a:chOff x="5813" y="5507421"/>
            <a:chExt cx="7708780" cy="1350579"/>
          </a:xfrm>
        </p:grpSpPr>
        <p:sp>
          <p:nvSpPr>
            <p:cNvPr id="3" name="等腰三角形 2"/>
            <p:cNvSpPr/>
            <p:nvPr/>
          </p:nvSpPr>
          <p:spPr>
            <a:xfrm>
              <a:off x="5813" y="5507421"/>
              <a:ext cx="7708780" cy="1350579"/>
            </a:xfrm>
            <a:prstGeom prst="triangle">
              <a:avLst>
                <a:gd name="adj" fmla="val 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4" name="等腰三角形 3"/>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15" name="组合 14"/>
          <p:cNvGrpSpPr/>
          <p:nvPr/>
        </p:nvGrpSpPr>
        <p:grpSpPr>
          <a:xfrm>
            <a:off x="1717902" y="-14340"/>
            <a:ext cx="10474098" cy="2473890"/>
            <a:chOff x="1717902" y="-14340"/>
            <a:chExt cx="10474098" cy="2473890"/>
          </a:xfrm>
        </p:grpSpPr>
        <p:sp>
          <p:nvSpPr>
            <p:cNvPr id="12" name="任意多边形: 形状 11"/>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4" name="任意多边形: 形状 13"/>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13" name="组合 12"/>
          <p:cNvGrpSpPr/>
          <p:nvPr/>
        </p:nvGrpSpPr>
        <p:grpSpPr>
          <a:xfrm>
            <a:off x="0" y="595258"/>
            <a:ext cx="321733" cy="810207"/>
            <a:chOff x="-79079" y="0"/>
            <a:chExt cx="530352" cy="1060704"/>
          </a:xfrm>
        </p:grpSpPr>
        <p:sp>
          <p:nvSpPr>
            <p:cNvPr id="16" name="任意多边形: 形状 15"/>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9" name="任意多边形: 形状 18"/>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20" name="文本框 19"/>
          <p:cNvSpPr txBox="1"/>
          <p:nvPr/>
        </p:nvSpPr>
        <p:spPr>
          <a:xfrm>
            <a:off x="321733" y="738751"/>
            <a:ext cx="1557868" cy="523220"/>
          </a:xfrm>
          <a:prstGeom prst="rect">
            <a:avLst/>
          </a:prstGeom>
          <a:noFill/>
        </p:spPr>
        <p:txBody>
          <a:bodyPr wrap="square" rtlCol="0">
            <a:spAutoFit/>
          </a:bodyPr>
          <a:lstStyle/>
          <a:p>
            <a:pPr algn="dist"/>
            <a:r>
              <a:rPr lang="en-US" altLang="zh-CN" sz="2800" dirty="0">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LOGO</a:t>
            </a:r>
            <a:endParaRPr lang="en-US" altLang="zh-CN" sz="2800" dirty="0">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8" name="文本框 7"/>
          <p:cNvSpPr txBox="1"/>
          <p:nvPr/>
        </p:nvSpPr>
        <p:spPr>
          <a:xfrm>
            <a:off x="2272885" y="2107796"/>
            <a:ext cx="7646231" cy="706755"/>
          </a:xfrm>
          <a:prstGeom prst="rect">
            <a:avLst/>
          </a:prstGeom>
          <a:noFill/>
        </p:spPr>
        <p:txBody>
          <a:bodyPr wrap="square" rtlCol="0">
            <a:spAutoFit/>
          </a:bodyPr>
          <a:lstStyle/>
          <a:p>
            <a:pPr algn="dist"/>
            <a:r>
              <a:rPr lang="zh-CN" altLang="en-US" sz="4000" b="1">
                <a:gradFill>
                  <a:gsLst>
                    <a:gs pos="37000">
                      <a:schemeClr val="tx2">
                        <a:lumMod val="75000"/>
                      </a:schemeClr>
                    </a:gs>
                    <a:gs pos="97000">
                      <a:srgbClr val="D0DCEA"/>
                    </a:gs>
                  </a:gsLst>
                  <a:lin ang="2700000" scaled="0"/>
                </a:gradFill>
                <a:effectLst>
                  <a:outerShdw blurRad="50800" dist="38100" algn="l" rotWithShape="0">
                    <a:prstClr val="black">
                      <a:alpha val="40000"/>
                    </a:prstClr>
                  </a:outerShdw>
                </a:effectLst>
                <a:cs typeface="+mn-lt"/>
                <a:sym typeface="+mn-ea"/>
              </a:rPr>
              <a:t>如何精准识别人才的实践方法论</a:t>
            </a:r>
            <a:endParaRPr lang="zh-CN" altLang="en-US" sz="4000" dirty="0">
              <a:solidFill>
                <a:srgbClr val="E0836A"/>
              </a:solidFill>
              <a:latin typeface="汉仪君黑-45简" panose="020B0604020202020204" charset="-122"/>
              <a:ea typeface="汉仪君黑-45简" panose="020B0604020202020204" charset="-122"/>
              <a:sym typeface="汉仪君黑-45简" panose="020B0604020202020204" charset="-122"/>
            </a:endParaRPr>
          </a:p>
        </p:txBody>
      </p:sp>
      <p:sp>
        <p:nvSpPr>
          <p:cNvPr id="17" name="矩形 16"/>
          <p:cNvSpPr/>
          <p:nvPr/>
        </p:nvSpPr>
        <p:spPr>
          <a:xfrm>
            <a:off x="2502494" y="3041101"/>
            <a:ext cx="7187012" cy="70205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altLang="zh-CN"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The user can demonstrate on a projector or computer</a:t>
            </a:r>
            <a:r>
              <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a:t>
            </a:r>
            <a:r>
              <a:rPr lang="en-US" altLang="zh-CN"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or print the presentation and make it into a in a wider field.</a:t>
            </a:r>
            <a:endParaRPr lang="en-US" altLang="zh-CN"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endParaRPr>
          </a:p>
        </p:txBody>
      </p:sp>
      <p:sp>
        <p:nvSpPr>
          <p:cNvPr id="22" name="矩形: 圆角 21"/>
          <p:cNvSpPr/>
          <p:nvPr/>
        </p:nvSpPr>
        <p:spPr>
          <a:xfrm>
            <a:off x="3459265" y="4237843"/>
            <a:ext cx="2218267" cy="512360"/>
          </a:xfrm>
          <a:prstGeom prst="roundRect">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汉仪君黑-45简" panose="020B0604020202020204" charset="-122"/>
                <a:ea typeface="汉仪君黑-45简" panose="020B0604020202020204" charset="-122"/>
                <a:cs typeface="+mn-ea"/>
                <a:sym typeface="+mn-lt"/>
              </a:rPr>
              <a:t>分享人：</a:t>
            </a:r>
            <a:r>
              <a:rPr lang="en-US" altLang="zh-CN" sz="2000" dirty="0">
                <a:latin typeface="汉仪君黑-45简" panose="020B0604020202020204" charset="-122"/>
                <a:ea typeface="汉仪君黑-45简" panose="020B0604020202020204" charset="-122"/>
                <a:cs typeface="+mn-ea"/>
                <a:sym typeface="+mn-lt"/>
              </a:rPr>
              <a:t>Beth</a:t>
            </a:r>
            <a:endParaRPr lang="en-US" altLang="zh-CN" sz="2000" dirty="0">
              <a:latin typeface="汉仪君黑-45简" panose="020B0604020202020204" charset="-122"/>
              <a:ea typeface="汉仪君黑-45简" panose="020B0604020202020204" charset="-122"/>
              <a:cs typeface="+mn-ea"/>
              <a:sym typeface="+mn-lt"/>
            </a:endParaRPr>
          </a:p>
        </p:txBody>
      </p:sp>
      <p:sp>
        <p:nvSpPr>
          <p:cNvPr id="23" name="矩形: 圆角 22"/>
          <p:cNvSpPr/>
          <p:nvPr/>
        </p:nvSpPr>
        <p:spPr>
          <a:xfrm>
            <a:off x="6514465" y="4237990"/>
            <a:ext cx="2342515" cy="512445"/>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汉仪君黑-45简" panose="020B0604020202020204" charset="-122"/>
                <a:ea typeface="汉仪君黑-45简" panose="020B0604020202020204" charset="-122"/>
                <a:cs typeface="+mn-ea"/>
                <a:sym typeface="+mn-lt"/>
              </a:rPr>
              <a:t>时间：</a:t>
            </a:r>
            <a:r>
              <a:rPr lang="en-US" altLang="zh-CN" sz="1600" dirty="0">
                <a:latin typeface="汉仪君黑-45简" panose="020B0604020202020204" charset="-122"/>
                <a:ea typeface="汉仪君黑-45简" panose="020B0604020202020204" charset="-122"/>
                <a:cs typeface="+mn-ea"/>
                <a:sym typeface="+mn-lt"/>
              </a:rPr>
              <a:t>2023</a:t>
            </a:r>
            <a:r>
              <a:rPr lang="zh-CN" altLang="en-US" sz="1600" dirty="0">
                <a:latin typeface="汉仪君黑-45简" panose="020B0604020202020204" charset="-122"/>
                <a:ea typeface="汉仪君黑-45简" panose="020B0604020202020204" charset="-122"/>
                <a:cs typeface="+mn-ea"/>
                <a:sym typeface="+mn-lt"/>
              </a:rPr>
              <a:t>年</a:t>
            </a:r>
            <a:r>
              <a:rPr lang="en-US" altLang="zh-CN" sz="1600" dirty="0">
                <a:latin typeface="汉仪君黑-45简" panose="020B0604020202020204" charset="-122"/>
                <a:ea typeface="汉仪君黑-45简" panose="020B0604020202020204" charset="-122"/>
                <a:cs typeface="+mn-ea"/>
                <a:sym typeface="+mn-lt"/>
              </a:rPr>
              <a:t>5</a:t>
            </a:r>
            <a:r>
              <a:rPr lang="zh-CN" altLang="en-US" sz="1600" dirty="0">
                <a:latin typeface="汉仪君黑-45简" panose="020B0604020202020204" charset="-122"/>
                <a:ea typeface="汉仪君黑-45简" panose="020B0604020202020204" charset="-122"/>
                <a:cs typeface="+mn-ea"/>
                <a:sym typeface="+mn-lt"/>
              </a:rPr>
              <a:t>月</a:t>
            </a:r>
            <a:r>
              <a:rPr lang="en-US" altLang="zh-CN" sz="1600" dirty="0">
                <a:latin typeface="汉仪君黑-45简" panose="020B0604020202020204" charset="-122"/>
                <a:ea typeface="汉仪君黑-45简" panose="020B0604020202020204" charset="-122"/>
                <a:cs typeface="+mn-ea"/>
                <a:sym typeface="+mn-lt"/>
              </a:rPr>
              <a:t>27</a:t>
            </a:r>
            <a:r>
              <a:rPr lang="zh-CN" altLang="en-US" sz="1600" dirty="0">
                <a:latin typeface="汉仪君黑-45简" panose="020B0604020202020204" charset="-122"/>
                <a:ea typeface="汉仪君黑-45简" panose="020B0604020202020204" charset="-122"/>
                <a:cs typeface="+mn-ea"/>
                <a:sym typeface="+mn-lt"/>
              </a:rPr>
              <a:t>日</a:t>
            </a:r>
            <a:endParaRPr lang="zh-CN" altLang="en-US" sz="1600" dirty="0">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0" y="4948757"/>
            <a:ext cx="8083463" cy="1909243"/>
            <a:chOff x="5813" y="5507421"/>
            <a:chExt cx="7708780" cy="1350579"/>
          </a:xfrm>
        </p:grpSpPr>
        <p:sp>
          <p:nvSpPr>
            <p:cNvPr id="13" name="等腰三角形 12"/>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14" name="等腰三角形 13"/>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15" name="组合 14"/>
          <p:cNvGrpSpPr/>
          <p:nvPr/>
        </p:nvGrpSpPr>
        <p:grpSpPr>
          <a:xfrm>
            <a:off x="4108536" y="-14340"/>
            <a:ext cx="8083463" cy="1909243"/>
            <a:chOff x="1717902" y="-14340"/>
            <a:chExt cx="10474098" cy="2473890"/>
          </a:xfrm>
        </p:grpSpPr>
        <p:sp>
          <p:nvSpPr>
            <p:cNvPr id="16" name="任意多边形: 形状 15"/>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7" name="任意多边形: 形状 16"/>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汉仪君黑-45简" panose="020B0604020202020204" charset="-122"/>
                <a:ea typeface="汉仪君黑-45简" panose="020B0604020202020204" charset="-122"/>
                <a:cs typeface="+mn-ea"/>
                <a:sym typeface="+mn-lt"/>
              </a:endParaRPr>
            </a:p>
          </p:txBody>
        </p:sp>
      </p:grpSp>
      <p:pic>
        <p:nvPicPr>
          <p:cNvPr id="9" name="图形 3"/>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4543" t="6114" r="5171" b="6114"/>
          <a:stretch>
            <a:fillRect/>
          </a:stretch>
        </p:blipFill>
        <p:spPr>
          <a:xfrm>
            <a:off x="1912723" y="1734757"/>
            <a:ext cx="3485552" cy="3388486"/>
          </a:xfrm>
          <a:custGeom>
            <a:avLst/>
            <a:gdLst>
              <a:gd name="connsiteX0" fmla="*/ 0 w 4299856"/>
              <a:gd name="connsiteY0" fmla="*/ 0 h 4180113"/>
              <a:gd name="connsiteX1" fmla="*/ 4299856 w 4299856"/>
              <a:gd name="connsiteY1" fmla="*/ 0 h 4180113"/>
              <a:gd name="connsiteX2" fmla="*/ 4299856 w 4299856"/>
              <a:gd name="connsiteY2" fmla="*/ 4180113 h 4180113"/>
              <a:gd name="connsiteX3" fmla="*/ 0 w 4299856"/>
              <a:gd name="connsiteY3" fmla="*/ 4180113 h 4180113"/>
            </a:gdLst>
            <a:ahLst/>
            <a:cxnLst>
              <a:cxn ang="0">
                <a:pos x="connsiteX0" y="connsiteY0"/>
              </a:cxn>
              <a:cxn ang="0">
                <a:pos x="connsiteX1" y="connsiteY1"/>
              </a:cxn>
              <a:cxn ang="0">
                <a:pos x="connsiteX2" y="connsiteY2"/>
              </a:cxn>
              <a:cxn ang="0">
                <a:pos x="connsiteX3" y="connsiteY3"/>
              </a:cxn>
            </a:cxnLst>
            <a:rect l="l" t="t" r="r" b="b"/>
            <a:pathLst>
              <a:path w="4299856" h="4180113">
                <a:moveTo>
                  <a:pt x="0" y="0"/>
                </a:moveTo>
                <a:lnTo>
                  <a:pt x="4299856" y="0"/>
                </a:lnTo>
                <a:lnTo>
                  <a:pt x="4299856" y="4180113"/>
                </a:lnTo>
                <a:lnTo>
                  <a:pt x="0" y="4180113"/>
                </a:lnTo>
                <a:close/>
              </a:path>
            </a:pathLst>
          </a:custGeom>
        </p:spPr>
      </p:pic>
      <p:sp>
        <p:nvSpPr>
          <p:cNvPr id="3" name="文本框 2"/>
          <p:cNvSpPr txBox="1"/>
          <p:nvPr/>
        </p:nvSpPr>
        <p:spPr>
          <a:xfrm>
            <a:off x="2639499" y="2058312"/>
            <a:ext cx="2032000" cy="461665"/>
          </a:xfrm>
          <a:prstGeom prst="rect">
            <a:avLst/>
          </a:prstGeom>
          <a:noFill/>
        </p:spPr>
        <p:txBody>
          <a:bodyPr wrap="square" rtlCol="0">
            <a:spAutoFit/>
          </a:bodyPr>
          <a:lstStyle/>
          <a:p>
            <a:pPr algn="ctr"/>
            <a:r>
              <a:rPr lang="en-US" altLang="zh-CN" sz="2400" dirty="0">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CONTENTS</a:t>
            </a:r>
            <a:endParaRPr lang="en-US" altLang="zh-CN" sz="2400" dirty="0">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5" name="椭圆 4"/>
          <p:cNvSpPr/>
          <p:nvPr/>
        </p:nvSpPr>
        <p:spPr>
          <a:xfrm>
            <a:off x="6405122" y="1786594"/>
            <a:ext cx="207287" cy="207287"/>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3" name="文本框 22" descr="7b0a20202020227461726765744d6f64756c65223a202270726f636573734f6e6c696e65466f6e7473220a7d0a"/>
          <p:cNvSpPr txBox="1"/>
          <p:nvPr/>
        </p:nvSpPr>
        <p:spPr>
          <a:xfrm>
            <a:off x="6793725" y="1567072"/>
            <a:ext cx="3485552" cy="811530"/>
          </a:xfrm>
          <a:prstGeom prst="rect">
            <a:avLst/>
          </a:prstGeom>
          <a:noFill/>
        </p:spPr>
        <p:txBody>
          <a:bodyPr wrap="square" rtlCol="0">
            <a:spAutoFit/>
          </a:bodyPr>
          <a:lstStyle/>
          <a:p>
            <a:pPr fontAlgn="auto">
              <a:lnSpc>
                <a:spcPct val="130000"/>
              </a:lnSpc>
            </a:pPr>
            <a:r>
              <a:rPr lang="zh-CN" altLang="en-US" sz="3600" dirty="0">
                <a:solidFill>
                  <a:schemeClr val="accent2"/>
                </a:solidFill>
                <a:latin typeface="汉仪君黑-45简" panose="020B0604020202020204" charset="-122"/>
                <a:ea typeface="汉仪君黑-45简" panose="020B0604020202020204" charset="-122"/>
                <a:sym typeface="+mn-ea"/>
              </a:rPr>
              <a:t>战略先行</a:t>
            </a:r>
            <a:endParaRPr lang="zh-CN" altLang="en-US" sz="3600" dirty="0">
              <a:solidFill>
                <a:schemeClr val="accent2"/>
              </a:solidFill>
              <a:latin typeface="汉仪君黑-45简" panose="020B0604020202020204" charset="-122"/>
              <a:ea typeface="汉仪君黑-45简" panose="020B0604020202020204" charset="-122"/>
              <a:cs typeface="+mn-ea"/>
              <a:sym typeface="+mn-ea"/>
            </a:endParaRPr>
          </a:p>
        </p:txBody>
      </p:sp>
      <p:sp>
        <p:nvSpPr>
          <p:cNvPr id="24" name="文本框 23"/>
          <p:cNvSpPr txBox="1"/>
          <p:nvPr/>
        </p:nvSpPr>
        <p:spPr>
          <a:xfrm>
            <a:off x="6793724" y="2592914"/>
            <a:ext cx="3485551" cy="645160"/>
          </a:xfrm>
          <a:prstGeom prst="rect">
            <a:avLst/>
          </a:prstGeom>
          <a:noFill/>
        </p:spPr>
        <p:txBody>
          <a:bodyPr wrap="square" rtlCol="0">
            <a:spAutoFit/>
          </a:bodyPr>
          <a:lstStyle/>
          <a:p>
            <a:pPr algn="l"/>
            <a:r>
              <a:rPr lang="zh-CN" altLang="en-US" sz="3600" dirty="0">
                <a:solidFill>
                  <a:srgbClr val="E0836A"/>
                </a:solidFill>
                <a:latin typeface="汉仪君黑-45简" panose="020B0604020202020204" charset="-122"/>
                <a:ea typeface="汉仪君黑-45简" panose="020B0604020202020204" charset="-122"/>
                <a:cs typeface="+mn-ea"/>
                <a:sym typeface="+mn-lt"/>
              </a:rPr>
              <a:t>招聘体系</a:t>
            </a:r>
            <a:endParaRPr lang="zh-CN" altLang="en-US" sz="3600" dirty="0">
              <a:solidFill>
                <a:srgbClr val="E0836A"/>
              </a:solidFill>
              <a:latin typeface="汉仪君黑-45简" panose="020B0604020202020204" charset="-122"/>
              <a:ea typeface="汉仪君黑-45简" panose="020B0604020202020204" charset="-122"/>
              <a:cs typeface="+mn-ea"/>
              <a:sym typeface="+mn-lt"/>
            </a:endParaRPr>
          </a:p>
        </p:txBody>
      </p:sp>
      <p:sp>
        <p:nvSpPr>
          <p:cNvPr id="25" name="文本框 24"/>
          <p:cNvSpPr txBox="1"/>
          <p:nvPr/>
        </p:nvSpPr>
        <p:spPr>
          <a:xfrm>
            <a:off x="6793724" y="3618756"/>
            <a:ext cx="3485551" cy="645160"/>
          </a:xfrm>
          <a:prstGeom prst="rect">
            <a:avLst/>
          </a:prstGeom>
          <a:noFill/>
        </p:spPr>
        <p:txBody>
          <a:bodyPr wrap="square" rtlCol="0">
            <a:spAutoFit/>
          </a:bodyPr>
          <a:lstStyle/>
          <a:p>
            <a:pPr algn="l"/>
            <a:r>
              <a:rPr lang="zh-CN" altLang="en-US" sz="3600" dirty="0">
                <a:solidFill>
                  <a:srgbClr val="E0836A"/>
                </a:solidFill>
                <a:latin typeface="汉仪君黑-45简" panose="020B0604020202020204" charset="-122"/>
                <a:ea typeface="汉仪君黑-45简" panose="020B0604020202020204" charset="-122"/>
                <a:cs typeface="+mn-ea"/>
                <a:sym typeface="+mn-lt"/>
              </a:rPr>
              <a:t>胜任力模型</a:t>
            </a:r>
            <a:endParaRPr lang="zh-CN" altLang="en-US" sz="3600" dirty="0">
              <a:solidFill>
                <a:srgbClr val="E0836A"/>
              </a:solidFill>
              <a:latin typeface="汉仪君黑-45简" panose="020B0604020202020204" charset="-122"/>
              <a:ea typeface="汉仪君黑-45简" panose="020B0604020202020204" charset="-122"/>
              <a:cs typeface="+mn-ea"/>
              <a:sym typeface="+mn-lt"/>
            </a:endParaRPr>
          </a:p>
        </p:txBody>
      </p:sp>
      <p:sp>
        <p:nvSpPr>
          <p:cNvPr id="26" name="文本框 25"/>
          <p:cNvSpPr txBox="1"/>
          <p:nvPr/>
        </p:nvSpPr>
        <p:spPr>
          <a:xfrm>
            <a:off x="6793725" y="4644597"/>
            <a:ext cx="3485552" cy="645160"/>
          </a:xfrm>
          <a:prstGeom prst="rect">
            <a:avLst/>
          </a:prstGeom>
          <a:noFill/>
        </p:spPr>
        <p:txBody>
          <a:bodyPr wrap="square" rtlCol="0">
            <a:spAutoFit/>
          </a:bodyPr>
          <a:lstStyle/>
          <a:p>
            <a:pPr algn="l"/>
            <a:r>
              <a:rPr lang="zh-CN" altLang="en-US" sz="3600" dirty="0">
                <a:solidFill>
                  <a:srgbClr val="E0836A"/>
                </a:solidFill>
                <a:latin typeface="汉仪君黑-45简" panose="020B0604020202020204" charset="-122"/>
                <a:ea typeface="汉仪君黑-45简" panose="020B0604020202020204" charset="-122"/>
                <a:cs typeface="+mn-ea"/>
                <a:sym typeface="+mn-lt"/>
              </a:rPr>
              <a:t>面试识别人才</a:t>
            </a:r>
            <a:endParaRPr lang="zh-CN" altLang="en-US" sz="3600" dirty="0">
              <a:solidFill>
                <a:srgbClr val="E0836A"/>
              </a:solidFill>
              <a:latin typeface="汉仪君黑-45简" panose="020B0604020202020204" charset="-122"/>
              <a:ea typeface="汉仪君黑-45简" panose="020B0604020202020204" charset="-122"/>
              <a:cs typeface="+mn-ea"/>
              <a:sym typeface="+mn-lt"/>
            </a:endParaRPr>
          </a:p>
        </p:txBody>
      </p:sp>
      <p:sp>
        <p:nvSpPr>
          <p:cNvPr id="27" name="椭圆 26"/>
          <p:cNvSpPr/>
          <p:nvPr/>
        </p:nvSpPr>
        <p:spPr>
          <a:xfrm>
            <a:off x="6405122" y="2812436"/>
            <a:ext cx="207287" cy="207287"/>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8" name="椭圆 27"/>
          <p:cNvSpPr/>
          <p:nvPr/>
        </p:nvSpPr>
        <p:spPr>
          <a:xfrm>
            <a:off x="6405122" y="3838278"/>
            <a:ext cx="207287" cy="207287"/>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9" name="椭圆 28"/>
          <p:cNvSpPr/>
          <p:nvPr/>
        </p:nvSpPr>
        <p:spPr>
          <a:xfrm>
            <a:off x="6405122" y="4864119"/>
            <a:ext cx="207287" cy="207287"/>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4488767"/>
            <a:ext cx="10030995" cy="2369233"/>
            <a:chOff x="5813" y="5507421"/>
            <a:chExt cx="7708780" cy="1350579"/>
          </a:xfrm>
        </p:grpSpPr>
        <p:sp>
          <p:nvSpPr>
            <p:cNvPr id="10" name="等腰三角形 9"/>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1" name="等腰三角形 10"/>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12" name="组合 11"/>
          <p:cNvGrpSpPr/>
          <p:nvPr/>
        </p:nvGrpSpPr>
        <p:grpSpPr>
          <a:xfrm>
            <a:off x="2161004" y="-14340"/>
            <a:ext cx="10030995" cy="2369233"/>
            <a:chOff x="1717902" y="-14340"/>
            <a:chExt cx="10474098" cy="2473890"/>
          </a:xfrm>
        </p:grpSpPr>
        <p:sp>
          <p:nvSpPr>
            <p:cNvPr id="13" name="任意多边形: 形状 12"/>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4" name="任意多边形: 形状 13"/>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汉仪君黑-45简" panose="020B0604020202020204" charset="-122"/>
                <a:ea typeface="汉仪君黑-45简" panose="020B0604020202020204" charset="-122"/>
                <a:cs typeface="+mn-ea"/>
                <a:sym typeface="+mn-lt"/>
              </a:endParaRPr>
            </a:p>
          </p:txBody>
        </p:sp>
      </p:grpSp>
      <p:sp>
        <p:nvSpPr>
          <p:cNvPr id="3" name="文本框 2"/>
          <p:cNvSpPr txBox="1"/>
          <p:nvPr/>
        </p:nvSpPr>
        <p:spPr>
          <a:xfrm>
            <a:off x="1253067" y="1894858"/>
            <a:ext cx="2709334" cy="830997"/>
          </a:xfrm>
          <a:prstGeom prst="rect">
            <a:avLst/>
          </a:prstGeom>
          <a:noFill/>
        </p:spPr>
        <p:txBody>
          <a:bodyPr wrap="square" rtlCol="0">
            <a:spAutoFit/>
          </a:bodyPr>
          <a:lstStyle/>
          <a:p>
            <a:pPr algn="dist"/>
            <a:r>
              <a:rPr lang="en-US" altLang="zh-CN" sz="4800" dirty="0">
                <a:solidFill>
                  <a:srgbClr val="E0836A"/>
                </a:solidFill>
                <a:latin typeface="汉仪君黑-45简" panose="020B0604020202020204" charset="-122"/>
                <a:ea typeface="汉仪君黑-45简" panose="020B0604020202020204" charset="-122"/>
                <a:sym typeface="汉仪君黑-45简" panose="020B0604020202020204" charset="-122"/>
              </a:rPr>
              <a:t>PART 01</a:t>
            </a:r>
            <a:endParaRPr lang="en-US" altLang="zh-CN" sz="4800" dirty="0">
              <a:solidFill>
                <a:srgbClr val="E0836A"/>
              </a:solidFill>
              <a:latin typeface="汉仪君黑-45简" panose="020B0604020202020204" charset="-122"/>
              <a:ea typeface="汉仪君黑-45简" panose="020B0604020202020204" charset="-122"/>
              <a:sym typeface="汉仪君黑-45简" panose="020B0604020202020204" charset="-122"/>
            </a:endParaRPr>
          </a:p>
        </p:txBody>
      </p:sp>
      <p:sp>
        <p:nvSpPr>
          <p:cNvPr id="15" name="文本框 14"/>
          <p:cNvSpPr txBox="1"/>
          <p:nvPr/>
        </p:nvSpPr>
        <p:spPr>
          <a:xfrm>
            <a:off x="1253067" y="2823191"/>
            <a:ext cx="5080000" cy="829945"/>
          </a:xfrm>
          <a:prstGeom prst="rect">
            <a:avLst/>
          </a:prstGeom>
          <a:noFill/>
        </p:spPr>
        <p:txBody>
          <a:bodyPr wrap="square" rtlCol="0">
            <a:spAutoFit/>
          </a:bodyPr>
          <a:lstStyle/>
          <a:p>
            <a:pPr algn="dist"/>
            <a:r>
              <a:rPr lang="zh-CN" altLang="en-US" sz="4800" dirty="0">
                <a:solidFill>
                  <a:schemeClr val="tx1">
                    <a:lumMod val="75000"/>
                    <a:lumOff val="25000"/>
                  </a:schemeClr>
                </a:solidFill>
                <a:latin typeface="汉仪君黑-45简" panose="020B0604020202020204" charset="-122"/>
                <a:ea typeface="汉仪君黑-45简" panose="020B0604020202020204" charset="-122"/>
                <a:cs typeface="+mn-ea"/>
                <a:sym typeface="+mn-lt"/>
              </a:rPr>
              <a:t>战略规划</a:t>
            </a:r>
            <a:endParaRPr lang="zh-CN" altLang="en-US" sz="4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16" name="矩形 15"/>
          <p:cNvSpPr/>
          <p:nvPr/>
        </p:nvSpPr>
        <p:spPr>
          <a:xfrm>
            <a:off x="1252855" y="3685540"/>
            <a:ext cx="2306955" cy="73723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长期战略</a:t>
            </a:r>
            <a:r>
              <a:rPr lang="en-US" altLang="zh-CN"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a:t>
            </a:r>
            <a:r>
              <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使命和愿景</a:t>
            </a:r>
            <a:r>
              <a:rPr lang="en-US" altLang="zh-CN"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                                       </a:t>
            </a:r>
            <a:endParaRPr lang="en-US" altLang="zh-CN"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endParaRPr>
          </a:p>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战略计划</a:t>
            </a:r>
            <a:r>
              <a:rPr lang="en-US" altLang="zh-CN"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                                                     </a:t>
            </a:r>
            <a:endPar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endParaRPr>
          </a:p>
        </p:txBody>
      </p:sp>
      <p:pic>
        <p:nvPicPr>
          <p:cNvPr id="17" name="图形 8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l="70491" t="81740" r="23080" b="320"/>
          <a:stretch>
            <a:fillRect/>
          </a:stretch>
        </p:blipFill>
        <p:spPr>
          <a:xfrm>
            <a:off x="6417736" y="921855"/>
            <a:ext cx="5080000" cy="5926668"/>
          </a:xfrm>
          <a:custGeom>
            <a:avLst/>
            <a:gdLst>
              <a:gd name="connsiteX0" fmla="*/ 0 w 783772"/>
              <a:gd name="connsiteY0" fmla="*/ 0 h 914400"/>
              <a:gd name="connsiteX1" fmla="*/ 783772 w 783772"/>
              <a:gd name="connsiteY1" fmla="*/ 0 h 914400"/>
              <a:gd name="connsiteX2" fmla="*/ 783772 w 783772"/>
              <a:gd name="connsiteY2" fmla="*/ 914400 h 914400"/>
              <a:gd name="connsiteX3" fmla="*/ 0 w 783772"/>
              <a:gd name="connsiteY3" fmla="*/ 914400 h 914400"/>
              <a:gd name="connsiteX4" fmla="*/ 0 w 783772"/>
              <a:gd name="connsiteY4" fmla="*/ 0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772" h="914400">
                <a:moveTo>
                  <a:pt x="0" y="0"/>
                </a:moveTo>
                <a:lnTo>
                  <a:pt x="783772" y="0"/>
                </a:lnTo>
                <a:lnTo>
                  <a:pt x="783772" y="914400"/>
                </a:lnTo>
                <a:lnTo>
                  <a:pt x="0" y="914400"/>
                </a:lnTo>
                <a:lnTo>
                  <a:pt x="0" y="0"/>
                </a:lnTo>
                <a:close/>
              </a:path>
            </a:pathLst>
          </a:custGeom>
        </p:spPr>
      </p:pic>
      <p:sp>
        <p:nvSpPr>
          <p:cNvPr id="18" name="文本框 17"/>
          <p:cNvSpPr txBox="1"/>
          <p:nvPr/>
        </p:nvSpPr>
        <p:spPr>
          <a:xfrm>
            <a:off x="8263463" y="2488476"/>
            <a:ext cx="1953795" cy="1200329"/>
          </a:xfrm>
          <a:prstGeom prst="rect">
            <a:avLst/>
          </a:prstGeom>
          <a:noFill/>
        </p:spPr>
        <p:txBody>
          <a:bodyPr wrap="square" rtlCol="0">
            <a:spAutoFit/>
          </a:bodyPr>
          <a:lstStyle/>
          <a:p>
            <a:pPr algn="ctr"/>
            <a:r>
              <a:rPr lang="en-US" altLang="zh-CN" sz="7200" dirty="0">
                <a:solidFill>
                  <a:srgbClr val="E0836A"/>
                </a:solidFill>
                <a:latin typeface="汉仪君黑-45简" panose="020B0604020202020204" charset="-122"/>
                <a:ea typeface="汉仪君黑-45简" panose="020B0604020202020204" charset="-122"/>
                <a:sym typeface="汉仪君黑-45简" panose="020B0604020202020204" charset="-122"/>
              </a:rPr>
              <a:t>01</a:t>
            </a:r>
            <a:endParaRPr lang="en-US" altLang="zh-CN" sz="7200" dirty="0">
              <a:solidFill>
                <a:srgbClr val="E0836A"/>
              </a:solidFill>
              <a:latin typeface="汉仪君黑-45简" panose="020B0604020202020204" charset="-122"/>
              <a:ea typeface="汉仪君黑-45简" panose="020B0604020202020204" charset="-122"/>
              <a:sym typeface="汉仪君黑-45简" panose="020B0604020202020204" charset="-122"/>
            </a:endParaRPr>
          </a:p>
        </p:txBody>
      </p:sp>
      <p:sp>
        <p:nvSpPr>
          <p:cNvPr id="2" name="矩形 1"/>
          <p:cNvSpPr/>
          <p:nvPr>
            <p:custDataLst>
              <p:tags r:id="rId3"/>
            </p:custDataLst>
          </p:nvPr>
        </p:nvSpPr>
        <p:spPr>
          <a:xfrm>
            <a:off x="4184650" y="3662680"/>
            <a:ext cx="1845945" cy="73723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buFont typeface="Arial" panose="020B0604020202020204" pitchFamily="34" charset="0"/>
              <a:buChar char="•"/>
            </a:pPr>
            <a:r>
              <a:rPr lang="en-US" altLang="zh-CN"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SWOT</a:t>
            </a:r>
            <a:r>
              <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分析</a:t>
            </a:r>
            <a:r>
              <a:rPr lang="en-US" altLang="zh-CN"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       </a:t>
            </a:r>
            <a:endParaRPr lang="en-US" altLang="zh-CN"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endParaRPr>
          </a:p>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关键绩效指标</a:t>
            </a:r>
            <a:endPar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形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l="23280" t="54817" r="66108" b="34418"/>
          <a:stretch>
            <a:fillRect/>
          </a:stretch>
        </p:blipFill>
        <p:spPr>
          <a:xfrm>
            <a:off x="609599" y="1218678"/>
            <a:ext cx="3858017" cy="5065725"/>
          </a:xfrm>
          <a:custGeom>
            <a:avLst/>
            <a:gdLst>
              <a:gd name="connsiteX0" fmla="*/ 0 w 3858017"/>
              <a:gd name="connsiteY0" fmla="*/ 0 h 5065725"/>
              <a:gd name="connsiteX1" fmla="*/ 3858017 w 3858017"/>
              <a:gd name="connsiteY1" fmla="*/ 0 h 5065725"/>
              <a:gd name="connsiteX2" fmla="*/ 3858017 w 3858017"/>
              <a:gd name="connsiteY2" fmla="*/ 5065725 h 5065725"/>
              <a:gd name="connsiteX3" fmla="*/ 0 w 3858017"/>
              <a:gd name="connsiteY3" fmla="*/ 5065725 h 5065725"/>
            </a:gdLst>
            <a:ahLst/>
            <a:cxnLst>
              <a:cxn ang="0">
                <a:pos x="connsiteX0" y="connsiteY0"/>
              </a:cxn>
              <a:cxn ang="0">
                <a:pos x="connsiteX1" y="connsiteY1"/>
              </a:cxn>
              <a:cxn ang="0">
                <a:pos x="connsiteX2" y="connsiteY2"/>
              </a:cxn>
              <a:cxn ang="0">
                <a:pos x="connsiteX3" y="connsiteY3"/>
              </a:cxn>
            </a:cxnLst>
            <a:rect l="l" t="t" r="r" b="b"/>
            <a:pathLst>
              <a:path w="3858017" h="5065725">
                <a:moveTo>
                  <a:pt x="0" y="0"/>
                </a:moveTo>
                <a:lnTo>
                  <a:pt x="3858017" y="0"/>
                </a:lnTo>
                <a:lnTo>
                  <a:pt x="3858017" y="5065725"/>
                </a:lnTo>
                <a:lnTo>
                  <a:pt x="0" y="5065725"/>
                </a:lnTo>
                <a:close/>
              </a:path>
            </a:pathLst>
          </a:custGeom>
        </p:spPr>
      </p:pic>
      <p:sp>
        <p:nvSpPr>
          <p:cNvPr id="9" name="文本框 8"/>
          <p:cNvSpPr txBox="1">
            <a:spLocks noChangeArrowheads="1"/>
          </p:cNvSpPr>
          <p:nvPr/>
        </p:nvSpPr>
        <p:spPr bwMode="auto">
          <a:xfrm>
            <a:off x="5872480" y="2192020"/>
            <a:ext cx="570992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nSpc>
                <a:spcPct val="150000"/>
              </a:lnSpc>
            </a:pPr>
            <a:r>
              <a:rPr lang="zh-CN" altLang="en-US" sz="1400" dirty="0">
                <a:solidFill>
                  <a:schemeClr val="tx1">
                    <a:lumMod val="65000"/>
                    <a:lumOff val="35000"/>
                  </a:schemeClr>
                </a:solidFill>
                <a:uFillTx/>
                <a:latin typeface="SimHei" panose="02010609060101010101" charset="-122"/>
                <a:ea typeface="SimHei" panose="02010609060101010101" charset="-122"/>
                <a:cs typeface="SimHei" panose="02010609060101010101" charset="-122"/>
                <a:sym typeface="Arial" panose="020B0604020202020204" pitchFamily="34" charset="0"/>
              </a:rPr>
              <a:t>明确企业发展方向和战略目标，能够帮助企业更加精准地制定人才需求计划和招聘目标，从而提高招聘工作的针对性和有效性。</a:t>
            </a:r>
            <a:endParaRPr lang="zh-CN" altLang="en-US" sz="1400" dirty="0">
              <a:solidFill>
                <a:schemeClr val="tx1">
                  <a:lumMod val="65000"/>
                  <a:lumOff val="35000"/>
                </a:schemeClr>
              </a:solidFill>
              <a:uFillTx/>
              <a:latin typeface="SimHei" panose="02010609060101010101" charset="-122"/>
              <a:ea typeface="SimHei" panose="02010609060101010101" charset="-122"/>
              <a:cs typeface="SimHei" panose="02010609060101010101" charset="-122"/>
              <a:sym typeface="Arial" panose="020B0604020202020204" pitchFamily="34" charset="0"/>
            </a:endParaRPr>
          </a:p>
          <a:p>
            <a:pPr>
              <a:lnSpc>
                <a:spcPct val="150000"/>
              </a:lnSpc>
            </a:pP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10" name="椭圆 9"/>
          <p:cNvSpPr/>
          <p:nvPr/>
        </p:nvSpPr>
        <p:spPr>
          <a:xfrm>
            <a:off x="5231705" y="2315749"/>
            <a:ext cx="527156" cy="527156"/>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汉仪君黑-45简" panose="020B0604020202020204" charset="-122"/>
                <a:ea typeface="汉仪君黑-45简" panose="020B0604020202020204" charset="-122"/>
                <a:cs typeface="+mn-ea"/>
                <a:sym typeface="+mn-lt"/>
              </a:rPr>
              <a:t>1</a:t>
            </a:r>
            <a:endParaRPr lang="en-US" altLang="zh-CN" dirty="0">
              <a:latin typeface="汉仪君黑-45简" panose="020B0604020202020204" charset="-122"/>
              <a:ea typeface="汉仪君黑-45简" panose="020B0604020202020204" charset="-122"/>
              <a:cs typeface="+mn-ea"/>
              <a:sym typeface="+mn-lt"/>
            </a:endParaRPr>
          </a:p>
        </p:txBody>
      </p:sp>
      <p:sp>
        <p:nvSpPr>
          <p:cNvPr id="14" name="文本框 13"/>
          <p:cNvSpPr txBox="1">
            <a:spLocks noChangeArrowheads="1"/>
          </p:cNvSpPr>
          <p:nvPr/>
        </p:nvSpPr>
        <p:spPr bwMode="auto">
          <a:xfrm>
            <a:off x="5872675" y="3136128"/>
            <a:ext cx="5709725"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indent="0">
              <a:lnSpc>
                <a:spcPct val="150000"/>
              </a:lnSpc>
              <a:buNone/>
            </a:pPr>
            <a:r>
              <a:rPr lang="zh-CN" altLang="en-US" sz="1400" dirty="0">
                <a:solidFill>
                  <a:schemeClr val="tx1">
                    <a:lumMod val="65000"/>
                    <a:lumOff val="35000"/>
                  </a:schemeClr>
                </a:solidFill>
                <a:uFillTx/>
                <a:latin typeface="SimHei" panose="02010609060101010101" charset="-122"/>
                <a:ea typeface="SimHei" panose="02010609060101010101" charset="-122"/>
                <a:cs typeface="SimHei" panose="02010609060101010101" charset="-122"/>
                <a:sym typeface="Arial" panose="020B0604020202020204" pitchFamily="34" charset="0"/>
              </a:rPr>
              <a:t>通过战略规划，企业能够根据未来业务拓展需要预估出未来的人才需求量，制定招聘计划从而及时开展招聘工作，保证企业人力资源的充足性，亦可避免因人才流失或业务扩张带来的人才短缺问题</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15" name="椭圆 14"/>
          <p:cNvSpPr/>
          <p:nvPr/>
        </p:nvSpPr>
        <p:spPr>
          <a:xfrm>
            <a:off x="5231705" y="3257350"/>
            <a:ext cx="527156" cy="527156"/>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汉仪君黑-45简" panose="020B0604020202020204" charset="-122"/>
                <a:ea typeface="汉仪君黑-45简" panose="020B0604020202020204" charset="-122"/>
                <a:cs typeface="+mn-ea"/>
                <a:sym typeface="+mn-lt"/>
              </a:rPr>
              <a:t>2</a:t>
            </a:r>
            <a:endParaRPr lang="en-US" altLang="zh-CN" dirty="0">
              <a:latin typeface="汉仪君黑-45简" panose="020B0604020202020204" charset="-122"/>
              <a:ea typeface="汉仪君黑-45简" panose="020B0604020202020204" charset="-122"/>
              <a:cs typeface="+mn-ea"/>
              <a:sym typeface="+mn-lt"/>
            </a:endParaRPr>
          </a:p>
        </p:txBody>
      </p:sp>
      <p:sp>
        <p:nvSpPr>
          <p:cNvPr id="18" name="文本框 17"/>
          <p:cNvSpPr txBox="1">
            <a:spLocks noChangeArrowheads="1"/>
          </p:cNvSpPr>
          <p:nvPr/>
        </p:nvSpPr>
        <p:spPr bwMode="auto">
          <a:xfrm>
            <a:off x="5872675" y="4332364"/>
            <a:ext cx="5709725"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indent="0">
              <a:lnSpc>
                <a:spcPct val="150000"/>
              </a:lnSpc>
              <a:buNone/>
            </a:pPr>
            <a:r>
              <a:rPr lang="zh-CN" altLang="en-US" sz="1400" dirty="0">
                <a:solidFill>
                  <a:schemeClr val="tx1">
                    <a:lumMod val="65000"/>
                    <a:lumOff val="35000"/>
                  </a:schemeClr>
                </a:solidFill>
                <a:uFillTx/>
                <a:latin typeface="SimHei" panose="02010609060101010101" charset="-122"/>
                <a:ea typeface="SimHei" panose="02010609060101010101" charset="-122"/>
                <a:cs typeface="SimHei" panose="02010609060101010101" charset="-122"/>
                <a:sym typeface="Arial" panose="020B0604020202020204" pitchFamily="34" charset="0"/>
              </a:rPr>
              <a:t>分析内外部环境，包括市场竞争情况、人才供需状况等，从而了解市场需求和人才资源情况，并制定招聘策略</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19" name="椭圆 18"/>
          <p:cNvSpPr/>
          <p:nvPr/>
        </p:nvSpPr>
        <p:spPr>
          <a:xfrm>
            <a:off x="5231705" y="4418026"/>
            <a:ext cx="527156" cy="527156"/>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汉仪君黑-45简" panose="020B0604020202020204" charset="-122"/>
                <a:ea typeface="汉仪君黑-45简" panose="020B0604020202020204" charset="-122"/>
                <a:cs typeface="+mn-ea"/>
                <a:sym typeface="+mn-lt"/>
              </a:rPr>
              <a:t>3</a:t>
            </a:r>
            <a:endParaRPr lang="en-US" altLang="zh-CN" dirty="0">
              <a:latin typeface="汉仪君黑-45简" panose="020B0604020202020204" charset="-122"/>
              <a:ea typeface="汉仪君黑-45简" panose="020B0604020202020204" charset="-122"/>
              <a:cs typeface="+mn-ea"/>
              <a:sym typeface="+mn-lt"/>
            </a:endParaRPr>
          </a:p>
        </p:txBody>
      </p:sp>
      <p:sp>
        <p:nvSpPr>
          <p:cNvPr id="22" name="文本框 21"/>
          <p:cNvSpPr txBox="1">
            <a:spLocks noChangeArrowheads="1"/>
          </p:cNvSpPr>
          <p:nvPr/>
        </p:nvSpPr>
        <p:spPr bwMode="auto">
          <a:xfrm>
            <a:off x="5872675" y="5253011"/>
            <a:ext cx="5709725"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indent="0">
              <a:lnSpc>
                <a:spcPct val="150000"/>
              </a:lnSpc>
              <a:buNone/>
            </a:pPr>
            <a:r>
              <a:rPr lang="zh-CN" altLang="en-US" sz="1400" dirty="0">
                <a:solidFill>
                  <a:schemeClr val="tx1">
                    <a:lumMod val="65000"/>
                    <a:lumOff val="35000"/>
                  </a:schemeClr>
                </a:solidFill>
                <a:uFillTx/>
                <a:latin typeface="SimHei" panose="02010609060101010101" charset="-122"/>
                <a:ea typeface="SimHei" panose="02010609060101010101" charset="-122"/>
                <a:cs typeface="SimHei" panose="02010609060101010101" charset="-122"/>
                <a:sym typeface="Arial" panose="020B0604020202020204" pitchFamily="34" charset="0"/>
              </a:rPr>
              <a:t>明确企业未来的经营方向和目标，这将有助于提高企业品牌知名度和声誉，吸引更多优秀人才加入企业。同时，能够提高员工的凝聚力和归属感，从而提高员工留存率。</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23" name="椭圆 22"/>
          <p:cNvSpPr/>
          <p:nvPr/>
        </p:nvSpPr>
        <p:spPr>
          <a:xfrm>
            <a:off x="5231705" y="5340578"/>
            <a:ext cx="527156" cy="527156"/>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汉仪君黑-45简" panose="020B0604020202020204" charset="-122"/>
                <a:ea typeface="汉仪君黑-45简" panose="020B0604020202020204" charset="-122"/>
                <a:cs typeface="+mn-ea"/>
                <a:sym typeface="+mn-lt"/>
              </a:rPr>
              <a:t>4</a:t>
            </a:r>
            <a:endParaRPr lang="en-US" altLang="zh-CN" dirty="0">
              <a:latin typeface="汉仪君黑-45简" panose="020B0604020202020204" charset="-122"/>
              <a:ea typeface="汉仪君黑-45简" panose="020B0604020202020204" charset="-122"/>
              <a:cs typeface="+mn-ea"/>
              <a:sym typeface="+mn-lt"/>
            </a:endParaRPr>
          </a:p>
        </p:txBody>
      </p:sp>
      <p:grpSp>
        <p:nvGrpSpPr>
          <p:cNvPr id="16" name="组合 15"/>
          <p:cNvGrpSpPr/>
          <p:nvPr/>
        </p:nvGrpSpPr>
        <p:grpSpPr>
          <a:xfrm>
            <a:off x="0" y="6401399"/>
            <a:ext cx="1933184" cy="456601"/>
            <a:chOff x="5813" y="5507421"/>
            <a:chExt cx="7708780" cy="1350579"/>
          </a:xfrm>
        </p:grpSpPr>
        <p:sp>
          <p:nvSpPr>
            <p:cNvPr id="20" name="等腰三角形 19"/>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4" name="等腰三角形 23"/>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5" name="组合 24"/>
          <p:cNvGrpSpPr/>
          <p:nvPr/>
        </p:nvGrpSpPr>
        <p:grpSpPr>
          <a:xfrm>
            <a:off x="10258816" y="-14340"/>
            <a:ext cx="1933184" cy="456601"/>
            <a:chOff x="1717902" y="-14340"/>
            <a:chExt cx="10474098" cy="2473890"/>
          </a:xfrm>
        </p:grpSpPr>
        <p:sp>
          <p:nvSpPr>
            <p:cNvPr id="26" name="任意多边形: 形状 25"/>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7" name="任意多边形: 形状 26"/>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8" name="组合 27"/>
          <p:cNvGrpSpPr/>
          <p:nvPr/>
        </p:nvGrpSpPr>
        <p:grpSpPr>
          <a:xfrm>
            <a:off x="0" y="138059"/>
            <a:ext cx="321733" cy="810207"/>
            <a:chOff x="-79079" y="0"/>
            <a:chExt cx="530352" cy="1060704"/>
          </a:xfrm>
        </p:grpSpPr>
        <p:sp>
          <p:nvSpPr>
            <p:cNvPr id="29" name="任意多边形: 形状 28"/>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0" name="任意多边形: 形状 29"/>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1" name="文本框 30"/>
          <p:cNvSpPr txBox="1"/>
          <p:nvPr/>
        </p:nvSpPr>
        <p:spPr>
          <a:xfrm>
            <a:off x="321733" y="281552"/>
            <a:ext cx="2912534" cy="521970"/>
          </a:xfrm>
          <a:prstGeom prst="rect">
            <a:avLst/>
          </a:prstGeom>
          <a:noFill/>
        </p:spPr>
        <p:txBody>
          <a:bodyPr wrap="square" rtlCol="0">
            <a:spAutoFit/>
          </a:body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战略规划先行</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3" name="文本框 2"/>
          <p:cNvSpPr txBox="1"/>
          <p:nvPr/>
        </p:nvSpPr>
        <p:spPr>
          <a:xfrm>
            <a:off x="5401945" y="647700"/>
            <a:ext cx="6297295" cy="922020"/>
          </a:xfrm>
          <a:prstGeom prst="rect">
            <a:avLst/>
          </a:prstGeom>
          <a:noFill/>
        </p:spPr>
        <p:txBody>
          <a:bodyPr wrap="square" rtlCol="0" anchor="t">
            <a:spAutoFit/>
          </a:bodyPr>
          <a:p>
            <a:pPr>
              <a:lnSpc>
                <a:spcPct val="150000"/>
              </a:lnSpc>
            </a:pPr>
            <a:r>
              <a:rPr lang="zh-CN" altLang="en-US" b="1" dirty="0">
                <a:solidFill>
                  <a:schemeClr val="accent2"/>
                </a:solidFill>
                <a:latin typeface="汉仪君黑-45简" panose="020B0604020202020204" charset="-122"/>
                <a:ea typeface="汉仪君黑-45简" panose="020B0604020202020204" charset="-122"/>
                <a:cs typeface="+mn-ea"/>
                <a:sym typeface="+mn-lt"/>
              </a:rPr>
              <a:t>为何战略规划先行？</a:t>
            </a:r>
            <a:endParaRPr lang="zh-CN" altLang="en-US" b="1" dirty="0">
              <a:solidFill>
                <a:schemeClr val="accent2"/>
              </a:solidFill>
              <a:latin typeface="汉仪君黑-45简" panose="020B0604020202020204" charset="-122"/>
              <a:ea typeface="汉仪君黑-45简" panose="020B0604020202020204" charset="-122"/>
              <a:cs typeface="+mn-ea"/>
              <a:sym typeface="+mn-lt"/>
            </a:endParaRPr>
          </a:p>
          <a:p>
            <a:pPr>
              <a:lnSpc>
                <a:spcPct val="150000"/>
              </a:lnSpc>
            </a:pPr>
            <a:r>
              <a:rPr lang="zh-CN" altLang="en-US" b="1" dirty="0">
                <a:solidFill>
                  <a:schemeClr val="accent2"/>
                </a:solidFill>
                <a:uFillTx/>
                <a:latin typeface="汉仪君黑-45简" panose="020B0604020202020204" charset="-122"/>
                <a:ea typeface="汉仪君黑-45简" panose="020B0604020202020204" charset="-122"/>
                <a:cs typeface="SimHei" panose="02010609060101010101" charset="-122"/>
                <a:sym typeface="汉仪君黑-45简" panose="020B0604020202020204" charset="-122"/>
              </a:rPr>
              <a:t>开展企业战略规划对企业高效展开招聘工作的帮助有哪些呢？</a:t>
            </a:r>
            <a:endParaRPr lang="zh-CN" altLang="en-US" b="1" dirty="0">
              <a:solidFill>
                <a:schemeClr val="accent2"/>
              </a:solidFill>
              <a:uFillTx/>
              <a:latin typeface="汉仪君黑-45简" panose="020B0604020202020204" charset="-122"/>
              <a:ea typeface="汉仪君黑-45简" panose="020B0604020202020204" charset="-122"/>
              <a:cs typeface="SimHei" panose="02010609060101010101" charset="-122"/>
              <a:sym typeface="汉仪君黑-45简" panose="020B0604020202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58437" y="1438843"/>
            <a:ext cx="5460273" cy="3544939"/>
          </a:xfrm>
          <a:prstGeom prst="rect">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4" name="矩形 3"/>
          <p:cNvSpPr/>
          <p:nvPr/>
        </p:nvSpPr>
        <p:spPr>
          <a:xfrm>
            <a:off x="950575" y="4190266"/>
            <a:ext cx="4876800" cy="1835952"/>
          </a:xfrm>
          <a:prstGeom prst="rect">
            <a:avLst/>
          </a:prstGeom>
          <a:solidFill>
            <a:srgbClr val="E0836A"/>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5" name="文本框 4"/>
          <p:cNvSpPr txBox="1">
            <a:spLocks noChangeArrowheads="1"/>
          </p:cNvSpPr>
          <p:nvPr/>
        </p:nvSpPr>
        <p:spPr bwMode="auto">
          <a:xfrm>
            <a:off x="1126490" y="4455160"/>
            <a:ext cx="4525010" cy="1305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fontAlgn="auto">
              <a:lnSpc>
                <a:spcPct val="130000"/>
              </a:lnSpc>
              <a:spcAft>
                <a:spcPts val="1000"/>
              </a:spcAft>
              <a:buClrTx/>
              <a:buSzTx/>
              <a:buFontTx/>
            </a:pPr>
            <a:r>
              <a:rPr lang="zh-CN" altLang="en-US"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我是一个瑜伽裤卖家，</a:t>
            </a:r>
            <a:r>
              <a:rPr lang="en-US" altLang="zh-CN"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3</a:t>
            </a:r>
            <a:r>
              <a:rPr lang="zh-CN" altLang="en-US"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年后我想瑜伽裤的市场占有率做到</a:t>
            </a:r>
            <a:r>
              <a:rPr lang="en-US" altLang="zh-CN"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20%</a:t>
            </a:r>
            <a:r>
              <a:rPr lang="zh-CN" altLang="en-US"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，销售额做到</a:t>
            </a:r>
            <a:r>
              <a:rPr lang="en-US" altLang="zh-CN"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3</a:t>
            </a:r>
            <a:r>
              <a:rPr lang="zh-CN" altLang="en-US"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个亿。</a:t>
            </a:r>
            <a:r>
              <a:rPr lang="en-US" altLang="zh-CN"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23</a:t>
            </a:r>
            <a:r>
              <a:rPr lang="zh-CN" altLang="en-US"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年运营团队</a:t>
            </a:r>
            <a:r>
              <a:rPr lang="en-US" altLang="zh-CN"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10</a:t>
            </a:r>
            <a:r>
              <a:rPr lang="zh-CN" altLang="en-US"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人，</a:t>
            </a:r>
            <a:r>
              <a:rPr lang="en-US" altLang="zh-CN"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24</a:t>
            </a:r>
            <a:r>
              <a:rPr lang="zh-CN" altLang="en-US"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年公司目标做</a:t>
            </a:r>
            <a:r>
              <a:rPr lang="en-US" altLang="zh-CN"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2</a:t>
            </a:r>
            <a:r>
              <a:rPr lang="zh-CN" altLang="en-US"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个亿，</a:t>
            </a:r>
            <a:r>
              <a:rPr lang="en-US" altLang="zh-CN"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10</a:t>
            </a:r>
            <a:r>
              <a:rPr lang="zh-CN" altLang="en-US"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人认领目标总额为</a:t>
            </a:r>
            <a:r>
              <a:rPr lang="en-US" altLang="zh-CN"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1.3</a:t>
            </a:r>
            <a:r>
              <a:rPr lang="zh-CN" altLang="en-US"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亿，剩下</a:t>
            </a:r>
            <a:r>
              <a:rPr lang="en-US" altLang="zh-CN"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7000</a:t>
            </a:r>
            <a:r>
              <a:rPr lang="zh-CN" altLang="en-US" sz="1400" b="1" spc="15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rPr>
              <a:t>万的缺口需要多少人来做？</a:t>
            </a:r>
            <a:endParaRPr lang="zh-CN" altLang="en-US" sz="1400" b="1" spc="150" dirty="0">
              <a:solidFill>
                <a:schemeClr val="bg1">
                  <a:alpha val="80000"/>
                </a:schemeClr>
              </a:solidFill>
              <a:uFillTx/>
              <a:latin typeface="SimHei" panose="02010609060101010101" charset="-122"/>
              <a:ea typeface="SimHei" panose="02010609060101010101" charset="-122"/>
              <a:cs typeface="SimHei" panose="02010609060101010101" charset="-122"/>
              <a:sym typeface="Microsoft YaHei" panose="020B0503020204020204" charset="-122"/>
            </a:endParaRPr>
          </a:p>
        </p:txBody>
      </p:sp>
      <p:sp>
        <p:nvSpPr>
          <p:cNvPr id="6" name="文本框 5" descr="7b0a202020202262756c6c6574223a20227b5c2263617465676f727949645c223a31303030352c5c2274656d706c61746549645c223a32303233313535397d220a7d0a"/>
          <p:cNvSpPr txBox="1">
            <a:spLocks noChangeArrowheads="1"/>
          </p:cNvSpPr>
          <p:nvPr/>
        </p:nvSpPr>
        <p:spPr bwMode="auto">
          <a:xfrm>
            <a:off x="7468870" y="1438910"/>
            <a:ext cx="4150995" cy="399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假设公司对于新人的人效是</a:t>
            </a:r>
            <a:r>
              <a:rPr lang="en-US" altLang="zh-CN" sz="14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700</a:t>
            </a:r>
            <a:r>
              <a:rPr lang="zh-CN" altLang="en-US" sz="14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万</a:t>
            </a:r>
            <a:r>
              <a:rPr lang="en-US" altLang="zh-CN" sz="14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a:t>
            </a:r>
            <a:r>
              <a:rPr lang="zh-CN" altLang="en-US" sz="14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人</a:t>
            </a:r>
            <a:r>
              <a:rPr lang="en-US" altLang="zh-CN" sz="14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a:t>
            </a:r>
            <a:r>
              <a:rPr lang="zh-CN" altLang="en-US" sz="14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年的要求，那么你需要</a:t>
            </a:r>
            <a:r>
              <a:rPr lang="en-US" altLang="zh-CN" sz="14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10</a:t>
            </a:r>
            <a:r>
              <a:rPr lang="zh-CN" altLang="en-US" sz="14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个运营才能分解完这个目标。</a:t>
            </a:r>
            <a:endParaRPr lang="zh-CN" altLang="en-US" sz="14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endParaRPr>
          </a:p>
          <a:p>
            <a:pPr lvl="0" algn="l" fontAlgn="auto">
              <a:lnSpc>
                <a:spcPct val="130000"/>
              </a:lnSpc>
              <a:spcAft>
                <a:spcPts val="1000"/>
              </a:spcAft>
              <a:buClrTx/>
              <a:buSzTx/>
              <a:buFontTx/>
            </a:pPr>
            <a:r>
              <a:rPr lang="zh-CN" altLang="en-US" sz="14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招聘计划的依据是什么？？</a:t>
            </a:r>
            <a:endParaRPr lang="zh-CN" altLang="en-US" sz="14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endParaRPr>
          </a:p>
          <a:p>
            <a:pPr lvl="0" algn="l" fontAlgn="auto">
              <a:lnSpc>
                <a:spcPct val="130000"/>
              </a:lnSpc>
              <a:spcAft>
                <a:spcPts val="1000"/>
              </a:spcAft>
              <a:buClrTx/>
              <a:buSzTx/>
              <a:buFontTx/>
              <a:buBlip>
                <a:blip r:embed="rId2"/>
              </a:buBlip>
            </a:pPr>
            <a:r>
              <a:rPr lang="en-US" altLang="zh-CN"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 </a:t>
            </a:r>
            <a:r>
              <a:rPr lang="zh-CN" altLang="en-US"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产品承接</a:t>
            </a:r>
            <a:r>
              <a:rPr lang="en-US" altLang="zh-CN"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            </a:t>
            </a:r>
            <a:endParaRPr lang="en-US" altLang="zh-CN"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endParaRPr>
          </a:p>
          <a:p>
            <a:pPr lvl="0" algn="l" fontAlgn="auto">
              <a:lnSpc>
                <a:spcPct val="130000"/>
              </a:lnSpc>
              <a:spcAft>
                <a:spcPts val="1000"/>
              </a:spcAft>
              <a:buClrTx/>
              <a:buSzTx/>
              <a:buFontTx/>
              <a:buBlip>
                <a:blip r:embed="rId2"/>
              </a:buBlip>
            </a:pPr>
            <a:r>
              <a:rPr lang="en-US" altLang="zh-CN"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 </a:t>
            </a:r>
            <a:r>
              <a:rPr lang="zh-CN" altLang="en-US"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入职时间和人数</a:t>
            </a:r>
            <a:endParaRPr lang="zh-CN" altLang="en-US"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endParaRPr>
          </a:p>
          <a:p>
            <a:pPr lvl="0" algn="l" fontAlgn="auto">
              <a:lnSpc>
                <a:spcPct val="130000"/>
              </a:lnSpc>
              <a:spcAft>
                <a:spcPts val="1000"/>
              </a:spcAft>
              <a:buClrTx/>
              <a:buSzTx/>
              <a:buFontTx/>
              <a:buBlip>
                <a:blip r:embed="rId2"/>
              </a:buBlip>
            </a:pPr>
            <a:r>
              <a:rPr lang="en-US" altLang="zh-CN"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 </a:t>
            </a:r>
            <a:r>
              <a:rPr lang="zh-CN" altLang="en-US"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岗位职级</a:t>
            </a:r>
            <a:r>
              <a:rPr lang="en-US" altLang="zh-CN"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           </a:t>
            </a:r>
            <a:endParaRPr lang="en-US" altLang="zh-CN"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endParaRPr>
          </a:p>
          <a:p>
            <a:pPr lvl="0" algn="l" fontAlgn="auto">
              <a:lnSpc>
                <a:spcPct val="130000"/>
              </a:lnSpc>
              <a:spcAft>
                <a:spcPts val="1000"/>
              </a:spcAft>
              <a:buClrTx/>
              <a:buSzTx/>
              <a:buFontTx/>
              <a:buBlip>
                <a:blip r:embed="rId2"/>
              </a:buBlip>
            </a:pPr>
            <a:r>
              <a:rPr lang="en-US" altLang="zh-CN"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 </a:t>
            </a:r>
            <a:r>
              <a:rPr lang="zh-CN" altLang="en-US"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人才盘点、胜任力</a:t>
            </a:r>
            <a:endParaRPr lang="zh-CN" altLang="en-US"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endParaRPr>
          </a:p>
          <a:p>
            <a:pPr lvl="0" algn="l" fontAlgn="auto">
              <a:lnSpc>
                <a:spcPct val="130000"/>
              </a:lnSpc>
              <a:spcAft>
                <a:spcPts val="1000"/>
              </a:spcAft>
              <a:buClrTx/>
              <a:buSzTx/>
              <a:buFontTx/>
              <a:buBlip>
                <a:blip r:embed="rId2"/>
              </a:buBlip>
            </a:pPr>
            <a:r>
              <a:rPr lang="en-US" altLang="zh-CN"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 </a:t>
            </a:r>
            <a:r>
              <a:rPr lang="zh-CN" altLang="en-US"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业绩目标</a:t>
            </a:r>
            <a:r>
              <a:rPr lang="en-US" altLang="zh-CN"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            </a:t>
            </a:r>
            <a:endParaRPr lang="en-US" altLang="zh-CN"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endParaRPr>
          </a:p>
          <a:p>
            <a:pPr lvl="0" algn="l" fontAlgn="auto">
              <a:lnSpc>
                <a:spcPct val="130000"/>
              </a:lnSpc>
              <a:spcAft>
                <a:spcPts val="1000"/>
              </a:spcAft>
              <a:buClrTx/>
              <a:buSzTx/>
              <a:buFontTx/>
              <a:buBlip>
                <a:blip r:embed="rId2"/>
              </a:buBlip>
            </a:pPr>
            <a:r>
              <a:rPr lang="en-US" altLang="zh-CN"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 </a:t>
            </a:r>
            <a:r>
              <a:rPr lang="zh-CN" altLang="en-US"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平台人才供需与同行人才市场竞争</a:t>
            </a:r>
            <a:endParaRPr lang="zh-CN" altLang="en-US"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endParaRPr>
          </a:p>
          <a:p>
            <a:pPr lvl="0" algn="l" fontAlgn="auto">
              <a:lnSpc>
                <a:spcPct val="130000"/>
              </a:lnSpc>
              <a:spcAft>
                <a:spcPts val="1000"/>
              </a:spcAft>
              <a:buClrTx/>
              <a:buSzTx/>
              <a:buFontTx/>
              <a:buBlip>
                <a:blip r:embed="rId2"/>
              </a:buBlip>
            </a:pPr>
            <a:r>
              <a:rPr lang="en-US" altLang="zh-CN"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 </a:t>
            </a:r>
            <a:r>
              <a:rPr lang="zh-CN" altLang="en-US"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rPr>
              <a:t>招聘策略</a:t>
            </a:r>
            <a:endParaRPr lang="zh-CN" altLang="en-US"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endParaRPr>
          </a:p>
          <a:p>
            <a:pPr>
              <a:lnSpc>
                <a:spcPct val="150000"/>
              </a:lnSpc>
              <a:buBlip>
                <a:blip r:embed="rId2"/>
              </a:buBlip>
            </a:pPr>
            <a:endParaRPr lang="zh-CN" altLang="en-US"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endParaRPr>
          </a:p>
          <a:p>
            <a:pPr>
              <a:lnSpc>
                <a:spcPct val="150000"/>
              </a:lnSpc>
            </a:pPr>
            <a:endParaRPr lang="zh-CN" altLang="en-US" sz="1200" dirty="0">
              <a:solidFill>
                <a:srgbClr val="0D0D0D"/>
              </a:solidFill>
              <a:latin typeface="汉仪君黑-45简" panose="020B0604020202020204" charset="-122"/>
              <a:ea typeface="汉仪君黑-45简" panose="020B0604020202020204" charset="-122"/>
              <a:cs typeface="+mn-ea"/>
              <a:sym typeface="+mn-lt"/>
            </a:endParaRPr>
          </a:p>
        </p:txBody>
      </p:sp>
      <p:grpSp>
        <p:nvGrpSpPr>
          <p:cNvPr id="8" name="组合 7"/>
          <p:cNvGrpSpPr/>
          <p:nvPr/>
        </p:nvGrpSpPr>
        <p:grpSpPr>
          <a:xfrm>
            <a:off x="0" y="6401399"/>
            <a:ext cx="1933184" cy="456601"/>
            <a:chOff x="5813" y="5507421"/>
            <a:chExt cx="7708780" cy="1350579"/>
          </a:xfrm>
        </p:grpSpPr>
        <p:sp>
          <p:nvSpPr>
            <p:cNvPr id="9" name="等腰三角形 8"/>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10" name="等腰三角形 9"/>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11" name="组合 10"/>
          <p:cNvGrpSpPr/>
          <p:nvPr/>
        </p:nvGrpSpPr>
        <p:grpSpPr>
          <a:xfrm>
            <a:off x="10258816" y="-14340"/>
            <a:ext cx="1933184" cy="456601"/>
            <a:chOff x="1717902" y="-14340"/>
            <a:chExt cx="10474098" cy="2473890"/>
          </a:xfrm>
        </p:grpSpPr>
        <p:sp>
          <p:nvSpPr>
            <p:cNvPr id="12" name="任意多边形: 形状 11"/>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3" name="任意多边形: 形状 12"/>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14" name="组合 13"/>
          <p:cNvGrpSpPr/>
          <p:nvPr/>
        </p:nvGrpSpPr>
        <p:grpSpPr>
          <a:xfrm>
            <a:off x="0" y="138059"/>
            <a:ext cx="321733" cy="810207"/>
            <a:chOff x="-79079" y="0"/>
            <a:chExt cx="530352" cy="1060704"/>
          </a:xfrm>
        </p:grpSpPr>
        <p:sp>
          <p:nvSpPr>
            <p:cNvPr id="15" name="任意多边形: 形状 14"/>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6" name="任意多边形: 形状 15"/>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17" name="文本框 16"/>
          <p:cNvSpPr txBox="1"/>
          <p:nvPr/>
        </p:nvSpPr>
        <p:spPr>
          <a:xfrm>
            <a:off x="321945" y="281305"/>
            <a:ext cx="2249805" cy="760095"/>
          </a:xfrm>
          <a:prstGeom prst="rect">
            <a:avLst/>
          </a:prstGeom>
          <a:noFill/>
        </p:spPr>
        <p:txBody>
          <a:bodyPr wrap="square" rtlCol="0">
            <a:noAutofit/>
          </a:bodyPr>
          <a:lstStyle/>
          <a:p>
            <a:pPr algn="dist"/>
            <a:r>
              <a:rPr lang="zh-CN" altLang="en-US" sz="2800" spc="300">
                <a:solidFill>
                  <a:srgbClr val="000000">
                    <a:lumMod val="75000"/>
                    <a:lumOff val="25000"/>
                  </a:srgbClr>
                </a:solidFill>
                <a:uFillTx/>
                <a:latin typeface="SimHei" panose="02010609060101010101" charset="-122"/>
                <a:ea typeface="SimHei" panose="02010609060101010101" charset="-122"/>
                <a:cs typeface="思源黑体 CN Regular" panose="020B0300000000000000" charset="-122"/>
                <a:sym typeface="Microsoft YaHei" panose="020B0503020204020204" charset="-122"/>
              </a:rPr>
              <a:t>举例</a:t>
            </a:r>
            <a:endParaRPr lang="zh-CN" altLang="en-US" sz="2800" spc="300">
              <a:solidFill>
                <a:srgbClr val="000000">
                  <a:lumMod val="75000"/>
                  <a:lumOff val="25000"/>
                </a:srgbClr>
              </a:solidFill>
              <a:uFillTx/>
              <a:latin typeface="SimHei" panose="02010609060101010101" charset="-122"/>
              <a:ea typeface="SimHei" panose="02010609060101010101" charset="-122"/>
              <a:cs typeface="思源黑体 CN Regular" panose="020B0300000000000000" charset="-122"/>
              <a:sym typeface="Microsoft YaHei" panose="020B0503020204020204" charset="-122"/>
            </a:endParaRPr>
          </a:p>
          <a:p>
            <a:pPr algn="dist"/>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0" y="6401399"/>
            <a:ext cx="1933184" cy="456601"/>
            <a:chOff x="5813" y="5507421"/>
            <a:chExt cx="7708780" cy="1350579"/>
          </a:xfrm>
        </p:grpSpPr>
        <p:sp>
          <p:nvSpPr>
            <p:cNvPr id="20" name="等腰三角形 19"/>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4" name="等腰三角形 23"/>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5" name="组合 24"/>
          <p:cNvGrpSpPr/>
          <p:nvPr/>
        </p:nvGrpSpPr>
        <p:grpSpPr>
          <a:xfrm>
            <a:off x="10258816" y="-14340"/>
            <a:ext cx="1933184" cy="456601"/>
            <a:chOff x="1717902" y="-14340"/>
            <a:chExt cx="10474098" cy="2473890"/>
          </a:xfrm>
        </p:grpSpPr>
        <p:sp>
          <p:nvSpPr>
            <p:cNvPr id="26" name="任意多边形: 形状 25"/>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7" name="任意多边形: 形状 26"/>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8" name="组合 27"/>
          <p:cNvGrpSpPr/>
          <p:nvPr/>
        </p:nvGrpSpPr>
        <p:grpSpPr>
          <a:xfrm>
            <a:off x="0" y="138059"/>
            <a:ext cx="321733" cy="810207"/>
            <a:chOff x="-79079" y="0"/>
            <a:chExt cx="530352" cy="1060704"/>
          </a:xfrm>
        </p:grpSpPr>
        <p:sp>
          <p:nvSpPr>
            <p:cNvPr id="29" name="任意多边形: 形状 28"/>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0" name="任意多边形: 形状 29"/>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1" name="文本框 30"/>
          <p:cNvSpPr txBox="1"/>
          <p:nvPr/>
        </p:nvSpPr>
        <p:spPr>
          <a:xfrm>
            <a:off x="321733" y="281552"/>
            <a:ext cx="2912534" cy="521970"/>
          </a:xfrm>
          <a:prstGeom prst="rect">
            <a:avLst/>
          </a:prstGeom>
          <a:noFill/>
        </p:spPr>
        <p:txBody>
          <a:bodyPr wrap="square" rtlCol="0">
            <a:spAutoFit/>
          </a:body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战略规划先行</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3" name="文本框 2"/>
          <p:cNvSpPr txBox="1"/>
          <p:nvPr/>
        </p:nvSpPr>
        <p:spPr>
          <a:xfrm>
            <a:off x="6028690" y="2647950"/>
            <a:ext cx="5662930" cy="2168525"/>
          </a:xfrm>
          <a:prstGeom prst="rect">
            <a:avLst/>
          </a:prstGeom>
          <a:noFill/>
        </p:spPr>
        <p:txBody>
          <a:bodyPr wrap="square" rtlCol="0" anchor="t">
            <a:spAutoFit/>
          </a:bodyPr>
          <a:p>
            <a:pPr algn="l">
              <a:lnSpc>
                <a:spcPct val="250000"/>
              </a:lnSpc>
            </a:pPr>
            <a:r>
              <a:rPr lang="zh-CN" altLang="en-US" dirty="0">
                <a:solidFill>
                  <a:schemeClr val="accent2"/>
                </a:solidFill>
                <a:uFillTx/>
                <a:latin typeface="SimHei" panose="02010609060101010101" charset="-122"/>
                <a:ea typeface="SimHei" panose="02010609060101010101" charset="-122"/>
                <a:cs typeface="方正小标宋_GBK" panose="02010600030101010101" charset="-122"/>
                <a:sym typeface="Arial" panose="020B0604020202020204" pitchFamily="34" charset="0"/>
              </a:rPr>
              <a:t>因此，</a:t>
            </a:r>
            <a:endParaRPr lang="zh-CN" altLang="en-US" dirty="0">
              <a:solidFill>
                <a:schemeClr val="accent2"/>
              </a:solidFill>
              <a:uFillTx/>
              <a:latin typeface="SimHei" panose="02010609060101010101" charset="-122"/>
              <a:ea typeface="SimHei" panose="02010609060101010101" charset="-122"/>
              <a:cs typeface="方正小标宋_GBK" panose="02010600030101010101" charset="-122"/>
              <a:sym typeface="Arial" panose="020B0604020202020204" pitchFamily="34" charset="0"/>
            </a:endParaRPr>
          </a:p>
          <a:p>
            <a:pPr algn="l">
              <a:lnSpc>
                <a:spcPct val="250000"/>
              </a:lnSpc>
            </a:pPr>
            <a:r>
              <a:rPr lang="zh-CN" altLang="en-US" dirty="0">
                <a:solidFill>
                  <a:schemeClr val="accent2"/>
                </a:solidFill>
                <a:uFillTx/>
                <a:latin typeface="SimHei" panose="02010609060101010101" charset="-122"/>
                <a:ea typeface="SimHei" panose="02010609060101010101" charset="-122"/>
                <a:cs typeface="方正小标宋_GBK" panose="02010600030101010101" charset="-122"/>
                <a:sym typeface="Arial" panose="020B0604020202020204" pitchFamily="34" charset="0"/>
              </a:rPr>
              <a:t>企业战略规划是企业高效展开招聘工作的基础和前提，</a:t>
            </a:r>
            <a:endParaRPr lang="zh-CN" altLang="en-US" dirty="0">
              <a:solidFill>
                <a:schemeClr val="accent2"/>
              </a:solidFill>
              <a:uFillTx/>
              <a:latin typeface="SimHei" panose="02010609060101010101" charset="-122"/>
              <a:ea typeface="SimHei" panose="02010609060101010101" charset="-122"/>
              <a:cs typeface="方正小标宋_GBK" panose="02010600030101010101" charset="-122"/>
              <a:sym typeface="Arial" panose="020B0604020202020204" pitchFamily="34" charset="0"/>
            </a:endParaRPr>
          </a:p>
          <a:p>
            <a:pPr algn="l">
              <a:lnSpc>
                <a:spcPct val="250000"/>
              </a:lnSpc>
            </a:pPr>
            <a:r>
              <a:rPr lang="zh-CN" altLang="en-US" dirty="0">
                <a:solidFill>
                  <a:schemeClr val="accent2"/>
                </a:solidFill>
                <a:uFillTx/>
                <a:latin typeface="SimHei" panose="02010609060101010101" charset="-122"/>
                <a:ea typeface="SimHei" panose="02010609060101010101" charset="-122"/>
                <a:cs typeface="方正小标宋_GBK" panose="02010600030101010101" charset="-122"/>
                <a:sym typeface="Arial" panose="020B0604020202020204" pitchFamily="34" charset="0"/>
              </a:rPr>
              <a:t>能够帮助企业更好地开展人才引进、培养和管理工作。</a:t>
            </a:r>
            <a:endParaRPr lang="zh-CN" altLang="en-US" b="1" dirty="0">
              <a:solidFill>
                <a:schemeClr val="accent2"/>
              </a:solidFill>
              <a:uFillTx/>
              <a:latin typeface="SimHei" panose="02010609060101010101" charset="-122"/>
              <a:ea typeface="SimHei" panose="02010609060101010101" charset="-122"/>
              <a:cs typeface="方正小标宋_GBK" panose="02010600030101010101" charset="-122"/>
              <a:sym typeface="Arial" panose="020B0604020202020204" pitchFamily="34" charset="0"/>
            </a:endParaRPr>
          </a:p>
        </p:txBody>
      </p:sp>
      <p:pic>
        <p:nvPicPr>
          <p:cNvPr id="2" name="http://photo-static-api.fotomore.com/creative/vcg/400/new/VCG41N871802194.jpg?uid=386&amp;timestamp=1684129154&amp;sign=7479014f78681ff05bcbfacf9aada207" descr="templates\picture_hover\&amp;pky230_sjzg_VCG41N871802194&amp;2&amp;src_toppic_inpsrchzd1&amp;"/>
          <p:cNvPicPr>
            <a:picLocks noChangeAspect="1"/>
          </p:cNvPicPr>
          <p:nvPr>
            <p:custDataLst>
              <p:tags r:id="rId1"/>
            </p:custDataLst>
          </p:nvPr>
        </p:nvPicPr>
        <p:blipFill>
          <a:blip r:embed="rId2"/>
          <a:srcRect l="17785" t="18411" r="14392" b="-307"/>
          <a:stretch>
            <a:fillRect/>
          </a:stretch>
        </p:blipFill>
        <p:spPr>
          <a:xfrm>
            <a:off x="240030" y="1668780"/>
            <a:ext cx="5120005" cy="41262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0" y="1128395"/>
            <a:ext cx="12192000" cy="1298575"/>
          </a:xfrm>
          <a:prstGeom prst="rect">
            <a:avLst/>
          </a:prstGeom>
          <a:solidFill>
            <a:srgbClr val="E0836A"/>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14" name="任意多边形 13"/>
          <p:cNvSpPr/>
          <p:nvPr/>
        </p:nvSpPr>
        <p:spPr>
          <a:xfrm>
            <a:off x="3417350" y="3314009"/>
            <a:ext cx="2773564" cy="98425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endParaRPr lang="zh-CN" altLang="en-US" sz="1865" dirty="0">
              <a:solidFill>
                <a:schemeClr val="bg1"/>
              </a:solidFill>
              <a:latin typeface="汉仪君黑-45简" panose="020B0604020202020204" charset="-122"/>
              <a:ea typeface="汉仪君黑-45简" panose="020B0604020202020204" charset="-122"/>
              <a:cs typeface="+mn-ea"/>
              <a:sym typeface="+mn-lt"/>
            </a:endParaRPr>
          </a:p>
        </p:txBody>
      </p:sp>
      <p:sp>
        <p:nvSpPr>
          <p:cNvPr id="15" name="文本框 35"/>
          <p:cNvSpPr txBox="1"/>
          <p:nvPr/>
        </p:nvSpPr>
        <p:spPr>
          <a:xfrm>
            <a:off x="3661951" y="3606745"/>
            <a:ext cx="2346292" cy="398780"/>
          </a:xfrm>
          <a:prstGeom prst="rect">
            <a:avLst/>
          </a:prstGeom>
          <a:noFill/>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2000" dirty="0">
                <a:solidFill>
                  <a:schemeClr val="bg1"/>
                </a:solidFill>
                <a:latin typeface="汉仪君黑-45简" panose="020B0604020202020204" charset="-122"/>
                <a:ea typeface="汉仪君黑-45简" panose="020B0604020202020204" charset="-122"/>
                <a:cs typeface="+mn-ea"/>
                <a:sym typeface="+mn-lt"/>
              </a:rPr>
              <a:t>招聘效率</a:t>
            </a:r>
            <a:endParaRPr lang="zh-CN" altLang="en-US" sz="2000" dirty="0">
              <a:solidFill>
                <a:schemeClr val="bg1"/>
              </a:solidFill>
              <a:latin typeface="汉仪君黑-45简" panose="020B0604020202020204" charset="-122"/>
              <a:ea typeface="汉仪君黑-45简" panose="020B0604020202020204" charset="-122"/>
              <a:cs typeface="+mn-ea"/>
              <a:sym typeface="+mn-lt"/>
            </a:endParaRPr>
          </a:p>
        </p:txBody>
      </p:sp>
      <p:sp>
        <p:nvSpPr>
          <p:cNvPr id="16" name="任意多边形 15"/>
          <p:cNvSpPr/>
          <p:nvPr/>
        </p:nvSpPr>
        <p:spPr>
          <a:xfrm>
            <a:off x="833614" y="3314009"/>
            <a:ext cx="2773564" cy="98425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endParaRPr lang="zh-CN" altLang="en-US" sz="1865" dirty="0">
              <a:solidFill>
                <a:schemeClr val="bg1"/>
              </a:solidFill>
              <a:latin typeface="汉仪君黑-45简" panose="020B0604020202020204" charset="-122"/>
              <a:ea typeface="汉仪君黑-45简" panose="020B0604020202020204" charset="-122"/>
              <a:cs typeface="+mn-ea"/>
              <a:sym typeface="+mn-lt"/>
            </a:endParaRPr>
          </a:p>
        </p:txBody>
      </p:sp>
      <p:sp>
        <p:nvSpPr>
          <p:cNvPr id="17" name="文本框 43"/>
          <p:cNvSpPr txBox="1"/>
          <p:nvPr/>
        </p:nvSpPr>
        <p:spPr>
          <a:xfrm>
            <a:off x="1013797" y="3606744"/>
            <a:ext cx="2413198" cy="398780"/>
          </a:xfrm>
          <a:prstGeom prst="rect">
            <a:avLst/>
          </a:prstGeom>
          <a:noFill/>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2000" dirty="0">
                <a:solidFill>
                  <a:schemeClr val="bg1"/>
                </a:solidFill>
                <a:latin typeface="汉仪君黑-45简" panose="020B0604020202020204" charset="-122"/>
                <a:ea typeface="汉仪君黑-45简" panose="020B0604020202020204" charset="-122"/>
                <a:cs typeface="+mn-ea"/>
                <a:sym typeface="+mn-lt"/>
              </a:rPr>
              <a:t>人才需求</a:t>
            </a:r>
            <a:endParaRPr lang="zh-CN" altLang="en-US" sz="2000" dirty="0">
              <a:solidFill>
                <a:schemeClr val="bg1"/>
              </a:solidFill>
              <a:latin typeface="汉仪君黑-45简" panose="020B0604020202020204" charset="-122"/>
              <a:ea typeface="汉仪君黑-45简" panose="020B0604020202020204" charset="-122"/>
              <a:cs typeface="+mn-ea"/>
              <a:sym typeface="+mn-lt"/>
            </a:endParaRPr>
          </a:p>
        </p:txBody>
      </p:sp>
      <p:sp>
        <p:nvSpPr>
          <p:cNvPr id="18" name="任意多边形 17"/>
          <p:cNvSpPr/>
          <p:nvPr/>
        </p:nvSpPr>
        <p:spPr>
          <a:xfrm>
            <a:off x="8584823" y="3314009"/>
            <a:ext cx="2773564" cy="98425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endParaRPr lang="zh-CN" altLang="en-US" sz="1865" dirty="0">
              <a:solidFill>
                <a:schemeClr val="bg1"/>
              </a:solidFill>
              <a:latin typeface="汉仪君黑-45简" panose="020B0604020202020204" charset="-122"/>
              <a:ea typeface="汉仪君黑-45简" panose="020B0604020202020204" charset="-122"/>
              <a:cs typeface="+mn-ea"/>
              <a:sym typeface="+mn-lt"/>
            </a:endParaRPr>
          </a:p>
        </p:txBody>
      </p:sp>
      <p:sp>
        <p:nvSpPr>
          <p:cNvPr id="19" name="文本框 46"/>
          <p:cNvSpPr txBox="1"/>
          <p:nvPr/>
        </p:nvSpPr>
        <p:spPr>
          <a:xfrm>
            <a:off x="8798459" y="3606745"/>
            <a:ext cx="2346292" cy="398780"/>
          </a:xfrm>
          <a:prstGeom prst="rect">
            <a:avLst/>
          </a:prstGeom>
          <a:noFill/>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2000" dirty="0">
                <a:solidFill>
                  <a:schemeClr val="bg1"/>
                </a:solidFill>
                <a:latin typeface="汉仪君黑-45简" panose="020B0604020202020204" charset="-122"/>
                <a:ea typeface="汉仪君黑-45简" panose="020B0604020202020204" charset="-122"/>
                <a:cs typeface="+mn-ea"/>
                <a:sym typeface="+mn-lt"/>
              </a:rPr>
              <a:t>企业品牌形象</a:t>
            </a:r>
            <a:endParaRPr lang="zh-CN" altLang="en-US" sz="2000" dirty="0">
              <a:solidFill>
                <a:schemeClr val="bg1"/>
              </a:solidFill>
              <a:latin typeface="汉仪君黑-45简" panose="020B0604020202020204" charset="-122"/>
              <a:ea typeface="汉仪君黑-45简" panose="020B0604020202020204" charset="-122"/>
              <a:cs typeface="+mn-ea"/>
              <a:sym typeface="+mn-lt"/>
            </a:endParaRPr>
          </a:p>
        </p:txBody>
      </p:sp>
      <p:sp>
        <p:nvSpPr>
          <p:cNvPr id="20" name="任意多边形 19"/>
          <p:cNvSpPr/>
          <p:nvPr/>
        </p:nvSpPr>
        <p:spPr>
          <a:xfrm>
            <a:off x="5996328" y="3314009"/>
            <a:ext cx="2773564" cy="98425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endParaRPr lang="zh-CN" altLang="en-US" sz="1865" dirty="0">
              <a:solidFill>
                <a:schemeClr val="bg1"/>
              </a:solidFill>
              <a:latin typeface="汉仪君黑-45简" panose="020B0604020202020204" charset="-122"/>
              <a:ea typeface="汉仪君黑-45简" panose="020B0604020202020204" charset="-122"/>
              <a:cs typeface="+mn-ea"/>
              <a:sym typeface="+mn-lt"/>
            </a:endParaRPr>
          </a:p>
        </p:txBody>
      </p:sp>
      <p:sp>
        <p:nvSpPr>
          <p:cNvPr id="21" name="文本框 49"/>
          <p:cNvSpPr txBox="1"/>
          <p:nvPr/>
        </p:nvSpPr>
        <p:spPr>
          <a:xfrm>
            <a:off x="6243199" y="3606746"/>
            <a:ext cx="2320303" cy="398780"/>
          </a:xfrm>
          <a:prstGeom prst="rect">
            <a:avLst/>
          </a:prstGeom>
          <a:noFill/>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2000" dirty="0">
                <a:solidFill>
                  <a:schemeClr val="bg1"/>
                </a:solidFill>
                <a:latin typeface="汉仪君黑-45简" panose="020B0604020202020204" charset="-122"/>
                <a:ea typeface="汉仪君黑-45简" panose="020B0604020202020204" charset="-122"/>
                <a:cs typeface="+mn-ea"/>
                <a:sym typeface="+mn-lt"/>
              </a:rPr>
              <a:t>招聘体验</a:t>
            </a:r>
            <a:endParaRPr lang="zh-CN" altLang="en-US" sz="2000" dirty="0">
              <a:solidFill>
                <a:schemeClr val="bg1"/>
              </a:solidFill>
              <a:latin typeface="汉仪君黑-45简" panose="020B0604020202020204" charset="-122"/>
              <a:ea typeface="汉仪君黑-45简" panose="020B0604020202020204" charset="-122"/>
              <a:cs typeface="+mn-ea"/>
              <a:sym typeface="+mn-lt"/>
            </a:endParaRPr>
          </a:p>
        </p:txBody>
      </p:sp>
      <p:sp>
        <p:nvSpPr>
          <p:cNvPr id="22" name="文本框 37"/>
          <p:cNvSpPr txBox="1">
            <a:spLocks noChangeArrowheads="1"/>
          </p:cNvSpPr>
          <p:nvPr/>
        </p:nvSpPr>
        <p:spPr bwMode="auto">
          <a:xfrm>
            <a:off x="888365" y="4591685"/>
            <a:ext cx="2524125" cy="174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50000"/>
              </a:lnSpc>
            </a:pPr>
            <a:r>
              <a:rPr lang="en-US" altLang="zh-CN" sz="1400" dirty="0">
                <a:solidFill>
                  <a:schemeClr val="tx1">
                    <a:lumMod val="75000"/>
                    <a:lumOff val="25000"/>
                  </a:schemeClr>
                </a:solidFill>
                <a:latin typeface="汉仪君黑-45简" panose="020B0604020202020204" charset="-122"/>
                <a:ea typeface="汉仪君黑-45简" panose="020B0604020202020204" charset="-122"/>
                <a:sym typeface="汉仪君黑-45简" panose="020B0604020202020204" charset="-122"/>
              </a:rPr>
              <a:t>搭建招聘体系可以帮助企业明确岗位需求和胜任力模型，进而制定清晰的人才需求标准，从而更精准地寻找符合企业要求的人才</a:t>
            </a:r>
            <a:endParaRPr lang="en-US" altLang="zh-CN" sz="1400" dirty="0" smtClean="0">
              <a:solidFill>
                <a:schemeClr val="tx1">
                  <a:lumMod val="75000"/>
                  <a:lumOff val="25000"/>
                </a:schemeClr>
              </a:solidFill>
              <a:latin typeface="汉仪君黑-45简" panose="020B0604020202020204" charset="-122"/>
              <a:ea typeface="汉仪君黑-45简" panose="020B0604020202020204" charset="-122"/>
              <a:sym typeface="汉仪君黑-45简" panose="020B0604020202020204" charset="-122"/>
            </a:endParaRPr>
          </a:p>
          <a:p>
            <a:pPr eaLnBrk="1" hangingPunct="1">
              <a:lnSpc>
                <a:spcPct val="150000"/>
              </a:lnSpc>
            </a:pP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23" name="文本框 37"/>
          <p:cNvSpPr txBox="1">
            <a:spLocks noChangeArrowheads="1"/>
          </p:cNvSpPr>
          <p:nvPr/>
        </p:nvSpPr>
        <p:spPr bwMode="auto">
          <a:xfrm>
            <a:off x="3472213" y="4591394"/>
            <a:ext cx="2524115" cy="1706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50000"/>
              </a:lnSpc>
            </a:pPr>
            <a:r>
              <a:rPr lang="en-US" altLang="zh-CN" sz="1400" dirty="0">
                <a:solidFill>
                  <a:schemeClr val="tx1">
                    <a:lumMod val="75000"/>
                    <a:lumOff val="25000"/>
                  </a:schemeClr>
                </a:solidFill>
                <a:latin typeface="汉仪君黑-45简" panose="020B0604020202020204" charset="-122"/>
                <a:ea typeface="汉仪君黑-45简" panose="020B0604020202020204" charset="-122"/>
                <a:sym typeface="汉仪君黑-45简" panose="020B0604020202020204" charset="-122"/>
              </a:rPr>
              <a:t>通过搭建招聘体系，可以优化招聘流程，提高招聘效率，避免浪费时间和资源在不必要的环节上。这样可以更快速地筛选出符合要求的人才。</a:t>
            </a:r>
            <a:endParaRPr lang="en-US" altLang="zh-CN" sz="1400" dirty="0">
              <a:solidFill>
                <a:schemeClr val="tx1">
                  <a:lumMod val="75000"/>
                  <a:lumOff val="25000"/>
                </a:schemeClr>
              </a:solidFill>
              <a:latin typeface="汉仪君黑-45简" panose="020B0604020202020204" charset="-122"/>
              <a:ea typeface="汉仪君黑-45简" panose="020B0604020202020204" charset="-122"/>
              <a:cs typeface="+mn-ea"/>
              <a:sym typeface="汉仪君黑-45简" panose="020B0604020202020204" charset="-122"/>
            </a:endParaRPr>
          </a:p>
        </p:txBody>
      </p:sp>
      <p:sp>
        <p:nvSpPr>
          <p:cNvPr id="24" name="文本框 37"/>
          <p:cNvSpPr txBox="1">
            <a:spLocks noChangeArrowheads="1"/>
          </p:cNvSpPr>
          <p:nvPr/>
        </p:nvSpPr>
        <p:spPr bwMode="auto">
          <a:xfrm>
            <a:off x="6055949" y="4651084"/>
            <a:ext cx="2524115" cy="1510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10000"/>
              </a:lnSpc>
            </a:pPr>
            <a:r>
              <a:rPr lang="en-US" altLang="zh-CN" sz="1400" dirty="0">
                <a:solidFill>
                  <a:schemeClr val="tx1">
                    <a:lumMod val="75000"/>
                    <a:lumOff val="25000"/>
                  </a:schemeClr>
                </a:solidFill>
                <a:latin typeface="汉仪君黑-45简" panose="020B0604020202020204" charset="-122"/>
                <a:ea typeface="汉仪君黑-45简" panose="020B0604020202020204" charset="-122"/>
                <a:sym typeface="汉仪君黑-45简" panose="020B0604020202020204" charset="-122"/>
              </a:rPr>
              <a:t>搭建招聘体系可以让招聘流程更加规范化、透明化，让候选人了解到整个招聘过程，增强候选人对企业的信任感和归属感，提升候选人体验并吸引更多优秀的人才。</a:t>
            </a:r>
            <a:endParaRPr lang="en-US" altLang="zh-CN" sz="1400" dirty="0">
              <a:solidFill>
                <a:schemeClr val="tx1">
                  <a:lumMod val="75000"/>
                  <a:lumOff val="25000"/>
                </a:schemeClr>
              </a:solidFill>
              <a:latin typeface="汉仪君黑-45简" panose="020B0604020202020204" charset="-122"/>
              <a:ea typeface="汉仪君黑-45简" panose="020B0604020202020204" charset="-122"/>
              <a:cs typeface="+mn-ea"/>
              <a:sym typeface="汉仪君黑-45简" panose="020B0604020202020204" charset="-122"/>
            </a:endParaRPr>
          </a:p>
        </p:txBody>
      </p:sp>
      <p:sp>
        <p:nvSpPr>
          <p:cNvPr id="25" name="文本框 24"/>
          <p:cNvSpPr txBox="1">
            <a:spLocks noChangeArrowheads="1"/>
          </p:cNvSpPr>
          <p:nvPr/>
        </p:nvSpPr>
        <p:spPr bwMode="auto">
          <a:xfrm>
            <a:off x="8639686" y="4572344"/>
            <a:ext cx="2524115" cy="203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50000"/>
              </a:lnSpc>
            </a:pPr>
            <a:r>
              <a:rPr lang="en-US" altLang="zh-CN" sz="1400" dirty="0">
                <a:solidFill>
                  <a:schemeClr val="tx1">
                    <a:lumMod val="75000"/>
                    <a:lumOff val="25000"/>
                  </a:schemeClr>
                </a:solidFill>
                <a:latin typeface="汉仪君黑-45简" panose="020B0604020202020204" charset="-122"/>
                <a:ea typeface="汉仪君黑-45简" panose="020B0604020202020204" charset="-122"/>
                <a:sym typeface="汉仪君黑-45简" panose="020B0604020202020204" charset="-122"/>
              </a:rPr>
              <a:t>搭建招聘体系可以让企业树立良好的雇主品牌形象，通过严格的招聘流程和专业的待遇、福利等方面的保障，吸引人才的同时树立企业良好的形象和口碑。</a:t>
            </a:r>
            <a:endParaRPr lang="en-US" altLang="zh-CN" sz="1400" dirty="0">
              <a:solidFill>
                <a:schemeClr val="tx1">
                  <a:lumMod val="75000"/>
                  <a:lumOff val="25000"/>
                </a:schemeClr>
              </a:solidFill>
              <a:latin typeface="汉仪君黑-45简" panose="020B0604020202020204" charset="-122"/>
              <a:ea typeface="汉仪君黑-45简" panose="020B0604020202020204" charset="-122"/>
              <a:cs typeface="+mn-ea"/>
              <a:sym typeface="汉仪君黑-45简" panose="020B0604020202020204" charset="-122"/>
            </a:endParaRPr>
          </a:p>
        </p:txBody>
      </p:sp>
      <p:grpSp>
        <p:nvGrpSpPr>
          <p:cNvPr id="26" name="组合 25"/>
          <p:cNvGrpSpPr/>
          <p:nvPr/>
        </p:nvGrpSpPr>
        <p:grpSpPr>
          <a:xfrm>
            <a:off x="0" y="6401399"/>
            <a:ext cx="1933184" cy="456601"/>
            <a:chOff x="5813" y="5507421"/>
            <a:chExt cx="7708780" cy="1350579"/>
          </a:xfrm>
        </p:grpSpPr>
        <p:sp>
          <p:nvSpPr>
            <p:cNvPr id="27" name="等腰三角形 26"/>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8" name="等腰三角形 27"/>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9" name="组合 28"/>
          <p:cNvGrpSpPr/>
          <p:nvPr/>
        </p:nvGrpSpPr>
        <p:grpSpPr>
          <a:xfrm>
            <a:off x="10258816" y="-14340"/>
            <a:ext cx="1933184" cy="456601"/>
            <a:chOff x="1717902" y="-14340"/>
            <a:chExt cx="10474098" cy="2473890"/>
          </a:xfrm>
        </p:grpSpPr>
        <p:sp>
          <p:nvSpPr>
            <p:cNvPr id="30" name="任意多边形: 形状 29"/>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1" name="任意多边形: 形状 30"/>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32" name="组合 31"/>
          <p:cNvGrpSpPr/>
          <p:nvPr/>
        </p:nvGrpSpPr>
        <p:grpSpPr>
          <a:xfrm>
            <a:off x="0" y="138059"/>
            <a:ext cx="321733" cy="810207"/>
            <a:chOff x="-79079" y="0"/>
            <a:chExt cx="530352" cy="1060704"/>
          </a:xfrm>
        </p:grpSpPr>
        <p:sp>
          <p:nvSpPr>
            <p:cNvPr id="33" name="任意多边形: 形状 32"/>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4" name="任意多边形: 形状 33"/>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5" name="文本框 34"/>
          <p:cNvSpPr txBox="1"/>
          <p:nvPr/>
        </p:nvSpPr>
        <p:spPr>
          <a:xfrm>
            <a:off x="321733" y="281552"/>
            <a:ext cx="2912534" cy="521970"/>
          </a:xfrm>
          <a:prstGeom prst="rect">
            <a:avLst/>
          </a:prstGeom>
          <a:noFill/>
        </p:spPr>
        <p:txBody>
          <a:bodyPr wrap="square" rtlCol="0">
            <a:spAutoFit/>
          </a:body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招聘体系优势</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2" name="文本框 1"/>
          <p:cNvSpPr txBox="1"/>
          <p:nvPr/>
        </p:nvSpPr>
        <p:spPr>
          <a:xfrm>
            <a:off x="537845" y="1223645"/>
            <a:ext cx="11195050" cy="1108075"/>
          </a:xfrm>
          <a:prstGeom prst="rect">
            <a:avLst/>
          </a:prstGeom>
          <a:noFill/>
        </p:spPr>
        <p:txBody>
          <a:bodyPr wrap="square" rtlCol="0" anchor="t">
            <a:noAutofit/>
          </a:bodyPr>
          <a:p>
            <a:pPr lvl="0" indent="0" algn="l">
              <a:lnSpc>
                <a:spcPct val="120000"/>
              </a:lnSpc>
              <a:buClrTx/>
              <a:buSzTx/>
              <a:buFont typeface="Wingdings" panose="05000000000000000000" charset="0"/>
              <a:buNone/>
            </a:pPr>
            <a:r>
              <a:rPr lang="en-US" altLang="zh-CN" sz="1400" dirty="0">
                <a:solidFill>
                  <a:schemeClr val="bg1"/>
                </a:solidFill>
                <a:latin typeface="汉仪君黑-45简" panose="020B0604020202020204" charset="-122"/>
                <a:ea typeface="汉仪君黑-45简" panose="020B0604020202020204" charset="-122"/>
                <a:cs typeface="SimHei" panose="02010609060101010101" charset="-122"/>
                <a:sym typeface="汉仪君黑-45简" panose="020B0604020202020204" charset="-122"/>
              </a:rPr>
              <a:t>搭建企业招聘体系可以帮助企业更精准地识别人才，这是因为：</a:t>
            </a:r>
            <a:endParaRPr lang="en-US" altLang="zh-CN" sz="1400" dirty="0">
              <a:solidFill>
                <a:schemeClr val="bg1"/>
              </a:solidFill>
              <a:latin typeface="汉仪君黑-45简" panose="020B0604020202020204" charset="-122"/>
              <a:ea typeface="汉仪君黑-45简" panose="020B0604020202020204" charset="-122"/>
              <a:cs typeface="SimHei" panose="02010609060101010101" charset="-122"/>
              <a:sym typeface="汉仪君黑-45简" panose="020B0604020202020204" charset="-122"/>
            </a:endParaRPr>
          </a:p>
          <a:p>
            <a:pPr lvl="0" algn="l">
              <a:lnSpc>
                <a:spcPct val="120000"/>
              </a:lnSpc>
              <a:buClrTx/>
              <a:buSzTx/>
              <a:buFontTx/>
            </a:pPr>
            <a:endParaRPr lang="zh-CN" altLang="en-US" sz="1400" dirty="0">
              <a:solidFill>
                <a:schemeClr val="bg1"/>
              </a:solidFill>
              <a:latin typeface="汉仪君黑-45简" panose="020B0604020202020204" charset="-122"/>
              <a:ea typeface="汉仪君黑-45简" panose="020B0604020202020204" charset="-122"/>
              <a:cs typeface="SimHei" panose="02010609060101010101" charset="-122"/>
              <a:sym typeface="汉仪君黑-45简" panose="020B0604020202020204" charset="-122"/>
            </a:endParaRPr>
          </a:p>
          <a:p>
            <a:pPr lvl="0" algn="l">
              <a:lnSpc>
                <a:spcPct val="120000"/>
              </a:lnSpc>
              <a:buClrTx/>
              <a:buSzTx/>
              <a:buFontTx/>
            </a:pPr>
            <a:r>
              <a:rPr lang="zh-CN" altLang="en-US" sz="1400" dirty="0">
                <a:solidFill>
                  <a:schemeClr val="bg1"/>
                </a:solidFill>
                <a:latin typeface="汉仪君黑-45简" panose="020B0604020202020204" charset="-122"/>
                <a:ea typeface="汉仪君黑-45简" panose="020B0604020202020204" charset="-122"/>
                <a:cs typeface="SimHei" panose="02010609060101010101" charset="-122"/>
                <a:sym typeface="汉仪君黑-45简" panose="020B0604020202020204" charset="-122"/>
              </a:rPr>
              <a:t>从人才需求、招聘效率、面试人员体验、企业品牌形象以及通过搭建胜任力模型跟招聘渠道分析等模块，</a:t>
            </a:r>
            <a:r>
              <a:rPr lang="en-US" altLang="zh-CN" sz="1400" dirty="0">
                <a:solidFill>
                  <a:schemeClr val="bg1"/>
                </a:solidFill>
                <a:latin typeface="汉仪君黑-45简" panose="020B0604020202020204" charset="-122"/>
                <a:ea typeface="汉仪君黑-45简" panose="020B0604020202020204" charset="-122"/>
                <a:cs typeface="SimHei" panose="02010609060101010101" charset="-122"/>
                <a:sym typeface="汉仪君黑-45简" panose="020B0604020202020204" charset="-122"/>
              </a:rPr>
              <a:t>搭建招聘体系对于企业招聘中精准识别人才具有重要的帮助作用。</a:t>
            </a:r>
            <a:endParaRPr lang="en-US" altLang="zh-CN" sz="1400" dirty="0">
              <a:solidFill>
                <a:schemeClr val="bg1"/>
              </a:solidFill>
              <a:latin typeface="汉仪君黑-45简" panose="020B0604020202020204" charset="-122"/>
              <a:ea typeface="汉仪君黑-45简" panose="020B0604020202020204" charset="-122"/>
              <a:cs typeface="SimHei" panose="02010609060101010101" charset="-122"/>
              <a:sym typeface="汉仪君黑-45简" panose="020B0604020202020204" charset="-122"/>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375986" y="1473439"/>
            <a:ext cx="8070494" cy="1495697"/>
          </a:xfrm>
          <a:prstGeom prst="roundRect">
            <a:avLst>
              <a:gd name="adj" fmla="val 50000"/>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7" name="任意多边形: 形状 6"/>
          <p:cNvSpPr/>
          <p:nvPr/>
        </p:nvSpPr>
        <p:spPr>
          <a:xfrm>
            <a:off x="10809963" y="1613728"/>
            <a:ext cx="551757" cy="1215119"/>
          </a:xfrm>
          <a:custGeom>
            <a:avLst/>
            <a:gdLst>
              <a:gd name="connsiteX0" fmla="*/ 0 w 551757"/>
              <a:gd name="connsiteY0" fmla="*/ 0 h 1064714"/>
              <a:gd name="connsiteX1" fmla="*/ 19400 w 551757"/>
              <a:gd name="connsiteY1" fmla="*/ 0 h 1064714"/>
              <a:gd name="connsiteX2" fmla="*/ 551757 w 551757"/>
              <a:gd name="connsiteY2" fmla="*/ 532357 h 1064714"/>
              <a:gd name="connsiteX3" fmla="*/ 551756 w 551757"/>
              <a:gd name="connsiteY3" fmla="*/ 532357 h 1064714"/>
              <a:gd name="connsiteX4" fmla="*/ 19399 w 551757"/>
              <a:gd name="connsiteY4" fmla="*/ 1064714 h 1064714"/>
              <a:gd name="connsiteX5" fmla="*/ 0 w 551757"/>
              <a:gd name="connsiteY5" fmla="*/ 1064714 h 1064714"/>
              <a:gd name="connsiteX0-1" fmla="*/ 0 w 551757"/>
              <a:gd name="connsiteY0-2" fmla="*/ 0 h 1064714"/>
              <a:gd name="connsiteX1-3" fmla="*/ 19400 w 551757"/>
              <a:gd name="connsiteY1-4" fmla="*/ 0 h 1064714"/>
              <a:gd name="connsiteX2-5" fmla="*/ 551757 w 551757"/>
              <a:gd name="connsiteY2-6" fmla="*/ 532357 h 1064714"/>
              <a:gd name="connsiteX3-7" fmla="*/ 551756 w 551757"/>
              <a:gd name="connsiteY3-8" fmla="*/ 532357 h 1064714"/>
              <a:gd name="connsiteX4-9" fmla="*/ 19399 w 551757"/>
              <a:gd name="connsiteY4-10" fmla="*/ 1064714 h 1064714"/>
              <a:gd name="connsiteX5-11" fmla="*/ 0 w 551757"/>
              <a:gd name="connsiteY5-12" fmla="*/ 1064714 h 1064714"/>
              <a:gd name="connsiteX6" fmla="*/ 91440 w 551757"/>
              <a:gd name="connsiteY6" fmla="*/ 91440 h 1064714"/>
              <a:gd name="connsiteX0-13" fmla="*/ 0 w 551757"/>
              <a:gd name="connsiteY0-14" fmla="*/ 0 h 1064714"/>
              <a:gd name="connsiteX1-15" fmla="*/ 19400 w 551757"/>
              <a:gd name="connsiteY1-16" fmla="*/ 0 h 1064714"/>
              <a:gd name="connsiteX2-17" fmla="*/ 551757 w 551757"/>
              <a:gd name="connsiteY2-18" fmla="*/ 532357 h 1064714"/>
              <a:gd name="connsiteX3-19" fmla="*/ 551756 w 551757"/>
              <a:gd name="connsiteY3-20" fmla="*/ 532357 h 1064714"/>
              <a:gd name="connsiteX4-21" fmla="*/ 19399 w 551757"/>
              <a:gd name="connsiteY4-22" fmla="*/ 1064714 h 1064714"/>
              <a:gd name="connsiteX5-23" fmla="*/ 0 w 551757"/>
              <a:gd name="connsiteY5-24" fmla="*/ 1064714 h 10647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51757" h="1064714">
                <a:moveTo>
                  <a:pt x="0" y="0"/>
                </a:moveTo>
                <a:lnTo>
                  <a:pt x="19400" y="0"/>
                </a:lnTo>
                <a:cubicBezTo>
                  <a:pt x="313413" y="0"/>
                  <a:pt x="551757" y="238344"/>
                  <a:pt x="551757" y="532357"/>
                </a:cubicBezTo>
                <a:lnTo>
                  <a:pt x="551756" y="532357"/>
                </a:lnTo>
                <a:cubicBezTo>
                  <a:pt x="551756" y="826370"/>
                  <a:pt x="313412" y="1064714"/>
                  <a:pt x="19399" y="1064714"/>
                </a:cubicBezTo>
                <a:lnTo>
                  <a:pt x="0" y="1064714"/>
                </a:lnTo>
              </a:path>
            </a:pathLst>
          </a:custGeom>
          <a:noFill/>
          <a:ln w="76200">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6" name="文本框 15"/>
          <p:cNvSpPr txBox="1">
            <a:spLocks noChangeArrowheads="1"/>
          </p:cNvSpPr>
          <p:nvPr/>
        </p:nvSpPr>
        <p:spPr bwMode="auto">
          <a:xfrm>
            <a:off x="3729619" y="1852189"/>
            <a:ext cx="6466567"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nSpc>
                <a:spcPct val="150000"/>
              </a:lnSpc>
            </a:pPr>
            <a:r>
              <a:rPr lang="zh-CN" altLang="en-US" sz="1400" dirty="0">
                <a:solidFill>
                  <a:schemeClr val="dk1">
                    <a:lumMod val="65000"/>
                    <a:lumOff val="35000"/>
                  </a:schemeClr>
                </a:solidFill>
                <a:uFillTx/>
                <a:latin typeface="汉仪君黑-45简" panose="020B0604020202020204" charset="-122"/>
                <a:ea typeface="汉仪君黑-45简" panose="020B0604020202020204" charset="-122"/>
                <a:cs typeface="汉仪君黑-45简" panose="020B0604020202020204" charset="-122"/>
                <a:sym typeface="+mn-ea"/>
              </a:rPr>
              <a:t>一个完善的招聘体系 包括 招聘需求，招聘计划，渠道选择，人员的甄选，试用期的管理，离职管理，流程与制度，效果的评估等</a:t>
            </a:r>
            <a:endParaRPr lang="zh-CN" altLang="en-US" sz="1400" dirty="0">
              <a:solidFill>
                <a:srgbClr val="0D0D0D"/>
              </a:solidFill>
              <a:latin typeface="汉仪君黑-45简" panose="020B0604020202020204" charset="-122"/>
              <a:ea typeface="汉仪君黑-45简" panose="020B0604020202020204" charset="-122"/>
              <a:cs typeface="汉仪君黑-45简" panose="020B0604020202020204" charset="-122"/>
              <a:sym typeface="+mn-lt"/>
            </a:endParaRPr>
          </a:p>
        </p:txBody>
      </p:sp>
      <p:sp>
        <p:nvSpPr>
          <p:cNvPr id="19" name="椭圆 18"/>
          <p:cNvSpPr/>
          <p:nvPr/>
        </p:nvSpPr>
        <p:spPr>
          <a:xfrm>
            <a:off x="10297130" y="1764087"/>
            <a:ext cx="914400" cy="914400"/>
          </a:xfrm>
          <a:prstGeom prst="ellipse">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3" name="矩形: 圆角 12"/>
          <p:cNvSpPr/>
          <p:nvPr/>
        </p:nvSpPr>
        <p:spPr>
          <a:xfrm flipH="1">
            <a:off x="745520" y="3103949"/>
            <a:ext cx="8070494" cy="1495697"/>
          </a:xfrm>
          <a:prstGeom prst="roundRect">
            <a:avLst>
              <a:gd name="adj" fmla="val 50000"/>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4" name="任意多边形: 形状 13"/>
          <p:cNvSpPr/>
          <p:nvPr/>
        </p:nvSpPr>
        <p:spPr>
          <a:xfrm flipH="1">
            <a:off x="855331" y="3244238"/>
            <a:ext cx="551757" cy="1215119"/>
          </a:xfrm>
          <a:custGeom>
            <a:avLst/>
            <a:gdLst>
              <a:gd name="connsiteX0" fmla="*/ 0 w 551757"/>
              <a:gd name="connsiteY0" fmla="*/ 0 h 1064714"/>
              <a:gd name="connsiteX1" fmla="*/ 19400 w 551757"/>
              <a:gd name="connsiteY1" fmla="*/ 0 h 1064714"/>
              <a:gd name="connsiteX2" fmla="*/ 551757 w 551757"/>
              <a:gd name="connsiteY2" fmla="*/ 532357 h 1064714"/>
              <a:gd name="connsiteX3" fmla="*/ 551756 w 551757"/>
              <a:gd name="connsiteY3" fmla="*/ 532357 h 1064714"/>
              <a:gd name="connsiteX4" fmla="*/ 19399 w 551757"/>
              <a:gd name="connsiteY4" fmla="*/ 1064714 h 1064714"/>
              <a:gd name="connsiteX5" fmla="*/ 0 w 551757"/>
              <a:gd name="connsiteY5" fmla="*/ 1064714 h 1064714"/>
              <a:gd name="connsiteX0-1" fmla="*/ 0 w 551757"/>
              <a:gd name="connsiteY0-2" fmla="*/ 0 h 1064714"/>
              <a:gd name="connsiteX1-3" fmla="*/ 19400 w 551757"/>
              <a:gd name="connsiteY1-4" fmla="*/ 0 h 1064714"/>
              <a:gd name="connsiteX2-5" fmla="*/ 551757 w 551757"/>
              <a:gd name="connsiteY2-6" fmla="*/ 532357 h 1064714"/>
              <a:gd name="connsiteX3-7" fmla="*/ 551756 w 551757"/>
              <a:gd name="connsiteY3-8" fmla="*/ 532357 h 1064714"/>
              <a:gd name="connsiteX4-9" fmla="*/ 19399 w 551757"/>
              <a:gd name="connsiteY4-10" fmla="*/ 1064714 h 1064714"/>
              <a:gd name="connsiteX5-11" fmla="*/ 0 w 551757"/>
              <a:gd name="connsiteY5-12" fmla="*/ 1064714 h 1064714"/>
              <a:gd name="connsiteX6" fmla="*/ 91440 w 551757"/>
              <a:gd name="connsiteY6" fmla="*/ 91440 h 1064714"/>
              <a:gd name="connsiteX0-13" fmla="*/ 0 w 551757"/>
              <a:gd name="connsiteY0-14" fmla="*/ 0 h 1064714"/>
              <a:gd name="connsiteX1-15" fmla="*/ 19400 w 551757"/>
              <a:gd name="connsiteY1-16" fmla="*/ 0 h 1064714"/>
              <a:gd name="connsiteX2-17" fmla="*/ 551757 w 551757"/>
              <a:gd name="connsiteY2-18" fmla="*/ 532357 h 1064714"/>
              <a:gd name="connsiteX3-19" fmla="*/ 551756 w 551757"/>
              <a:gd name="connsiteY3-20" fmla="*/ 532357 h 1064714"/>
              <a:gd name="connsiteX4-21" fmla="*/ 19399 w 551757"/>
              <a:gd name="connsiteY4-22" fmla="*/ 1064714 h 1064714"/>
              <a:gd name="connsiteX5-23" fmla="*/ 0 w 551757"/>
              <a:gd name="connsiteY5-24" fmla="*/ 1064714 h 10647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51757" h="1064714">
                <a:moveTo>
                  <a:pt x="0" y="0"/>
                </a:moveTo>
                <a:lnTo>
                  <a:pt x="19400" y="0"/>
                </a:lnTo>
                <a:cubicBezTo>
                  <a:pt x="313413" y="0"/>
                  <a:pt x="551757" y="238344"/>
                  <a:pt x="551757" y="532357"/>
                </a:cubicBezTo>
                <a:lnTo>
                  <a:pt x="551756" y="532357"/>
                </a:lnTo>
                <a:cubicBezTo>
                  <a:pt x="551756" y="826370"/>
                  <a:pt x="313412" y="1064714"/>
                  <a:pt x="19399" y="1064714"/>
                </a:cubicBezTo>
                <a:lnTo>
                  <a:pt x="0" y="1064714"/>
                </a:lnTo>
              </a:path>
            </a:pathLst>
          </a:custGeom>
          <a:noFill/>
          <a:ln w="76200">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7" name="文本框 16"/>
          <p:cNvSpPr txBox="1">
            <a:spLocks noChangeArrowheads="1"/>
          </p:cNvSpPr>
          <p:nvPr/>
        </p:nvSpPr>
        <p:spPr bwMode="auto">
          <a:xfrm>
            <a:off x="2015641" y="3482699"/>
            <a:ext cx="6466567"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nSpc>
                <a:spcPct val="150000"/>
              </a:lnSpc>
            </a:pPr>
            <a:r>
              <a:rPr lang="en-US" altLang="zh-CN" sz="1400" dirty="0">
                <a:solidFill>
                  <a:schemeClr val="tx1">
                    <a:lumMod val="75000"/>
                    <a:lumOff val="25000"/>
                  </a:schemeClr>
                </a:solidFill>
                <a:latin typeface="汉仪君黑-45简" panose="020B0604020202020204" charset="-122"/>
                <a:ea typeface="汉仪君黑-45简" panose="020B0604020202020204" charset="-122"/>
                <a:cs typeface="SimHei" panose="02010609060101010101" charset="-122"/>
                <a:sym typeface="汉仪君黑-45简" panose="020B0604020202020204" charset="-122"/>
              </a:rPr>
              <a:t>培养招聘团队：建立专业的招聘团队，提供必要的招聘培训和技能支持，以便更好地管理招聘流程和选择最佳人选。</a:t>
            </a:r>
            <a:endParaRPr lang="en-US" altLang="zh-CN" sz="1400" dirty="0">
              <a:solidFill>
                <a:schemeClr val="tx1">
                  <a:lumMod val="75000"/>
                  <a:lumOff val="25000"/>
                </a:schemeClr>
              </a:solidFill>
              <a:latin typeface="汉仪君黑-45简" panose="020B0604020202020204" charset="-122"/>
              <a:ea typeface="汉仪君黑-45简" panose="020B0604020202020204" charset="-122"/>
              <a:cs typeface="SimHei" panose="02010609060101010101" charset="-122"/>
              <a:sym typeface="汉仪君黑-45简" panose="020B0604020202020204" charset="-122"/>
            </a:endParaRPr>
          </a:p>
        </p:txBody>
      </p:sp>
      <p:sp>
        <p:nvSpPr>
          <p:cNvPr id="20" name="椭圆 19"/>
          <p:cNvSpPr/>
          <p:nvPr/>
        </p:nvSpPr>
        <p:spPr>
          <a:xfrm>
            <a:off x="987466" y="3394597"/>
            <a:ext cx="914400" cy="914400"/>
          </a:xfrm>
          <a:prstGeom prst="ellipse">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0" name="矩形: 圆角 9"/>
          <p:cNvSpPr/>
          <p:nvPr/>
        </p:nvSpPr>
        <p:spPr>
          <a:xfrm>
            <a:off x="3375986" y="4734460"/>
            <a:ext cx="8070494" cy="1495697"/>
          </a:xfrm>
          <a:prstGeom prst="roundRect">
            <a:avLst>
              <a:gd name="adj" fmla="val 50000"/>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1" name="任意多边形: 形状 10"/>
          <p:cNvSpPr/>
          <p:nvPr/>
        </p:nvSpPr>
        <p:spPr>
          <a:xfrm>
            <a:off x="10809963" y="4874749"/>
            <a:ext cx="551757" cy="1215119"/>
          </a:xfrm>
          <a:custGeom>
            <a:avLst/>
            <a:gdLst>
              <a:gd name="connsiteX0" fmla="*/ 0 w 551757"/>
              <a:gd name="connsiteY0" fmla="*/ 0 h 1064714"/>
              <a:gd name="connsiteX1" fmla="*/ 19400 w 551757"/>
              <a:gd name="connsiteY1" fmla="*/ 0 h 1064714"/>
              <a:gd name="connsiteX2" fmla="*/ 551757 w 551757"/>
              <a:gd name="connsiteY2" fmla="*/ 532357 h 1064714"/>
              <a:gd name="connsiteX3" fmla="*/ 551756 w 551757"/>
              <a:gd name="connsiteY3" fmla="*/ 532357 h 1064714"/>
              <a:gd name="connsiteX4" fmla="*/ 19399 w 551757"/>
              <a:gd name="connsiteY4" fmla="*/ 1064714 h 1064714"/>
              <a:gd name="connsiteX5" fmla="*/ 0 w 551757"/>
              <a:gd name="connsiteY5" fmla="*/ 1064714 h 1064714"/>
              <a:gd name="connsiteX0-1" fmla="*/ 0 w 551757"/>
              <a:gd name="connsiteY0-2" fmla="*/ 0 h 1064714"/>
              <a:gd name="connsiteX1-3" fmla="*/ 19400 w 551757"/>
              <a:gd name="connsiteY1-4" fmla="*/ 0 h 1064714"/>
              <a:gd name="connsiteX2-5" fmla="*/ 551757 w 551757"/>
              <a:gd name="connsiteY2-6" fmla="*/ 532357 h 1064714"/>
              <a:gd name="connsiteX3-7" fmla="*/ 551756 w 551757"/>
              <a:gd name="connsiteY3-8" fmla="*/ 532357 h 1064714"/>
              <a:gd name="connsiteX4-9" fmla="*/ 19399 w 551757"/>
              <a:gd name="connsiteY4-10" fmla="*/ 1064714 h 1064714"/>
              <a:gd name="connsiteX5-11" fmla="*/ 0 w 551757"/>
              <a:gd name="connsiteY5-12" fmla="*/ 1064714 h 1064714"/>
              <a:gd name="connsiteX6" fmla="*/ 91440 w 551757"/>
              <a:gd name="connsiteY6" fmla="*/ 91440 h 1064714"/>
              <a:gd name="connsiteX0-13" fmla="*/ 0 w 551757"/>
              <a:gd name="connsiteY0-14" fmla="*/ 0 h 1064714"/>
              <a:gd name="connsiteX1-15" fmla="*/ 19400 w 551757"/>
              <a:gd name="connsiteY1-16" fmla="*/ 0 h 1064714"/>
              <a:gd name="connsiteX2-17" fmla="*/ 551757 w 551757"/>
              <a:gd name="connsiteY2-18" fmla="*/ 532357 h 1064714"/>
              <a:gd name="connsiteX3-19" fmla="*/ 551756 w 551757"/>
              <a:gd name="connsiteY3-20" fmla="*/ 532357 h 1064714"/>
              <a:gd name="connsiteX4-21" fmla="*/ 19399 w 551757"/>
              <a:gd name="connsiteY4-22" fmla="*/ 1064714 h 1064714"/>
              <a:gd name="connsiteX5-23" fmla="*/ 0 w 551757"/>
              <a:gd name="connsiteY5-24" fmla="*/ 1064714 h 10647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51757" h="1064714">
                <a:moveTo>
                  <a:pt x="0" y="0"/>
                </a:moveTo>
                <a:lnTo>
                  <a:pt x="19400" y="0"/>
                </a:lnTo>
                <a:cubicBezTo>
                  <a:pt x="313413" y="0"/>
                  <a:pt x="551757" y="238344"/>
                  <a:pt x="551757" y="532357"/>
                </a:cubicBezTo>
                <a:lnTo>
                  <a:pt x="551756" y="532357"/>
                </a:lnTo>
                <a:cubicBezTo>
                  <a:pt x="551756" y="826370"/>
                  <a:pt x="313412" y="1064714"/>
                  <a:pt x="19399" y="1064714"/>
                </a:cubicBezTo>
                <a:lnTo>
                  <a:pt x="0" y="1064714"/>
                </a:lnTo>
              </a:path>
            </a:pathLst>
          </a:custGeom>
          <a:noFill/>
          <a:ln w="76200">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8" name="文本框 17"/>
          <p:cNvSpPr txBox="1">
            <a:spLocks noChangeArrowheads="1"/>
          </p:cNvSpPr>
          <p:nvPr/>
        </p:nvSpPr>
        <p:spPr bwMode="auto">
          <a:xfrm>
            <a:off x="3729516" y="5113845"/>
            <a:ext cx="6466567"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nSpc>
                <a:spcPct val="150000"/>
              </a:lnSpc>
            </a:pPr>
            <a:r>
              <a:rPr lang="en-US" altLang="zh-CN" sz="1400" dirty="0">
                <a:solidFill>
                  <a:schemeClr val="tx1">
                    <a:lumMod val="75000"/>
                    <a:lumOff val="25000"/>
                  </a:schemeClr>
                </a:solidFill>
                <a:latin typeface="汉仪君黑-45简" panose="020B0604020202020204" charset="-122"/>
                <a:ea typeface="汉仪君黑-45简" panose="020B0604020202020204" charset="-122"/>
                <a:cs typeface="SimHei" panose="02010609060101010101" charset="-122"/>
                <a:sym typeface="汉仪君黑-45简" panose="020B0604020202020204" charset="-122"/>
              </a:rPr>
              <a:t>持续改进和优化：定期评估招聘效果和流程，并根据反馈意见和市场变化，持续改进和优化招聘体系。</a:t>
            </a:r>
            <a:endParaRPr lang="en-US" altLang="zh-CN" sz="1400" dirty="0">
              <a:solidFill>
                <a:schemeClr val="tx1">
                  <a:lumMod val="75000"/>
                  <a:lumOff val="25000"/>
                </a:schemeClr>
              </a:solidFill>
              <a:latin typeface="汉仪君黑-45简" panose="020B0604020202020204" charset="-122"/>
              <a:ea typeface="汉仪君黑-45简" panose="020B0604020202020204" charset="-122"/>
              <a:cs typeface="SimHei" panose="02010609060101010101" charset="-122"/>
              <a:sym typeface="汉仪君黑-45简" panose="020B0604020202020204" charset="-122"/>
            </a:endParaRPr>
          </a:p>
        </p:txBody>
      </p:sp>
      <p:sp>
        <p:nvSpPr>
          <p:cNvPr id="21" name="椭圆 20"/>
          <p:cNvSpPr/>
          <p:nvPr/>
        </p:nvSpPr>
        <p:spPr>
          <a:xfrm>
            <a:off x="10297130" y="5025108"/>
            <a:ext cx="914400" cy="914400"/>
          </a:xfrm>
          <a:prstGeom prst="ellipse">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grpSp>
        <p:nvGrpSpPr>
          <p:cNvPr id="15" name="组合 14"/>
          <p:cNvGrpSpPr/>
          <p:nvPr/>
        </p:nvGrpSpPr>
        <p:grpSpPr>
          <a:xfrm>
            <a:off x="0" y="6401399"/>
            <a:ext cx="1933184" cy="456601"/>
            <a:chOff x="5813" y="5507421"/>
            <a:chExt cx="7708780" cy="1350579"/>
          </a:xfrm>
        </p:grpSpPr>
        <p:sp>
          <p:nvSpPr>
            <p:cNvPr id="22" name="等腰三角形 21"/>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3" name="等腰三角形 22"/>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4" name="组合 23"/>
          <p:cNvGrpSpPr/>
          <p:nvPr/>
        </p:nvGrpSpPr>
        <p:grpSpPr>
          <a:xfrm>
            <a:off x="10258816" y="-14340"/>
            <a:ext cx="1933184" cy="456601"/>
            <a:chOff x="1717902" y="-14340"/>
            <a:chExt cx="10474098" cy="2473890"/>
          </a:xfrm>
        </p:grpSpPr>
        <p:sp>
          <p:nvSpPr>
            <p:cNvPr id="25" name="任意多边形: 形状 24"/>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6" name="任意多边形: 形状 25"/>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7" name="组合 26"/>
          <p:cNvGrpSpPr/>
          <p:nvPr/>
        </p:nvGrpSpPr>
        <p:grpSpPr>
          <a:xfrm>
            <a:off x="0" y="138059"/>
            <a:ext cx="321733" cy="810207"/>
            <a:chOff x="-79079" y="0"/>
            <a:chExt cx="530352" cy="1060704"/>
          </a:xfrm>
        </p:grpSpPr>
        <p:sp>
          <p:nvSpPr>
            <p:cNvPr id="28" name="任意多边形: 形状 27"/>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9" name="任意多边形: 形状 28"/>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0" name="文本框 29"/>
          <p:cNvSpPr txBox="1"/>
          <p:nvPr/>
        </p:nvSpPr>
        <p:spPr>
          <a:xfrm>
            <a:off x="321733" y="281552"/>
            <a:ext cx="2912534" cy="521970"/>
          </a:xfrm>
          <a:prstGeom prst="rect">
            <a:avLst/>
          </a:prstGeom>
          <a:noFill/>
        </p:spPr>
        <p:txBody>
          <a:bodyPr wrap="square" rtlCol="0">
            <a:spAutoFit/>
          </a:body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构建招聘体系</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906780" y="1868805"/>
            <a:ext cx="4754880" cy="1220470"/>
          </a:xfrm>
          <a:prstGeom prst="roundRect">
            <a:avLst>
              <a:gd name="adj" fmla="val 12667"/>
            </a:avLst>
          </a:prstGeom>
          <a:solidFill>
            <a:srgbClr val="E0836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400">
                <a:latin typeface="SimHei" panose="02010609060101010101" charset="-122"/>
                <a:ea typeface="SimHei" panose="02010609060101010101" charset="-122"/>
                <a:sym typeface="+mn-ea"/>
              </a:rPr>
              <a:t>确定组织架构</a:t>
            </a:r>
            <a:endParaRPr lang="zh-CN" altLang="en-US" sz="1400">
              <a:latin typeface="SimHei" panose="02010609060101010101" charset="-122"/>
              <a:ea typeface="SimHei" panose="02010609060101010101" charset="-122"/>
              <a:sym typeface="+mn-ea"/>
            </a:endParaRPr>
          </a:p>
          <a:p>
            <a:pPr algn="l"/>
            <a:endParaRPr lang="en-US" altLang="zh-CN" sz="1200" dirty="0">
              <a:solidFill>
                <a:schemeClr val="bg1"/>
              </a:solidFill>
              <a:latin typeface="SimHei" panose="02010609060101010101" charset="-122"/>
              <a:ea typeface="SimHei" panose="02010609060101010101" charset="-122"/>
              <a:sym typeface="Arial" panose="020B0604020202020204" pitchFamily="34" charset="0"/>
            </a:endParaRPr>
          </a:p>
          <a:p>
            <a:pPr algn="l"/>
            <a:r>
              <a:rPr lang="en-US" altLang="zh-CN" sz="1200" dirty="0">
                <a:solidFill>
                  <a:schemeClr val="bg1"/>
                </a:solidFill>
                <a:latin typeface="SimHei" panose="02010609060101010101" charset="-122"/>
                <a:ea typeface="SimHei" panose="02010609060101010101" charset="-122"/>
                <a:sym typeface="Arial" panose="020B0604020202020204" pitchFamily="34" charset="0"/>
              </a:rPr>
              <a:t>根据企业的战略和业务需要，确定组织架构和各项职位的职责、资格要求</a:t>
            </a:r>
            <a:r>
              <a:rPr lang="zh-CN" altLang="en-US" sz="1200" dirty="0">
                <a:solidFill>
                  <a:schemeClr val="bg1"/>
                </a:solidFill>
                <a:latin typeface="SimHei" panose="02010609060101010101" charset="-122"/>
                <a:ea typeface="SimHei" panose="02010609060101010101" charset="-122"/>
                <a:sym typeface="Arial" panose="020B0604020202020204" pitchFamily="34" charset="0"/>
              </a:rPr>
              <a:t>、人才画像</a:t>
            </a:r>
            <a:r>
              <a:rPr lang="en-US" altLang="zh-CN" sz="1200" dirty="0">
                <a:solidFill>
                  <a:schemeClr val="bg1"/>
                </a:solidFill>
                <a:latin typeface="SimHei" panose="02010609060101010101" charset="-122"/>
                <a:ea typeface="SimHei" panose="02010609060101010101" charset="-122"/>
                <a:sym typeface="Arial" panose="020B0604020202020204" pitchFamily="34" charset="0"/>
              </a:rPr>
              <a:t>等。</a:t>
            </a:r>
            <a:endParaRPr lang="en-US" altLang="zh-CN" sz="1200" dirty="0">
              <a:solidFill>
                <a:schemeClr val="bg1"/>
              </a:solidFill>
              <a:latin typeface="SimHei" panose="02010609060101010101" charset="-122"/>
              <a:ea typeface="SimHei" panose="02010609060101010101" charset="-122"/>
              <a:cs typeface="汉仪君黑-45简" panose="020B0604020202020204" charset="-122"/>
              <a:sym typeface="Arial" panose="020B0604020202020204" pitchFamily="34" charset="0"/>
            </a:endParaRPr>
          </a:p>
        </p:txBody>
      </p:sp>
      <p:sp>
        <p:nvSpPr>
          <p:cNvPr id="4" name="矩形: 圆角 3"/>
          <p:cNvSpPr/>
          <p:nvPr/>
        </p:nvSpPr>
        <p:spPr>
          <a:xfrm>
            <a:off x="906780" y="3418840"/>
            <a:ext cx="4754880" cy="1246505"/>
          </a:xfrm>
          <a:prstGeom prst="roundRect">
            <a:avLst>
              <a:gd name="adj" fmla="val 12667"/>
            </a:avLst>
          </a:pr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400">
              <a:latin typeface="SimHei" panose="02010609060101010101" charset="-122"/>
              <a:ea typeface="SimHei" panose="02010609060101010101" charset="-122"/>
              <a:sym typeface="+mn-ea"/>
            </a:endParaRPr>
          </a:p>
          <a:p>
            <a:pPr algn="l"/>
            <a:r>
              <a:rPr lang="zh-CN" altLang="en-US" sz="1400">
                <a:latin typeface="SimHei" panose="02010609060101010101" charset="-122"/>
                <a:ea typeface="SimHei" panose="02010609060101010101" charset="-122"/>
                <a:sym typeface="+mn-ea"/>
              </a:rPr>
              <a:t>清晰的招聘流程</a:t>
            </a:r>
            <a:endParaRPr lang="zh-CN" altLang="en-US" sz="1400">
              <a:latin typeface="SimHei" panose="02010609060101010101" charset="-122"/>
              <a:ea typeface="SimHei" panose="02010609060101010101" charset="-122"/>
              <a:sym typeface="+mn-ea"/>
            </a:endParaRPr>
          </a:p>
          <a:p>
            <a:pPr algn="l"/>
            <a:endParaRPr lang="en-US" altLang="zh-CN" sz="1200" dirty="0">
              <a:solidFill>
                <a:schemeClr val="bg1"/>
              </a:solidFill>
              <a:latin typeface="汉仪君黑-45简" panose="020B0604020202020204" charset="-122"/>
              <a:ea typeface="汉仪君黑-45简" panose="020B0604020202020204" charset="-122"/>
              <a:sym typeface="汉仪君黑-45简" panose="020B0604020202020204" charset="-122"/>
            </a:endParaRPr>
          </a:p>
          <a:p>
            <a:pPr algn="l"/>
            <a:r>
              <a:rPr lang="en-US" altLang="zh-CN" sz="1200" dirty="0">
                <a:solidFill>
                  <a:schemeClr val="bg1"/>
                </a:solidFill>
                <a:latin typeface="汉仪君黑-45简" panose="020B0604020202020204" charset="-122"/>
                <a:ea typeface="汉仪君黑-45简" panose="020B0604020202020204" charset="-122"/>
                <a:sym typeface="汉仪君黑-45简" panose="020B0604020202020204" charset="-122"/>
              </a:rPr>
              <a:t>制定完整的招聘流程和程序，包括岗位发布、简历筛选、面试评估、录用决策、入职等环节，确保招聘的公平、透明和规范。</a:t>
            </a:r>
            <a:endParaRPr lang="en-US" altLang="zh-CN" sz="1200" dirty="0">
              <a:solidFill>
                <a:schemeClr val="bg1"/>
              </a:solidFill>
              <a:latin typeface="汉仪君黑-45简" panose="020B0604020202020204" charset="-122"/>
              <a:ea typeface="汉仪君黑-45简" panose="020B0604020202020204" charset="-122"/>
              <a:sym typeface="汉仪君黑-45简" panose="020B0604020202020204" charset="-122"/>
            </a:endParaRPr>
          </a:p>
          <a:p>
            <a:pPr algn="l"/>
            <a:endParaRPr lang="en-US" altLang="zh-CN" sz="120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 name="矩形: 圆角 5"/>
          <p:cNvSpPr/>
          <p:nvPr/>
        </p:nvSpPr>
        <p:spPr>
          <a:xfrm>
            <a:off x="906780" y="4949825"/>
            <a:ext cx="4754880" cy="1203960"/>
          </a:xfrm>
          <a:prstGeom prst="roundRect">
            <a:avLst>
              <a:gd name="adj" fmla="val 12667"/>
            </a:avLst>
          </a:prstGeom>
          <a:solidFill>
            <a:srgbClr val="E0836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400">
                <a:latin typeface="SimHei" panose="02010609060101010101" charset="-122"/>
                <a:ea typeface="SimHei" panose="02010609060101010101" charset="-122"/>
                <a:sym typeface="+mn-ea"/>
              </a:rPr>
              <a:t>试用期的培训和管理制度</a:t>
            </a:r>
            <a:endParaRPr lang="zh-CN" altLang="en-US" sz="1400">
              <a:latin typeface="SimHei" panose="02010609060101010101" charset="-122"/>
              <a:ea typeface="SimHei" panose="02010609060101010101" charset="-122"/>
              <a:sym typeface="+mn-ea"/>
            </a:endParaRPr>
          </a:p>
          <a:p>
            <a:pPr algn="l"/>
            <a:endParaRPr lang="zh-CN" altLang="en-US" sz="1400" dirty="0">
              <a:solidFill>
                <a:schemeClr val="bg1"/>
              </a:solidFill>
              <a:latin typeface="汉仪君黑-45简" panose="020B0604020202020204" charset="-122"/>
              <a:ea typeface="汉仪君黑-45简" panose="020B0604020202020204" charset="-122"/>
              <a:sym typeface="汉仪君黑-45简" panose="020B0604020202020204" charset="-122"/>
            </a:endParaRPr>
          </a:p>
          <a:p>
            <a:pPr algn="l"/>
            <a:r>
              <a:rPr lang="zh-CN" altLang="en-US" sz="1200" dirty="0">
                <a:solidFill>
                  <a:schemeClr val="bg1"/>
                </a:solidFill>
                <a:latin typeface="汉仪君黑-45简" panose="020B0604020202020204" charset="-122"/>
                <a:ea typeface="汉仪君黑-45简" panose="020B0604020202020204" charset="-122"/>
                <a:sym typeface="汉仪君黑-45简" panose="020B0604020202020204" charset="-122"/>
              </a:rPr>
              <a:t>编写入职培训和岗位培训，制定试用期的考核与转正标准。</a:t>
            </a:r>
            <a:endParaRPr lang="zh-CN" altLang="en-US" sz="120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8" name="矩形: 圆角 7"/>
          <p:cNvSpPr/>
          <p:nvPr/>
        </p:nvSpPr>
        <p:spPr>
          <a:xfrm>
            <a:off x="6530340" y="1868805"/>
            <a:ext cx="4754880" cy="1220470"/>
          </a:xfrm>
          <a:prstGeom prst="roundRect">
            <a:avLst>
              <a:gd name="adj" fmla="val 12667"/>
            </a:avLst>
          </a:pr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400">
                <a:latin typeface="汉仪君黑-45简" panose="020B0604020202020204" charset="-122"/>
                <a:ea typeface="汉仪君黑-45简" panose="020B0604020202020204" charset="-122"/>
                <a:sym typeface="+mn-ea"/>
              </a:rPr>
              <a:t>明确招聘目标和需求</a:t>
            </a:r>
            <a:endParaRPr lang="zh-CN" altLang="en-US" sz="1400">
              <a:latin typeface="汉仪君黑-45简" panose="020B0604020202020204" charset="-122"/>
              <a:ea typeface="汉仪君黑-45简" panose="020B0604020202020204" charset="-122"/>
              <a:sym typeface="+mn-ea"/>
            </a:endParaRPr>
          </a:p>
          <a:p>
            <a:pPr algn="l"/>
            <a:endParaRPr lang="en-US" altLang="zh-CN" sz="1200" dirty="0">
              <a:solidFill>
                <a:schemeClr val="bg1"/>
              </a:solidFill>
              <a:latin typeface="汉仪君黑-45简" panose="020B0604020202020204" charset="-122"/>
              <a:ea typeface="汉仪君黑-45简" panose="020B0604020202020204" charset="-122"/>
              <a:sym typeface="汉仪君黑-45简" panose="020B0604020202020204" charset="-122"/>
            </a:endParaRPr>
          </a:p>
          <a:p>
            <a:pPr algn="l"/>
            <a:r>
              <a:rPr lang="en-US" altLang="zh-CN" sz="1200" dirty="0">
                <a:solidFill>
                  <a:schemeClr val="bg1"/>
                </a:solidFill>
                <a:latin typeface="汉仪君黑-45简" panose="020B0604020202020204" charset="-122"/>
                <a:ea typeface="汉仪君黑-45简" panose="020B0604020202020204" charset="-122"/>
                <a:sym typeface="汉仪君黑-45简" panose="020B0604020202020204" charset="-122"/>
              </a:rPr>
              <a:t>分析企业当前和未来的人力资源需求，制定相应的招聘计划和目标。</a:t>
            </a:r>
            <a:endParaRPr lang="en-US" altLang="zh-CN" sz="1200" smtClean="0">
              <a:solidFill>
                <a:schemeClr val="bg1"/>
              </a:solidFill>
              <a:latin typeface="汉仪君黑-45简" panose="020B0604020202020204" charset="-122"/>
              <a:ea typeface="汉仪君黑-45简" panose="020B0604020202020204" charset="-122"/>
              <a:sym typeface="汉仪君黑-45简" panose="020B0604020202020204" charset="-122"/>
            </a:endParaRPr>
          </a:p>
          <a:p>
            <a:pPr algn="l"/>
            <a:endParaRPr lang="en-US" altLang="zh-CN" sz="1200" dirty="0" smtClean="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10" name="矩形: 圆角 9"/>
          <p:cNvSpPr/>
          <p:nvPr/>
        </p:nvSpPr>
        <p:spPr>
          <a:xfrm>
            <a:off x="6530340" y="3418840"/>
            <a:ext cx="4754880" cy="1246505"/>
          </a:xfrm>
          <a:prstGeom prst="roundRect">
            <a:avLst>
              <a:gd name="adj" fmla="val 12667"/>
            </a:avLst>
          </a:prstGeom>
          <a:solidFill>
            <a:srgbClr val="E0836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400">
              <a:latin typeface="SimHei" panose="02010609060101010101" charset="-122"/>
              <a:ea typeface="SimHei" panose="02010609060101010101" charset="-122"/>
              <a:sym typeface="+mn-ea"/>
            </a:endParaRPr>
          </a:p>
          <a:p>
            <a:pPr algn="l"/>
            <a:r>
              <a:rPr lang="zh-CN" altLang="en-US" sz="1400">
                <a:latin typeface="SimHei" panose="02010609060101010101" charset="-122"/>
                <a:ea typeface="SimHei" panose="02010609060101010101" charset="-122"/>
                <a:sym typeface="+mn-ea"/>
              </a:rPr>
              <a:t>建立人才库和招聘渠道</a:t>
            </a:r>
            <a:endParaRPr lang="zh-CN" altLang="en-US" sz="1400">
              <a:latin typeface="SimHei" panose="02010609060101010101" charset="-122"/>
              <a:ea typeface="SimHei" panose="02010609060101010101" charset="-122"/>
              <a:sym typeface="+mn-ea"/>
            </a:endParaRPr>
          </a:p>
          <a:p>
            <a:pPr algn="l"/>
            <a:endParaRPr lang="en-US" altLang="zh-CN" sz="1200" dirty="0">
              <a:solidFill>
                <a:schemeClr val="bg1"/>
              </a:solidFill>
              <a:latin typeface="汉仪君黑-45简" panose="020B0604020202020204" charset="-122"/>
              <a:ea typeface="汉仪君黑-45简" panose="020B0604020202020204" charset="-122"/>
              <a:sym typeface="汉仪君黑-45简" panose="020B0604020202020204" charset="-122"/>
            </a:endParaRPr>
          </a:p>
          <a:p>
            <a:pPr algn="l"/>
            <a:r>
              <a:rPr lang="en-US" altLang="zh-CN" sz="1200" dirty="0">
                <a:solidFill>
                  <a:schemeClr val="bg1"/>
                </a:solidFill>
                <a:latin typeface="汉仪君黑-45简" panose="020B0604020202020204" charset="-122"/>
                <a:ea typeface="汉仪君黑-45简" panose="020B0604020202020204" charset="-122"/>
                <a:sym typeface="汉仪君黑-45简" panose="020B0604020202020204" charset="-122"/>
              </a:rPr>
              <a:t>建立高质量的人才库和多元化的招聘渠道，包括线上招聘网站、社交媒体、招聘会、内部员工推荐等，从多个角度寻找优秀人才。</a:t>
            </a:r>
            <a:endParaRPr lang="en-US" altLang="zh-CN" sz="1200" dirty="0">
              <a:solidFill>
                <a:schemeClr val="bg1"/>
              </a:solidFill>
              <a:latin typeface="汉仪君黑-45简" panose="020B0604020202020204" charset="-122"/>
              <a:ea typeface="汉仪君黑-45简" panose="020B0604020202020204" charset="-122"/>
              <a:sym typeface="汉仪君黑-45简" panose="020B0604020202020204" charset="-122"/>
            </a:endParaRPr>
          </a:p>
          <a:p>
            <a:pPr algn="l"/>
            <a:endParaRPr lang="en-US" altLang="zh-CN" sz="120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grpSp>
        <p:nvGrpSpPr>
          <p:cNvPr id="20" name="组合 19"/>
          <p:cNvGrpSpPr/>
          <p:nvPr/>
        </p:nvGrpSpPr>
        <p:grpSpPr>
          <a:xfrm>
            <a:off x="0" y="138059"/>
            <a:ext cx="321733" cy="810207"/>
            <a:chOff x="-79079" y="0"/>
            <a:chExt cx="530352" cy="1060704"/>
          </a:xfrm>
        </p:grpSpPr>
        <p:sp>
          <p:nvSpPr>
            <p:cNvPr id="21" name="任意多边形: 形状 20"/>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2" name="任意多边形: 形状 21"/>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23" name="文本框 22"/>
          <p:cNvSpPr txBox="1"/>
          <p:nvPr/>
        </p:nvSpPr>
        <p:spPr>
          <a:xfrm>
            <a:off x="321733" y="281552"/>
            <a:ext cx="2912534" cy="521970"/>
          </a:xfrm>
          <a:prstGeom prst="rect">
            <a:avLst/>
          </a:prstGeom>
          <a:noFill/>
        </p:spPr>
        <p:txBody>
          <a:bodyPr wrap="square" rtlCol="0">
            <a:spAutoFit/>
          </a:body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构建招聘体系</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grpSp>
        <p:nvGrpSpPr>
          <p:cNvPr id="24" name="组合 23"/>
          <p:cNvGrpSpPr/>
          <p:nvPr/>
        </p:nvGrpSpPr>
        <p:grpSpPr>
          <a:xfrm>
            <a:off x="0" y="6401399"/>
            <a:ext cx="1933184" cy="456601"/>
            <a:chOff x="5813" y="5507421"/>
            <a:chExt cx="7708780" cy="1350579"/>
          </a:xfrm>
        </p:grpSpPr>
        <p:sp>
          <p:nvSpPr>
            <p:cNvPr id="25" name="等腰三角形 24"/>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6" name="等腰三角形 25"/>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7" name="组合 26"/>
          <p:cNvGrpSpPr/>
          <p:nvPr/>
        </p:nvGrpSpPr>
        <p:grpSpPr>
          <a:xfrm>
            <a:off x="10258816" y="-14340"/>
            <a:ext cx="1933184" cy="456601"/>
            <a:chOff x="1717902" y="-14340"/>
            <a:chExt cx="10474098" cy="2473890"/>
          </a:xfrm>
        </p:grpSpPr>
        <p:sp>
          <p:nvSpPr>
            <p:cNvPr id="28" name="任意多边形: 形状 27"/>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9" name="任意多边形: 形状 28"/>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descr="7b0a202020202262756c6c6574223a20227b5c2263617465676f727949645c223a31303030352c5c2274656d706c61746549645c223a32303233313535397d220a7d0a"/>
          <p:cNvSpPr txBox="1">
            <a:spLocks noChangeArrowheads="1"/>
          </p:cNvSpPr>
          <p:nvPr/>
        </p:nvSpPr>
        <p:spPr bwMode="auto">
          <a:xfrm>
            <a:off x="7468870" y="743585"/>
            <a:ext cx="4150995" cy="399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buBlip>
                <a:blip r:embed="rId1"/>
              </a:buBlip>
            </a:pPr>
            <a:endParaRPr lang="zh-CN" altLang="en-US" sz="1200" b="1" spc="150">
              <a:solidFill>
                <a:srgbClr val="000000">
                  <a:lumMod val="75000"/>
                  <a:lumOff val="25000"/>
                  <a:alpha val="80000"/>
                </a:srgbClr>
              </a:solidFill>
              <a:uFillTx/>
              <a:latin typeface="SimHei" panose="02010609060101010101" charset="-122"/>
              <a:ea typeface="SimHei" panose="02010609060101010101" charset="-122"/>
              <a:cs typeface="SimHei" panose="02010609060101010101" charset="-122"/>
              <a:sym typeface="Microsoft YaHei" panose="020B0503020204020204" charset="-122"/>
            </a:endParaRPr>
          </a:p>
          <a:p>
            <a:pPr>
              <a:lnSpc>
                <a:spcPct val="150000"/>
              </a:lnSpc>
            </a:pPr>
            <a:endParaRPr lang="zh-CN" altLang="en-US" sz="1200" dirty="0">
              <a:solidFill>
                <a:srgbClr val="0D0D0D"/>
              </a:solidFill>
              <a:latin typeface="汉仪君黑-45简" panose="020B0604020202020204" charset="-122"/>
              <a:ea typeface="汉仪君黑-45简" panose="020B0604020202020204" charset="-122"/>
              <a:cs typeface="+mn-ea"/>
              <a:sym typeface="+mn-lt"/>
            </a:endParaRPr>
          </a:p>
        </p:txBody>
      </p:sp>
      <p:grpSp>
        <p:nvGrpSpPr>
          <p:cNvPr id="8" name="组合 7"/>
          <p:cNvGrpSpPr/>
          <p:nvPr/>
        </p:nvGrpSpPr>
        <p:grpSpPr>
          <a:xfrm>
            <a:off x="0" y="6401399"/>
            <a:ext cx="1933184" cy="456601"/>
            <a:chOff x="5813" y="5507421"/>
            <a:chExt cx="7708780" cy="1350579"/>
          </a:xfrm>
        </p:grpSpPr>
        <p:sp>
          <p:nvSpPr>
            <p:cNvPr id="9" name="等腰三角形 8"/>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10" name="等腰三角形 9"/>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11" name="组合 10"/>
          <p:cNvGrpSpPr/>
          <p:nvPr/>
        </p:nvGrpSpPr>
        <p:grpSpPr>
          <a:xfrm>
            <a:off x="10258816" y="-14340"/>
            <a:ext cx="1933184" cy="456601"/>
            <a:chOff x="1717902" y="-14340"/>
            <a:chExt cx="10474098" cy="2473890"/>
          </a:xfrm>
        </p:grpSpPr>
        <p:sp>
          <p:nvSpPr>
            <p:cNvPr id="12" name="任意多边形: 形状 11"/>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3" name="任意多边形: 形状 12"/>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14" name="组合 13"/>
          <p:cNvGrpSpPr/>
          <p:nvPr/>
        </p:nvGrpSpPr>
        <p:grpSpPr>
          <a:xfrm>
            <a:off x="0" y="138059"/>
            <a:ext cx="321733" cy="810207"/>
            <a:chOff x="-79079" y="0"/>
            <a:chExt cx="530352" cy="1060704"/>
          </a:xfrm>
        </p:grpSpPr>
        <p:sp>
          <p:nvSpPr>
            <p:cNvPr id="15" name="任意多边形: 形状 14"/>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6" name="任意多边形: 形状 15"/>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17" name="文本框 16"/>
          <p:cNvSpPr txBox="1"/>
          <p:nvPr/>
        </p:nvSpPr>
        <p:spPr>
          <a:xfrm>
            <a:off x="321945" y="281305"/>
            <a:ext cx="4687570" cy="570230"/>
          </a:xfrm>
          <a:prstGeom prst="rect">
            <a:avLst/>
          </a:prstGeom>
          <a:noFill/>
        </p:spPr>
        <p:txBody>
          <a:bodyPr wrap="square" rtlCol="0">
            <a:noAutofit/>
          </a:bodyPr>
          <a:lstStyle/>
          <a:p>
            <a:pPr algn="dist"/>
            <a:r>
              <a:rPr lang="zh-CN" altLang="en-US" sz="2800" spc="300">
                <a:solidFill>
                  <a:srgbClr val="000000">
                    <a:lumMod val="75000"/>
                    <a:lumOff val="25000"/>
                  </a:srgbClr>
                </a:solidFill>
                <a:uFillTx/>
                <a:latin typeface="SimHei" panose="02010609060101010101" charset="-122"/>
                <a:ea typeface="SimHei" panose="02010609060101010101" charset="-122"/>
                <a:cs typeface="思源黑体 CN Regular" panose="020B0300000000000000" charset="-122"/>
                <a:sym typeface="Microsoft YaHei" panose="020B0503020204020204" charset="-122"/>
              </a:rPr>
              <a:t>简单认识招聘</a:t>
            </a:r>
            <a:r>
              <a:rPr lang="zh-CN" altLang="en-US" sz="2800" spc="300">
                <a:solidFill>
                  <a:srgbClr val="000000">
                    <a:lumMod val="75000"/>
                    <a:lumOff val="25000"/>
                  </a:srgbClr>
                </a:solidFill>
                <a:uFillTx/>
                <a:latin typeface="SimHei" panose="02010609060101010101" charset="-122"/>
                <a:ea typeface="SimHei" panose="02010609060101010101" charset="-122"/>
                <a:cs typeface="思源黑体 CN Regular" panose="020B0300000000000000" charset="-122"/>
                <a:sym typeface="Microsoft YaHei" panose="020B0503020204020204" charset="-122"/>
              </a:rPr>
              <a:t>体系</a:t>
            </a:r>
            <a:endParaRPr lang="zh-CN" altLang="en-US" sz="2800" spc="300">
              <a:solidFill>
                <a:srgbClr val="000000">
                  <a:lumMod val="75000"/>
                  <a:lumOff val="25000"/>
                </a:srgbClr>
              </a:solidFill>
              <a:uFillTx/>
              <a:latin typeface="SimHei" panose="02010609060101010101" charset="-122"/>
              <a:ea typeface="SimHei" panose="02010609060101010101" charset="-122"/>
              <a:cs typeface="思源黑体 CN Regular" panose="020B0300000000000000" charset="-122"/>
              <a:sym typeface="Microsoft YaHei" panose="020B0503020204020204" charset="-122"/>
            </a:endParaRPr>
          </a:p>
        </p:txBody>
      </p:sp>
      <p:sp>
        <p:nvSpPr>
          <p:cNvPr id="60" name="任意多边形 59"/>
          <p:cNvSpPr/>
          <p:nvPr>
            <p:custDataLst>
              <p:tags r:id="rId2"/>
            </p:custDataLst>
          </p:nvPr>
        </p:nvSpPr>
        <p:spPr>
          <a:xfrm>
            <a:off x="7137866" y="1279463"/>
            <a:ext cx="4814152" cy="678438"/>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409" h="1157">
                <a:moveTo>
                  <a:pt x="0" y="0"/>
                </a:moveTo>
                <a:lnTo>
                  <a:pt x="8831" y="0"/>
                </a:lnTo>
                <a:cubicBezTo>
                  <a:pt x="9150" y="0"/>
                  <a:pt x="9409" y="259"/>
                  <a:pt x="9409" y="579"/>
                </a:cubicBezTo>
                <a:cubicBezTo>
                  <a:pt x="9409" y="898"/>
                  <a:pt x="9150" y="1157"/>
                  <a:pt x="8831" y="1157"/>
                </a:cubicBezTo>
                <a:lnTo>
                  <a:pt x="2" y="1157"/>
                </a:lnTo>
                <a:lnTo>
                  <a:pt x="25" y="1143"/>
                </a:lnTo>
                <a:cubicBezTo>
                  <a:pt x="216" y="1028"/>
                  <a:pt x="343" y="818"/>
                  <a:pt x="343" y="579"/>
                </a:cubicBezTo>
                <a:cubicBezTo>
                  <a:pt x="343" y="340"/>
                  <a:pt x="216" y="130"/>
                  <a:pt x="25" y="15"/>
                </a:cubicBezTo>
                <a:lnTo>
                  <a:pt x="0" y="0"/>
                </a:lnTo>
                <a:close/>
              </a:path>
            </a:pathLst>
          </a:custGeom>
          <a:solidFill>
            <a:schemeClr val="accent5">
              <a:lumMod val="40000"/>
              <a:lumOff val="6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9pPr>
          </a:lstStyle>
          <a:p>
            <a:pPr lvl="0" algn="ctr">
              <a:buClrTx/>
              <a:buSzTx/>
              <a:buFontTx/>
            </a:pPr>
            <a:endParaRPr lang="zh-CN" altLang="en-US" sz="1200">
              <a:noFill/>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sp>
        <p:nvSpPr>
          <p:cNvPr id="407" name="文本框 406"/>
          <p:cNvSpPr txBox="1"/>
          <p:nvPr>
            <p:custDataLst>
              <p:tags r:id="rId3"/>
            </p:custDataLst>
          </p:nvPr>
        </p:nvSpPr>
        <p:spPr>
          <a:xfrm>
            <a:off x="7418705" y="1481455"/>
            <a:ext cx="4455795" cy="364490"/>
          </a:xfrm>
          <a:prstGeom prst="rect">
            <a:avLst/>
          </a:prstGeom>
          <a:noFill/>
        </p:spPr>
        <p:txBody>
          <a:bodyPr vert="horz" wrap="square" rtlCol="0" anchor="t" anchorCtr="0">
            <a:noAutofit/>
          </a:bodyPr>
          <a:p>
            <a:pPr fontAlgn="auto">
              <a:lnSpc>
                <a:spcPct val="100000"/>
              </a:lnSpc>
            </a:pPr>
            <a:r>
              <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mn-ea"/>
                <a:sym typeface="+mn-lt"/>
              </a:rPr>
              <a:t>明确各岗位的职能职责，和任职资格，制作人才画像</a:t>
            </a:r>
            <a:endPar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mn-ea"/>
              <a:sym typeface="+mn-lt"/>
            </a:endParaRPr>
          </a:p>
          <a:p>
            <a:pPr fontAlgn="auto">
              <a:lnSpc>
                <a:spcPct val="100000"/>
              </a:lnSpc>
            </a:pPr>
            <a:endParaRPr lang="zh-CN" altLang="zh-CN" sz="1200" kern="0" spc="150" dirty="0">
              <a:solidFill>
                <a:srgbClr val="000000">
                  <a:lumMod val="50000"/>
                  <a:lumOff val="50000"/>
                </a:srgbClr>
              </a:solidFill>
              <a:uFillTx/>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sp>
        <p:nvSpPr>
          <p:cNvPr id="52" name="圆角矩形 51"/>
          <p:cNvSpPr/>
          <p:nvPr>
            <p:custDataLst>
              <p:tags r:id="rId4"/>
            </p:custDataLst>
          </p:nvPr>
        </p:nvSpPr>
        <p:spPr>
          <a:xfrm>
            <a:off x="6580222" y="1291777"/>
            <a:ext cx="678438" cy="678438"/>
          </a:xfrm>
          <a:prstGeom prst="roundRect">
            <a:avLst>
              <a:gd name="adj" fmla="val 50000"/>
            </a:avLst>
          </a:prstGeom>
          <a:solidFill>
            <a:schemeClr val="accent5">
              <a:lumMod val="40000"/>
              <a:lumOff val="6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noFill/>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pic>
        <p:nvPicPr>
          <p:cNvPr id="3" name="图片 2" descr="343439383331313b343532303032373bbfcdbba7b5b5b0b8"/>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6769622" y="1481177"/>
            <a:ext cx="299052" cy="299052"/>
          </a:xfrm>
          <a:prstGeom prst="rect">
            <a:avLst/>
          </a:prstGeom>
        </p:spPr>
      </p:pic>
      <p:sp>
        <p:nvSpPr>
          <p:cNvPr id="7" name="任意多边形 6"/>
          <p:cNvSpPr/>
          <p:nvPr>
            <p:custDataLst>
              <p:tags r:id="rId8"/>
            </p:custDataLst>
          </p:nvPr>
        </p:nvSpPr>
        <p:spPr>
          <a:xfrm>
            <a:off x="7137866" y="3803071"/>
            <a:ext cx="4814739" cy="678438"/>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409" h="1157">
                <a:moveTo>
                  <a:pt x="0" y="0"/>
                </a:moveTo>
                <a:lnTo>
                  <a:pt x="8831" y="0"/>
                </a:lnTo>
                <a:cubicBezTo>
                  <a:pt x="9150" y="0"/>
                  <a:pt x="9409" y="259"/>
                  <a:pt x="9409" y="579"/>
                </a:cubicBezTo>
                <a:cubicBezTo>
                  <a:pt x="9409" y="898"/>
                  <a:pt x="9150" y="1157"/>
                  <a:pt x="8831" y="1157"/>
                </a:cubicBezTo>
                <a:lnTo>
                  <a:pt x="2" y="1157"/>
                </a:lnTo>
                <a:lnTo>
                  <a:pt x="25" y="1143"/>
                </a:lnTo>
                <a:cubicBezTo>
                  <a:pt x="216" y="1028"/>
                  <a:pt x="343" y="818"/>
                  <a:pt x="343" y="579"/>
                </a:cubicBezTo>
                <a:cubicBezTo>
                  <a:pt x="343" y="340"/>
                  <a:pt x="216" y="130"/>
                  <a:pt x="25" y="15"/>
                </a:cubicBezTo>
                <a:lnTo>
                  <a:pt x="0" y="0"/>
                </a:lnTo>
                <a:close/>
              </a:path>
            </a:pathLst>
          </a:custGeom>
          <a:solidFill>
            <a:schemeClr val="accent2">
              <a:lumMod val="60000"/>
              <a:lumOff val="4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9pPr>
          </a:lstStyle>
          <a:p>
            <a:pPr lvl="0" algn="ctr">
              <a:buClrTx/>
              <a:buSzTx/>
              <a:buFontTx/>
            </a:pPr>
            <a:endParaRPr lang="zh-CN" altLang="en-US" sz="1200">
              <a:noFill/>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sp>
        <p:nvSpPr>
          <p:cNvPr id="18" name="文本框 17"/>
          <p:cNvSpPr txBox="1"/>
          <p:nvPr>
            <p:custDataLst>
              <p:tags r:id="rId9"/>
            </p:custDataLst>
          </p:nvPr>
        </p:nvSpPr>
        <p:spPr>
          <a:xfrm>
            <a:off x="7385721" y="3835748"/>
            <a:ext cx="4394307" cy="645160"/>
          </a:xfrm>
          <a:prstGeom prst="rect">
            <a:avLst/>
          </a:prstGeom>
          <a:noFill/>
        </p:spPr>
        <p:txBody>
          <a:bodyPr vert="horz" wrap="square" rtlCol="0" anchor="t" anchorCtr="0">
            <a:spAutoFit/>
          </a:bodyPr>
          <a:p>
            <a:pPr marL="0" marR="0" lvl="0" indent="0" algn="l" defTabSz="1216025" rtl="0" eaLnBrk="1" fontAlgn="auto" latinLnBrk="0" hangingPunct="1">
              <a:lnSpc>
                <a:spcPct val="150000"/>
              </a:lnSpc>
              <a:spcBef>
                <a:spcPts val="0"/>
              </a:spcBef>
              <a:spcAft>
                <a:spcPts val="0"/>
              </a:spcAft>
              <a:buClrTx/>
              <a:buSzTx/>
              <a:buFontTx/>
              <a:buNone/>
            </a:pPr>
            <a:r>
              <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mn-ea"/>
                <a:sym typeface="+mn-lt"/>
              </a:rPr>
              <a:t>各招聘渠道的使用，了解各平台规则，了解各个岗位面试者喜欢的平台，平台之间的影响力</a:t>
            </a:r>
            <a:endParaRPr lang="zh-CN" altLang="en-US" sz="1200" kern="0" spc="15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mn-ea"/>
              <a:sym typeface="+mn-lt"/>
            </a:endParaRPr>
          </a:p>
        </p:txBody>
      </p:sp>
      <p:sp>
        <p:nvSpPr>
          <p:cNvPr id="19" name="圆角矩形 18"/>
          <p:cNvSpPr/>
          <p:nvPr>
            <p:custDataLst>
              <p:tags r:id="rId10"/>
            </p:custDataLst>
          </p:nvPr>
        </p:nvSpPr>
        <p:spPr>
          <a:xfrm>
            <a:off x="6542122" y="3803071"/>
            <a:ext cx="678438" cy="678438"/>
          </a:xfrm>
          <a:prstGeom prst="roundRect">
            <a:avLst>
              <a:gd name="adj" fmla="val 50000"/>
            </a:avLst>
          </a:prstGeom>
          <a:solidFill>
            <a:schemeClr val="accent2">
              <a:lumMod val="60000"/>
              <a:lumOff val="4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noFill/>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sp>
        <p:nvSpPr>
          <p:cNvPr id="20" name="任意多边形 19"/>
          <p:cNvSpPr/>
          <p:nvPr>
            <p:custDataLst>
              <p:tags r:id="rId11"/>
            </p:custDataLst>
          </p:nvPr>
        </p:nvSpPr>
        <p:spPr>
          <a:xfrm>
            <a:off x="7385903" y="2945946"/>
            <a:ext cx="4566702" cy="678438"/>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409" h="1157">
                <a:moveTo>
                  <a:pt x="0" y="0"/>
                </a:moveTo>
                <a:lnTo>
                  <a:pt x="8831" y="0"/>
                </a:lnTo>
                <a:cubicBezTo>
                  <a:pt x="9150" y="0"/>
                  <a:pt x="9409" y="259"/>
                  <a:pt x="9409" y="579"/>
                </a:cubicBezTo>
                <a:cubicBezTo>
                  <a:pt x="9409" y="898"/>
                  <a:pt x="9150" y="1157"/>
                  <a:pt x="8831" y="1157"/>
                </a:cubicBezTo>
                <a:lnTo>
                  <a:pt x="2" y="1157"/>
                </a:lnTo>
                <a:lnTo>
                  <a:pt x="25" y="1143"/>
                </a:lnTo>
                <a:cubicBezTo>
                  <a:pt x="216" y="1028"/>
                  <a:pt x="343" y="818"/>
                  <a:pt x="343" y="579"/>
                </a:cubicBezTo>
                <a:cubicBezTo>
                  <a:pt x="343" y="340"/>
                  <a:pt x="216" y="130"/>
                  <a:pt x="25" y="15"/>
                </a:cubicBezTo>
                <a:lnTo>
                  <a:pt x="0" y="0"/>
                </a:lnTo>
                <a:close/>
              </a:path>
            </a:pathLst>
          </a:custGeom>
          <a:solidFill>
            <a:schemeClr val="accent5">
              <a:lumMod val="40000"/>
              <a:lumOff val="6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9pPr>
          </a:lstStyle>
          <a:p>
            <a:pPr lvl="0" algn="ctr">
              <a:buClrTx/>
              <a:buSzTx/>
              <a:buFontTx/>
            </a:pPr>
            <a:endParaRPr lang="zh-CN" altLang="en-US" sz="1200">
              <a:noFill/>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sp>
        <p:nvSpPr>
          <p:cNvPr id="21" name="文本框 20"/>
          <p:cNvSpPr txBox="1"/>
          <p:nvPr>
            <p:custDataLst>
              <p:tags r:id="rId12"/>
            </p:custDataLst>
          </p:nvPr>
        </p:nvSpPr>
        <p:spPr>
          <a:xfrm>
            <a:off x="7666143" y="2951318"/>
            <a:ext cx="4077663" cy="645160"/>
          </a:xfrm>
          <a:prstGeom prst="rect">
            <a:avLst/>
          </a:prstGeom>
          <a:noFill/>
        </p:spPr>
        <p:txBody>
          <a:bodyPr vert="horz" wrap="square" rtlCol="0" anchor="t" anchorCtr="0">
            <a:spAutoFit/>
          </a:bodyPr>
          <a:p>
            <a:pPr marL="0" marR="0" lvl="0" indent="0" algn="l" defTabSz="1216025" rtl="0" eaLnBrk="1" fontAlgn="auto" latinLnBrk="0" hangingPunct="1">
              <a:lnSpc>
                <a:spcPct val="150000"/>
              </a:lnSpc>
              <a:spcBef>
                <a:spcPts val="0"/>
              </a:spcBef>
              <a:spcAft>
                <a:spcPts val="0"/>
              </a:spcAft>
              <a:buClrTx/>
              <a:buSzTx/>
              <a:buFontTx/>
              <a:buNone/>
            </a:pPr>
            <a:r>
              <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岗位</a:t>
            </a:r>
            <a:r>
              <a:rPr lang="en-US" altLang="zh-CN"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JD</a:t>
            </a:r>
            <a:r>
              <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的制定</a:t>
            </a:r>
            <a:r>
              <a:rPr lang="en-US" altLang="zh-CN"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a:t>
            </a:r>
            <a:r>
              <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简历筛选</a:t>
            </a:r>
            <a:r>
              <a:rPr lang="en-US" altLang="zh-CN"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a:t>
            </a:r>
            <a:r>
              <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线上问答</a:t>
            </a:r>
            <a:r>
              <a:rPr lang="en-US" altLang="zh-CN"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a:t>
            </a:r>
            <a:r>
              <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邀约面试</a:t>
            </a:r>
            <a:r>
              <a:rPr lang="en-US" altLang="zh-CN"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a:t>
            </a:r>
            <a:r>
              <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面试前准备</a:t>
            </a:r>
            <a:r>
              <a:rPr lang="en-US" altLang="zh-CN"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a:t>
            </a:r>
            <a:r>
              <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面试后复盘</a:t>
            </a:r>
            <a:r>
              <a:rPr lang="en-US" altLang="zh-CN"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a:t>
            </a:r>
            <a:r>
              <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面试后通知</a:t>
            </a:r>
            <a:r>
              <a:rPr lang="en-US" altLang="zh-CN"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a:t>
            </a:r>
            <a:r>
              <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汉仪君黑-45简" panose="020B0604020202020204" charset="-122"/>
                <a:sym typeface="+mn-lt"/>
              </a:rPr>
              <a:t>背调</a:t>
            </a:r>
            <a:endParaRPr lang="zh-CN" altLang="zh-CN" sz="1200" kern="0" spc="150" dirty="0">
              <a:solidFill>
                <a:srgbClr val="000000">
                  <a:lumMod val="50000"/>
                  <a:lumOff val="50000"/>
                </a:srgbClr>
              </a:solidFill>
              <a:uFillTx/>
              <a:latin typeface="汉仪君黑-45简" panose="020B0604020202020204" charset="-122"/>
              <a:ea typeface="汉仪君黑-45简" panose="020B0604020202020204" charset="-122"/>
              <a:cs typeface="汉仪君黑-45简" panose="020B0604020202020204" charset="-122"/>
              <a:sym typeface="Microsoft YaHei" panose="020B0503020204020204" charset="-122"/>
            </a:endParaRPr>
          </a:p>
        </p:txBody>
      </p:sp>
      <p:sp>
        <p:nvSpPr>
          <p:cNvPr id="22" name="圆角矩形 21"/>
          <p:cNvSpPr/>
          <p:nvPr>
            <p:custDataLst>
              <p:tags r:id="rId13"/>
            </p:custDataLst>
          </p:nvPr>
        </p:nvSpPr>
        <p:spPr>
          <a:xfrm>
            <a:off x="6799684" y="2945946"/>
            <a:ext cx="678438" cy="678438"/>
          </a:xfrm>
          <a:prstGeom prst="roundRect">
            <a:avLst>
              <a:gd name="adj" fmla="val 50000"/>
            </a:avLst>
          </a:prstGeom>
          <a:solidFill>
            <a:schemeClr val="accent5">
              <a:lumMod val="40000"/>
              <a:lumOff val="6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noFill/>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sp>
        <p:nvSpPr>
          <p:cNvPr id="39" name="任意多边形 38"/>
          <p:cNvSpPr/>
          <p:nvPr>
            <p:custDataLst>
              <p:tags r:id="rId14"/>
            </p:custDataLst>
          </p:nvPr>
        </p:nvSpPr>
        <p:spPr>
          <a:xfrm>
            <a:off x="7385903" y="2126191"/>
            <a:ext cx="4566702" cy="678438"/>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409" h="1157">
                <a:moveTo>
                  <a:pt x="0" y="0"/>
                </a:moveTo>
                <a:lnTo>
                  <a:pt x="8831" y="0"/>
                </a:lnTo>
                <a:cubicBezTo>
                  <a:pt x="9150" y="0"/>
                  <a:pt x="9409" y="259"/>
                  <a:pt x="9409" y="579"/>
                </a:cubicBezTo>
                <a:cubicBezTo>
                  <a:pt x="9409" y="898"/>
                  <a:pt x="9150" y="1157"/>
                  <a:pt x="8831" y="1157"/>
                </a:cubicBezTo>
                <a:lnTo>
                  <a:pt x="2" y="1157"/>
                </a:lnTo>
                <a:lnTo>
                  <a:pt x="25" y="1143"/>
                </a:lnTo>
                <a:cubicBezTo>
                  <a:pt x="216" y="1028"/>
                  <a:pt x="343" y="818"/>
                  <a:pt x="343" y="579"/>
                </a:cubicBezTo>
                <a:cubicBezTo>
                  <a:pt x="343" y="340"/>
                  <a:pt x="216" y="130"/>
                  <a:pt x="25" y="15"/>
                </a:cubicBezTo>
                <a:lnTo>
                  <a:pt x="0" y="0"/>
                </a:lnTo>
                <a:close/>
              </a:path>
            </a:pathLst>
          </a:custGeom>
          <a:solidFill>
            <a:schemeClr val="accent2">
              <a:lumMod val="60000"/>
              <a:lumOff val="4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9pPr>
          </a:lstStyle>
          <a:p>
            <a:pPr lvl="0" algn="ctr">
              <a:buClrTx/>
              <a:buSzTx/>
              <a:buFontTx/>
            </a:pPr>
            <a:endParaRPr lang="zh-CN" altLang="en-US" sz="1200">
              <a:noFill/>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sp>
        <p:nvSpPr>
          <p:cNvPr id="40" name="文本框 39"/>
          <p:cNvSpPr txBox="1"/>
          <p:nvPr>
            <p:custDataLst>
              <p:tags r:id="rId15"/>
            </p:custDataLst>
          </p:nvPr>
        </p:nvSpPr>
        <p:spPr>
          <a:xfrm>
            <a:off x="7666990" y="2339340"/>
            <a:ext cx="3722370" cy="275590"/>
          </a:xfrm>
          <a:prstGeom prst="rect">
            <a:avLst/>
          </a:prstGeom>
          <a:noFill/>
        </p:spPr>
        <p:txBody>
          <a:bodyPr vert="horz" wrap="square" rtlCol="0" anchor="t" anchorCtr="0">
            <a:spAutoFit/>
          </a:bodyPr>
          <a:p>
            <a:pPr fontAlgn="auto">
              <a:lnSpc>
                <a:spcPct val="100000"/>
              </a:lnSpc>
            </a:pPr>
            <a:r>
              <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mn-ea"/>
                <a:sym typeface="+mn-lt"/>
              </a:rPr>
              <a:t>制定胜任力模型，根据招聘计划展开招聘</a:t>
            </a:r>
            <a:endParaRPr lang="zh-CN" altLang="en-US" sz="1200" kern="0" spc="15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mn-ea"/>
              <a:sym typeface="+mn-lt"/>
            </a:endParaRPr>
          </a:p>
        </p:txBody>
      </p:sp>
      <p:sp>
        <p:nvSpPr>
          <p:cNvPr id="41" name="圆角矩形 40"/>
          <p:cNvSpPr/>
          <p:nvPr>
            <p:custDataLst>
              <p:tags r:id="rId16"/>
            </p:custDataLst>
          </p:nvPr>
        </p:nvSpPr>
        <p:spPr>
          <a:xfrm>
            <a:off x="6761584" y="2126191"/>
            <a:ext cx="678438" cy="678438"/>
          </a:xfrm>
          <a:prstGeom prst="roundRect">
            <a:avLst>
              <a:gd name="adj" fmla="val 50000"/>
            </a:avLst>
          </a:prstGeom>
          <a:solidFill>
            <a:schemeClr val="accent2">
              <a:lumMod val="60000"/>
              <a:lumOff val="4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noFill/>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pic>
        <p:nvPicPr>
          <p:cNvPr id="43" name="图片 42" descr="343439383331313b343532303033363bd3aad2b5ccfcc5e4d6c3"/>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6979559" y="2315591"/>
            <a:ext cx="299052" cy="299052"/>
          </a:xfrm>
          <a:prstGeom prst="rect">
            <a:avLst/>
          </a:prstGeom>
        </p:spPr>
      </p:pic>
      <p:pic>
        <p:nvPicPr>
          <p:cNvPr id="44" name="图片 43" descr="343435383038363b343532323338393bbacfd7f7bbfad6c6"/>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6998609" y="3135345"/>
            <a:ext cx="299052" cy="299052"/>
          </a:xfrm>
          <a:prstGeom prst="rect">
            <a:avLst/>
          </a:prstGeom>
        </p:spPr>
      </p:pic>
      <p:pic>
        <p:nvPicPr>
          <p:cNvPr id="45" name="图片 44" descr="343435383037343b343532333834323bbdb1b1ad"/>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6731522" y="3992471"/>
            <a:ext cx="299052" cy="299052"/>
          </a:xfrm>
          <a:prstGeom prst="rect">
            <a:avLst/>
          </a:prstGeom>
        </p:spPr>
      </p:pic>
      <p:sp>
        <p:nvSpPr>
          <p:cNvPr id="23" name="弧形 22"/>
          <p:cNvSpPr/>
          <p:nvPr>
            <p:custDataLst>
              <p:tags r:id="rId26"/>
            </p:custDataLst>
          </p:nvPr>
        </p:nvSpPr>
        <p:spPr>
          <a:xfrm>
            <a:off x="2540" y="1783629"/>
            <a:ext cx="3567516" cy="3567516"/>
          </a:xfrm>
          <a:prstGeom prst="arc">
            <a:avLst>
              <a:gd name="adj1" fmla="val 16200000"/>
              <a:gd name="adj2" fmla="val 5350763"/>
            </a:avLst>
          </a:prstGeom>
          <a:ln w="25400">
            <a:gradFill>
              <a:gsLst>
                <a:gs pos="0">
                  <a:srgbClr val="376FFF">
                    <a:lumMod val="20000"/>
                    <a:lumOff val="80000"/>
                  </a:srgbClr>
                </a:gs>
                <a:gs pos="100000">
                  <a:srgbClr val="376FFF">
                    <a:lumMod val="20000"/>
                    <a:lumOff val="80000"/>
                    <a:alpha val="0"/>
                  </a:srgbClr>
                </a:gs>
              </a:gsLst>
              <a:lin ang="10800000" scaled="1"/>
            </a:gradFill>
          </a:ln>
        </p:spPr>
        <p:style>
          <a:lnRef idx="1">
            <a:srgbClr val="376FFF"/>
          </a:lnRef>
          <a:fillRef idx="0">
            <a:srgbClr val="376FFF"/>
          </a:fillRef>
          <a:effectRef idx="0">
            <a:srgbClr val="376FFF"/>
          </a:effectRef>
          <a:fontRef idx="minor">
            <a:srgbClr val="000000"/>
          </a:fontRef>
        </p:style>
        <p:txBody>
          <a:bodyPr rtlCol="0" anchor="ctr"/>
          <a:p>
            <a:pPr algn="ctr"/>
            <a:endParaRPr lang="zh-CN" altLang="en-US">
              <a:cs typeface="MiSans" panose="00000500000000000000" charset="-122"/>
            </a:endParaRPr>
          </a:p>
        </p:txBody>
      </p:sp>
      <p:sp>
        <p:nvSpPr>
          <p:cNvPr id="408" name="椭圆 407"/>
          <p:cNvSpPr/>
          <p:nvPr>
            <p:custDataLst>
              <p:tags r:id="rId27"/>
            </p:custDataLst>
          </p:nvPr>
        </p:nvSpPr>
        <p:spPr>
          <a:xfrm>
            <a:off x="3154315" y="2451512"/>
            <a:ext cx="129003" cy="129003"/>
          </a:xfrm>
          <a:prstGeom prst="ellipse">
            <a:avLst/>
          </a:prstGeom>
          <a:solidFill>
            <a:srgbClr val="376FFF">
              <a:lumMod val="60000"/>
              <a:lumOff val="40000"/>
            </a:srgbClr>
          </a:solidFill>
          <a:ln w="19050">
            <a:solidFill>
              <a:srgbClr val="FFFFFF"/>
            </a:solidFill>
          </a:ln>
        </p:spPr>
        <p:style>
          <a:lnRef idx="2">
            <a:srgbClr val="376FFF">
              <a:shade val="50000"/>
            </a:srgbClr>
          </a:lnRef>
          <a:fillRef idx="1">
            <a:srgbClr val="376FFF"/>
          </a:fillRef>
          <a:effectRef idx="0">
            <a:srgbClr val="376FFF"/>
          </a:effectRef>
          <a:fontRef idx="minor">
            <a:srgbClr val="FFFFFF"/>
          </a:fontRef>
        </p:style>
        <p:txBody>
          <a:bodyPr rtlCol="0" anchor="ctr"/>
          <a:p>
            <a:pPr algn="ctr"/>
            <a:endParaRPr lang="zh-CN" altLang="en-US">
              <a:cs typeface="MiSans" panose="00000500000000000000" charset="-122"/>
            </a:endParaRPr>
          </a:p>
        </p:txBody>
      </p:sp>
      <p:sp>
        <p:nvSpPr>
          <p:cNvPr id="409" name="椭圆 408"/>
          <p:cNvSpPr/>
          <p:nvPr>
            <p:custDataLst>
              <p:tags r:id="rId28"/>
            </p:custDataLst>
          </p:nvPr>
        </p:nvSpPr>
        <p:spPr>
          <a:xfrm>
            <a:off x="3470958" y="3156924"/>
            <a:ext cx="129003" cy="129003"/>
          </a:xfrm>
          <a:prstGeom prst="ellipse">
            <a:avLst/>
          </a:prstGeom>
          <a:solidFill>
            <a:srgbClr val="FFD247">
              <a:lumMod val="60000"/>
              <a:lumOff val="40000"/>
            </a:srgbClr>
          </a:solidFill>
          <a:ln w="19050">
            <a:solidFill>
              <a:srgbClr val="FFFFFF"/>
            </a:solidFill>
          </a:ln>
        </p:spPr>
        <p:style>
          <a:lnRef idx="2">
            <a:srgbClr val="376FFF">
              <a:shade val="50000"/>
            </a:srgbClr>
          </a:lnRef>
          <a:fillRef idx="1">
            <a:srgbClr val="376FFF"/>
          </a:fillRef>
          <a:effectRef idx="0">
            <a:srgbClr val="376FFF"/>
          </a:effectRef>
          <a:fontRef idx="minor">
            <a:srgbClr val="FFFFFF"/>
          </a:fontRef>
        </p:style>
        <p:txBody>
          <a:bodyPr rtlCol="0" anchor="ctr"/>
          <a:p>
            <a:pPr algn="ctr"/>
            <a:endParaRPr lang="zh-CN" altLang="en-US">
              <a:cs typeface="MiSans" panose="00000500000000000000" charset="-122"/>
            </a:endParaRPr>
          </a:p>
        </p:txBody>
      </p:sp>
      <p:sp>
        <p:nvSpPr>
          <p:cNvPr id="410" name="椭圆 409"/>
          <p:cNvSpPr/>
          <p:nvPr>
            <p:custDataLst>
              <p:tags r:id="rId29"/>
            </p:custDataLst>
          </p:nvPr>
        </p:nvSpPr>
        <p:spPr>
          <a:xfrm>
            <a:off x="3470958" y="3862335"/>
            <a:ext cx="129003" cy="129003"/>
          </a:xfrm>
          <a:prstGeom prst="ellipse">
            <a:avLst/>
          </a:prstGeom>
          <a:solidFill>
            <a:srgbClr val="376FFF">
              <a:lumMod val="60000"/>
              <a:lumOff val="40000"/>
            </a:srgbClr>
          </a:solidFill>
          <a:ln w="19050">
            <a:solidFill>
              <a:srgbClr val="FFFFFF"/>
            </a:solidFill>
          </a:ln>
        </p:spPr>
        <p:style>
          <a:lnRef idx="2">
            <a:srgbClr val="376FFF">
              <a:shade val="50000"/>
            </a:srgbClr>
          </a:lnRef>
          <a:fillRef idx="1">
            <a:srgbClr val="376FFF"/>
          </a:fillRef>
          <a:effectRef idx="0">
            <a:srgbClr val="376FFF"/>
          </a:effectRef>
          <a:fontRef idx="minor">
            <a:srgbClr val="FFFFFF"/>
          </a:fontRef>
        </p:style>
        <p:txBody>
          <a:bodyPr rtlCol="0" anchor="ctr"/>
          <a:p>
            <a:pPr algn="ctr"/>
            <a:endParaRPr lang="zh-CN" altLang="en-US">
              <a:cs typeface="MiSans" panose="00000500000000000000" charset="-122"/>
            </a:endParaRPr>
          </a:p>
        </p:txBody>
      </p:sp>
      <p:sp>
        <p:nvSpPr>
          <p:cNvPr id="411" name="椭圆 410"/>
          <p:cNvSpPr/>
          <p:nvPr>
            <p:custDataLst>
              <p:tags r:id="rId30"/>
            </p:custDataLst>
          </p:nvPr>
        </p:nvSpPr>
        <p:spPr>
          <a:xfrm>
            <a:off x="3154315" y="4567746"/>
            <a:ext cx="129003" cy="129003"/>
          </a:xfrm>
          <a:prstGeom prst="ellipse">
            <a:avLst/>
          </a:prstGeom>
          <a:solidFill>
            <a:srgbClr val="FFD247">
              <a:lumMod val="60000"/>
              <a:lumOff val="40000"/>
            </a:srgbClr>
          </a:solidFill>
          <a:ln w="19050">
            <a:solidFill>
              <a:srgbClr val="FFFFFF"/>
            </a:solidFill>
          </a:ln>
        </p:spPr>
        <p:style>
          <a:lnRef idx="2">
            <a:srgbClr val="376FFF">
              <a:shade val="50000"/>
            </a:srgbClr>
          </a:lnRef>
          <a:fillRef idx="1">
            <a:srgbClr val="376FFF"/>
          </a:fillRef>
          <a:effectRef idx="0">
            <a:srgbClr val="376FFF"/>
          </a:effectRef>
          <a:fontRef idx="minor">
            <a:srgbClr val="FFFFFF"/>
          </a:fontRef>
        </p:style>
        <p:txBody>
          <a:bodyPr rtlCol="0" anchor="ctr"/>
          <a:p>
            <a:pPr algn="ctr"/>
            <a:endParaRPr lang="zh-CN" altLang="en-US">
              <a:cs typeface="MiSans" panose="00000500000000000000" charset="-122"/>
            </a:endParaRPr>
          </a:p>
        </p:txBody>
      </p:sp>
      <p:sp>
        <p:nvSpPr>
          <p:cNvPr id="24" name="流程图: 联系 23"/>
          <p:cNvSpPr/>
          <p:nvPr>
            <p:custDataLst>
              <p:tags r:id="rId31"/>
            </p:custDataLst>
          </p:nvPr>
        </p:nvSpPr>
        <p:spPr>
          <a:xfrm>
            <a:off x="298660" y="2145424"/>
            <a:ext cx="2843927" cy="2843927"/>
          </a:xfrm>
          <a:prstGeom prst="flowChartConnector">
            <a:avLst/>
          </a:prstGeom>
          <a:noFill/>
          <a:ln>
            <a:solidFill>
              <a:srgbClr val="376FFF">
                <a:lumMod val="20000"/>
                <a:lumOff val="80000"/>
                <a:alpha val="60000"/>
              </a:srgbClr>
            </a:solidFill>
          </a:ln>
        </p:spPr>
        <p:style>
          <a:lnRef idx="2">
            <a:srgbClr val="376FFF">
              <a:shade val="50000"/>
            </a:srgbClr>
          </a:lnRef>
          <a:fillRef idx="1">
            <a:srgbClr val="376FFF"/>
          </a:fillRef>
          <a:effectRef idx="0">
            <a:srgbClr val="376FFF"/>
          </a:effectRef>
          <a:fontRef idx="minor">
            <a:srgbClr val="FFFFFF"/>
          </a:fontRef>
        </p:style>
        <p:txBody>
          <a:bodyPr wrap="square" rtlCol="0" anchor="ctr">
            <a:noAutofit/>
          </a:bodyPr>
          <a:p>
            <a:pPr algn="ctr"/>
            <a:endParaRPr lang="zh-CN" altLang="en-US"/>
          </a:p>
        </p:txBody>
      </p:sp>
      <p:sp>
        <p:nvSpPr>
          <p:cNvPr id="46" name="流程图: 联系 45"/>
          <p:cNvSpPr/>
          <p:nvPr>
            <p:custDataLst>
              <p:tags r:id="rId32"/>
            </p:custDataLst>
          </p:nvPr>
        </p:nvSpPr>
        <p:spPr>
          <a:xfrm>
            <a:off x="451118" y="2297882"/>
            <a:ext cx="2539597" cy="2539597"/>
          </a:xfrm>
          <a:prstGeom prst="flowChartConnector">
            <a:avLst/>
          </a:prstGeom>
          <a:solidFill>
            <a:schemeClr val="accent2">
              <a:lumMod val="60000"/>
              <a:lumOff val="40000"/>
            </a:schemeClr>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icrosoft YaHei" panose="020B0503020204020204" charset="-122"/>
            </a:endParaRPr>
          </a:p>
        </p:txBody>
      </p:sp>
      <p:sp>
        <p:nvSpPr>
          <p:cNvPr id="25" name="椭圆 24"/>
          <p:cNvSpPr/>
          <p:nvPr>
            <p:custDataLst>
              <p:tags r:id="rId33"/>
            </p:custDataLst>
          </p:nvPr>
        </p:nvSpPr>
        <p:spPr>
          <a:xfrm>
            <a:off x="433527" y="4142623"/>
            <a:ext cx="688406" cy="688406"/>
          </a:xfrm>
          <a:prstGeom prst="ellipse">
            <a:avLst/>
          </a:prstGeom>
          <a:solidFill>
            <a:schemeClr val="accent2">
              <a:lumMod val="60000"/>
              <a:lumOff val="40000"/>
            </a:schemeClr>
          </a:solidFill>
          <a:ln w="41275">
            <a:solidFill>
              <a:srgbClr val="FFFFFF"/>
            </a:solidFill>
          </a:ln>
        </p:spPr>
        <p:style>
          <a:lnRef idx="2">
            <a:srgbClr val="376FFF">
              <a:shade val="50000"/>
            </a:srgbClr>
          </a:lnRef>
          <a:fillRef idx="1">
            <a:srgbClr val="376FFF"/>
          </a:fillRef>
          <a:effectRef idx="0">
            <a:srgbClr val="376FFF"/>
          </a:effectRef>
          <a:fontRef idx="minor">
            <a:srgbClr val="FFFFFF"/>
          </a:fontRef>
        </p:style>
        <p:txBody>
          <a:bodyPr rtlCol="0" anchor="ctr"/>
          <a:p>
            <a:pPr algn="ctr"/>
            <a:endParaRPr lang="zh-CN" altLang="en-US"/>
          </a:p>
        </p:txBody>
      </p:sp>
      <p:pic>
        <p:nvPicPr>
          <p:cNvPr id="49" name="图片 48" descr="343435383036303b343532343136343bcfeec4bfb7b6cea7"/>
          <p:cNvPicPr>
            <a:picLocks noChangeAspect="1"/>
          </p:cNvPicPr>
          <p:nvPr>
            <p:custDataLst>
              <p:tags r:id="rId34"/>
            </p:custDataLst>
          </p:nvPr>
        </p:nvPicPr>
        <p:blipFill>
          <a:blip r:embed="rId35">
            <a:extLst>
              <a:ext uri="{96DAC541-7B7A-43D3-8B79-37D633B846F1}">
                <asvg:svgBlip xmlns:asvg="http://schemas.microsoft.com/office/drawing/2016/SVG/main" r:embed="rId36"/>
              </a:ext>
            </a:extLst>
          </a:blip>
          <a:stretch>
            <a:fillRect/>
          </a:stretch>
        </p:blipFill>
        <p:spPr>
          <a:xfrm>
            <a:off x="610613" y="4319708"/>
            <a:ext cx="334235" cy="334235"/>
          </a:xfrm>
          <a:prstGeom prst="rect">
            <a:avLst/>
          </a:prstGeom>
        </p:spPr>
      </p:pic>
      <p:sp>
        <p:nvSpPr>
          <p:cNvPr id="26" name="任意多边形 25"/>
          <p:cNvSpPr/>
          <p:nvPr>
            <p:custDataLst>
              <p:tags r:id="rId37"/>
            </p:custDataLst>
          </p:nvPr>
        </p:nvSpPr>
        <p:spPr>
          <a:xfrm flipH="1">
            <a:off x="3673475" y="1292225"/>
            <a:ext cx="2884170" cy="67818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409" h="1157">
                <a:moveTo>
                  <a:pt x="0" y="0"/>
                </a:moveTo>
                <a:lnTo>
                  <a:pt x="8831" y="0"/>
                </a:lnTo>
                <a:cubicBezTo>
                  <a:pt x="9150" y="0"/>
                  <a:pt x="9409" y="259"/>
                  <a:pt x="9409" y="579"/>
                </a:cubicBezTo>
                <a:cubicBezTo>
                  <a:pt x="9409" y="898"/>
                  <a:pt x="9150" y="1157"/>
                  <a:pt x="8831" y="1157"/>
                </a:cubicBezTo>
                <a:lnTo>
                  <a:pt x="2" y="1157"/>
                </a:lnTo>
                <a:lnTo>
                  <a:pt x="25" y="1143"/>
                </a:lnTo>
                <a:cubicBezTo>
                  <a:pt x="216" y="1028"/>
                  <a:pt x="343" y="818"/>
                  <a:pt x="343" y="579"/>
                </a:cubicBezTo>
                <a:cubicBezTo>
                  <a:pt x="343" y="340"/>
                  <a:pt x="216" y="130"/>
                  <a:pt x="25" y="15"/>
                </a:cubicBezTo>
                <a:lnTo>
                  <a:pt x="0" y="0"/>
                </a:lnTo>
                <a:close/>
              </a:path>
            </a:pathLst>
          </a:custGeom>
          <a:solidFill>
            <a:schemeClr val="accent5">
              <a:lumMod val="40000"/>
              <a:lumOff val="6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9pPr>
          </a:lstStyle>
          <a:p>
            <a:pPr algn="ctr"/>
            <a:r>
              <a:rPr lang="zh-CN" altLang="en-US" sz="1600">
                <a:solidFill>
                  <a:schemeClr val="bg1"/>
                </a:solidFill>
                <a:latin typeface="汉仪君黑-45简" panose="020B0604020202020204" charset="-122"/>
                <a:ea typeface="汉仪君黑-45简" panose="020B0604020202020204" charset="-122"/>
                <a:sym typeface="+mn-ea"/>
              </a:rPr>
              <a:t>确定组织架构</a:t>
            </a:r>
            <a:endParaRPr lang="zh-CN" altLang="en-US" sz="1600">
              <a:solidFill>
                <a:schemeClr val="bg1"/>
              </a:solidFill>
              <a:latin typeface="汉仪君黑-45简" panose="020B0604020202020204" charset="-122"/>
              <a:ea typeface="汉仪君黑-45简" panose="020B0604020202020204" charset="-122"/>
              <a:cs typeface="MiSans" panose="00000500000000000000" charset="-122"/>
              <a:sym typeface="+mn-ea"/>
            </a:endParaRPr>
          </a:p>
        </p:txBody>
      </p:sp>
      <p:sp>
        <p:nvSpPr>
          <p:cNvPr id="27" name="任意多边形 26"/>
          <p:cNvSpPr/>
          <p:nvPr>
            <p:custDataLst>
              <p:tags r:id="rId38"/>
            </p:custDataLst>
          </p:nvPr>
        </p:nvSpPr>
        <p:spPr>
          <a:xfrm flipH="1">
            <a:off x="3673475" y="2125980"/>
            <a:ext cx="3058795" cy="67818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409" h="1157">
                <a:moveTo>
                  <a:pt x="0" y="0"/>
                </a:moveTo>
                <a:lnTo>
                  <a:pt x="8831" y="0"/>
                </a:lnTo>
                <a:cubicBezTo>
                  <a:pt x="9150" y="0"/>
                  <a:pt x="9409" y="259"/>
                  <a:pt x="9409" y="579"/>
                </a:cubicBezTo>
                <a:cubicBezTo>
                  <a:pt x="9409" y="898"/>
                  <a:pt x="9150" y="1157"/>
                  <a:pt x="8831" y="1157"/>
                </a:cubicBezTo>
                <a:lnTo>
                  <a:pt x="2" y="1157"/>
                </a:lnTo>
                <a:lnTo>
                  <a:pt x="25" y="1143"/>
                </a:lnTo>
                <a:cubicBezTo>
                  <a:pt x="216" y="1028"/>
                  <a:pt x="343" y="818"/>
                  <a:pt x="343" y="579"/>
                </a:cubicBezTo>
                <a:cubicBezTo>
                  <a:pt x="343" y="340"/>
                  <a:pt x="216" y="130"/>
                  <a:pt x="25" y="15"/>
                </a:cubicBezTo>
                <a:lnTo>
                  <a:pt x="0" y="0"/>
                </a:lnTo>
                <a:close/>
              </a:path>
            </a:pathLst>
          </a:custGeom>
          <a:solidFill>
            <a:schemeClr val="accent2">
              <a:lumMod val="60000"/>
              <a:lumOff val="4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9pPr>
          </a:lstStyle>
          <a:p>
            <a:pPr lvl="0" algn="ctr">
              <a:buClrTx/>
              <a:buSzTx/>
              <a:buFontTx/>
            </a:pPr>
            <a:r>
              <a:rPr lang="zh-CN" altLang="en-US">
                <a:solidFill>
                  <a:schemeClr val="bg1"/>
                </a:solidFill>
                <a:latin typeface="汉仪君黑-45简" panose="020B0604020202020204" charset="-122"/>
                <a:ea typeface="汉仪君黑-45简" panose="020B0604020202020204" charset="-122"/>
                <a:sym typeface="+mn-ea"/>
              </a:rPr>
              <a:t>明确招聘目标和需求</a:t>
            </a:r>
            <a:endParaRPr lang="zh-CN" altLang="en-US">
              <a:solidFill>
                <a:schemeClr val="bg1"/>
              </a:solidFill>
              <a:latin typeface="汉仪君黑-45简" panose="020B0604020202020204" charset="-122"/>
              <a:ea typeface="汉仪君黑-45简" panose="020B0604020202020204" charset="-122"/>
              <a:cs typeface="MiSans" panose="00000500000000000000" charset="-122"/>
              <a:sym typeface="+mn-ea"/>
            </a:endParaRPr>
          </a:p>
        </p:txBody>
      </p:sp>
      <p:sp>
        <p:nvSpPr>
          <p:cNvPr id="28" name="任意多边形 27"/>
          <p:cNvSpPr/>
          <p:nvPr>
            <p:custDataLst>
              <p:tags r:id="rId39"/>
            </p:custDataLst>
          </p:nvPr>
        </p:nvSpPr>
        <p:spPr>
          <a:xfrm flipH="1">
            <a:off x="3672840" y="2999105"/>
            <a:ext cx="3144520" cy="67818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409" h="1157">
                <a:moveTo>
                  <a:pt x="0" y="0"/>
                </a:moveTo>
                <a:lnTo>
                  <a:pt x="8831" y="0"/>
                </a:lnTo>
                <a:cubicBezTo>
                  <a:pt x="9150" y="0"/>
                  <a:pt x="9409" y="259"/>
                  <a:pt x="9409" y="579"/>
                </a:cubicBezTo>
                <a:cubicBezTo>
                  <a:pt x="9409" y="898"/>
                  <a:pt x="9150" y="1157"/>
                  <a:pt x="8831" y="1157"/>
                </a:cubicBezTo>
                <a:lnTo>
                  <a:pt x="2" y="1157"/>
                </a:lnTo>
                <a:lnTo>
                  <a:pt x="25" y="1143"/>
                </a:lnTo>
                <a:cubicBezTo>
                  <a:pt x="216" y="1028"/>
                  <a:pt x="343" y="818"/>
                  <a:pt x="343" y="579"/>
                </a:cubicBezTo>
                <a:cubicBezTo>
                  <a:pt x="343" y="340"/>
                  <a:pt x="216" y="130"/>
                  <a:pt x="25" y="15"/>
                </a:cubicBezTo>
                <a:lnTo>
                  <a:pt x="0" y="0"/>
                </a:lnTo>
                <a:close/>
              </a:path>
            </a:pathLst>
          </a:custGeom>
          <a:solidFill>
            <a:schemeClr val="accent5">
              <a:lumMod val="40000"/>
              <a:lumOff val="6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9pPr>
          </a:lstStyle>
          <a:p>
            <a:pPr lvl="0" algn="ctr">
              <a:buClrTx/>
              <a:buSzTx/>
              <a:buFontTx/>
            </a:pPr>
            <a:endParaRPr lang="zh-CN" altLang="en-US">
              <a:noFill/>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sp>
        <p:nvSpPr>
          <p:cNvPr id="29" name="任意多边形 28"/>
          <p:cNvSpPr/>
          <p:nvPr>
            <p:custDataLst>
              <p:tags r:id="rId40"/>
            </p:custDataLst>
          </p:nvPr>
        </p:nvSpPr>
        <p:spPr>
          <a:xfrm flipH="1">
            <a:off x="3673475" y="3803015"/>
            <a:ext cx="2879090" cy="67818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409" h="1157">
                <a:moveTo>
                  <a:pt x="0" y="0"/>
                </a:moveTo>
                <a:lnTo>
                  <a:pt x="8831" y="0"/>
                </a:lnTo>
                <a:cubicBezTo>
                  <a:pt x="9150" y="0"/>
                  <a:pt x="9409" y="259"/>
                  <a:pt x="9409" y="579"/>
                </a:cubicBezTo>
                <a:cubicBezTo>
                  <a:pt x="9409" y="898"/>
                  <a:pt x="9150" y="1157"/>
                  <a:pt x="8831" y="1157"/>
                </a:cubicBezTo>
                <a:lnTo>
                  <a:pt x="2" y="1157"/>
                </a:lnTo>
                <a:lnTo>
                  <a:pt x="25" y="1143"/>
                </a:lnTo>
                <a:cubicBezTo>
                  <a:pt x="216" y="1028"/>
                  <a:pt x="343" y="818"/>
                  <a:pt x="343" y="579"/>
                </a:cubicBezTo>
                <a:cubicBezTo>
                  <a:pt x="343" y="340"/>
                  <a:pt x="216" y="130"/>
                  <a:pt x="25" y="15"/>
                </a:cubicBezTo>
                <a:lnTo>
                  <a:pt x="0" y="0"/>
                </a:lnTo>
                <a:close/>
              </a:path>
            </a:pathLst>
          </a:custGeom>
          <a:solidFill>
            <a:schemeClr val="accent2">
              <a:lumMod val="60000"/>
              <a:lumOff val="4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9pPr>
          </a:lstStyle>
          <a:p>
            <a:pPr lvl="0" algn="ctr">
              <a:buClrTx/>
              <a:buSzTx/>
              <a:buFontTx/>
            </a:pPr>
            <a:endParaRPr lang="zh-CN" altLang="en-US" sz="1600">
              <a:noFill/>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sp>
        <p:nvSpPr>
          <p:cNvPr id="30" name="文本框 29"/>
          <p:cNvSpPr txBox="1"/>
          <p:nvPr>
            <p:custDataLst>
              <p:tags r:id="rId41"/>
            </p:custDataLst>
          </p:nvPr>
        </p:nvSpPr>
        <p:spPr>
          <a:xfrm>
            <a:off x="4317365" y="3921125"/>
            <a:ext cx="1835150" cy="399415"/>
          </a:xfrm>
          <a:prstGeom prst="rect">
            <a:avLst/>
          </a:prstGeom>
          <a:noFill/>
        </p:spPr>
        <p:txBody>
          <a:bodyPr vert="horz" wrap="square" rtlCol="0" anchor="t" anchorCtr="0">
            <a:noAutofit/>
          </a:bodyPr>
          <a:p>
            <a:pPr fontAlgn="auto">
              <a:lnSpc>
                <a:spcPct val="100000"/>
              </a:lnSpc>
            </a:pPr>
            <a:r>
              <a:rPr lang="zh-CN" altLang="en-US" sz="1600">
                <a:solidFill>
                  <a:schemeClr val="bg1"/>
                </a:solidFill>
                <a:latin typeface="汉仪君黑-45简" panose="020B0604020202020204" charset="-122"/>
                <a:ea typeface="汉仪君黑-45简" panose="020B0604020202020204" charset="-122"/>
                <a:sym typeface="+mn-ea"/>
              </a:rPr>
              <a:t>招聘渠道选择</a:t>
            </a:r>
            <a:endParaRPr lang="zh-CN" altLang="en-US" sz="1600" kern="0" spc="100">
              <a:solidFill>
                <a:schemeClr val="bg1"/>
              </a:solidFill>
              <a:uFillTx/>
              <a:latin typeface="汉仪君黑-45简" panose="020B0604020202020204" charset="-122"/>
              <a:ea typeface="汉仪君黑-45简" panose="020B0604020202020204" charset="-122"/>
              <a:sym typeface="+mn-ea"/>
            </a:endParaRPr>
          </a:p>
          <a:p>
            <a:pPr fontAlgn="auto">
              <a:lnSpc>
                <a:spcPct val="100000"/>
              </a:lnSpc>
            </a:pPr>
            <a:endParaRPr lang="zh-CN" altLang="zh-CN" sz="1600" kern="0" spc="150" dirty="0">
              <a:solidFill>
                <a:srgbClr val="000000">
                  <a:lumMod val="50000"/>
                  <a:lumOff val="50000"/>
                </a:srgbClr>
              </a:solidFill>
              <a:uFillTx/>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sp>
        <p:nvSpPr>
          <p:cNvPr id="31" name="文本框 30"/>
          <p:cNvSpPr txBox="1"/>
          <p:nvPr>
            <p:custDataLst>
              <p:tags r:id="rId42"/>
            </p:custDataLst>
          </p:nvPr>
        </p:nvSpPr>
        <p:spPr>
          <a:xfrm>
            <a:off x="4310380" y="3158490"/>
            <a:ext cx="2152650" cy="337185"/>
          </a:xfrm>
          <a:prstGeom prst="rect">
            <a:avLst/>
          </a:prstGeom>
          <a:noFill/>
        </p:spPr>
        <p:txBody>
          <a:bodyPr vert="horz" wrap="square" rtlCol="0" anchor="t" anchorCtr="0">
            <a:spAutoFit/>
          </a:bodyPr>
          <a:p>
            <a:pPr fontAlgn="auto">
              <a:lnSpc>
                <a:spcPct val="100000"/>
              </a:lnSpc>
            </a:pPr>
            <a:r>
              <a:rPr lang="zh-CN" altLang="en-US" sz="1600">
                <a:solidFill>
                  <a:schemeClr val="bg1"/>
                </a:solidFill>
                <a:latin typeface="汉仪君黑-45简" panose="020B0604020202020204" charset="-122"/>
                <a:ea typeface="汉仪君黑-45简" panose="020B0604020202020204" charset="-122"/>
                <a:sym typeface="+mn-ea"/>
              </a:rPr>
              <a:t>清晰的招聘流程</a:t>
            </a:r>
            <a:endParaRPr lang="zh-CN" altLang="en-US" sz="1600" kern="0" spc="150" dirty="0">
              <a:solidFill>
                <a:schemeClr val="bg1"/>
              </a:solidFill>
              <a:uFillTx/>
              <a:latin typeface="汉仪君黑-45简" panose="020B0604020202020204" charset="-122"/>
              <a:ea typeface="汉仪君黑-45简" panose="020B0604020202020204" charset="-122"/>
              <a:cs typeface="MiSans" panose="00000500000000000000" charset="-122"/>
              <a:sym typeface="+mn-ea"/>
            </a:endParaRPr>
          </a:p>
        </p:txBody>
      </p:sp>
      <p:sp>
        <p:nvSpPr>
          <p:cNvPr id="50" name="任意多边形 49"/>
          <p:cNvSpPr/>
          <p:nvPr>
            <p:custDataLst>
              <p:tags r:id="rId43"/>
            </p:custDataLst>
          </p:nvPr>
        </p:nvSpPr>
        <p:spPr>
          <a:xfrm flipH="1">
            <a:off x="3673475" y="4625340"/>
            <a:ext cx="2564130" cy="67818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409" h="1157">
                <a:moveTo>
                  <a:pt x="0" y="0"/>
                </a:moveTo>
                <a:lnTo>
                  <a:pt x="8831" y="0"/>
                </a:lnTo>
                <a:cubicBezTo>
                  <a:pt x="9150" y="0"/>
                  <a:pt x="9409" y="259"/>
                  <a:pt x="9409" y="579"/>
                </a:cubicBezTo>
                <a:cubicBezTo>
                  <a:pt x="9409" y="898"/>
                  <a:pt x="9150" y="1157"/>
                  <a:pt x="8831" y="1157"/>
                </a:cubicBezTo>
                <a:lnTo>
                  <a:pt x="2" y="1157"/>
                </a:lnTo>
                <a:lnTo>
                  <a:pt x="25" y="1143"/>
                </a:lnTo>
                <a:cubicBezTo>
                  <a:pt x="216" y="1028"/>
                  <a:pt x="343" y="818"/>
                  <a:pt x="343" y="579"/>
                </a:cubicBezTo>
                <a:cubicBezTo>
                  <a:pt x="343" y="340"/>
                  <a:pt x="216" y="130"/>
                  <a:pt x="25" y="15"/>
                </a:cubicBezTo>
                <a:lnTo>
                  <a:pt x="0" y="0"/>
                </a:lnTo>
                <a:close/>
              </a:path>
            </a:pathLst>
          </a:custGeom>
          <a:solidFill>
            <a:schemeClr val="accent5">
              <a:lumMod val="40000"/>
              <a:lumOff val="6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9pPr>
          </a:lstStyle>
          <a:p>
            <a:pPr algn="ctr"/>
            <a:r>
              <a:rPr lang="zh-CN" altLang="en-US" sz="1600">
                <a:solidFill>
                  <a:schemeClr val="bg1"/>
                </a:solidFill>
                <a:latin typeface="汉仪君黑-45简" panose="020B0604020202020204" charset="-122"/>
                <a:ea typeface="汉仪君黑-45简" panose="020B0604020202020204" charset="-122"/>
                <a:sym typeface="+mn-ea"/>
              </a:rPr>
              <a:t>建立人才库</a:t>
            </a:r>
            <a:endParaRPr lang="zh-CN" altLang="en-US" sz="1600">
              <a:solidFill>
                <a:schemeClr val="bg1"/>
              </a:solidFill>
              <a:latin typeface="汉仪君黑-45简" panose="020B0604020202020204" charset="-122"/>
              <a:ea typeface="汉仪君黑-45简" panose="020B0604020202020204" charset="-122"/>
              <a:cs typeface="MiSans" panose="00000500000000000000" charset="-122"/>
              <a:sym typeface="+mn-ea"/>
            </a:endParaRPr>
          </a:p>
        </p:txBody>
      </p:sp>
      <p:sp>
        <p:nvSpPr>
          <p:cNvPr id="51" name="圆角矩形 50"/>
          <p:cNvSpPr/>
          <p:nvPr>
            <p:custDataLst>
              <p:tags r:id="rId44"/>
            </p:custDataLst>
          </p:nvPr>
        </p:nvSpPr>
        <p:spPr>
          <a:xfrm>
            <a:off x="6247869" y="4625521"/>
            <a:ext cx="678438" cy="678438"/>
          </a:xfrm>
          <a:prstGeom prst="roundRect">
            <a:avLst>
              <a:gd name="adj" fmla="val 50000"/>
            </a:avLst>
          </a:prstGeom>
          <a:solidFill>
            <a:schemeClr val="accent5">
              <a:lumMod val="40000"/>
              <a:lumOff val="6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noFill/>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sp>
        <p:nvSpPr>
          <p:cNvPr id="53" name="任意多边形 52"/>
          <p:cNvSpPr/>
          <p:nvPr>
            <p:custDataLst>
              <p:tags r:id="rId45"/>
            </p:custDataLst>
          </p:nvPr>
        </p:nvSpPr>
        <p:spPr>
          <a:xfrm>
            <a:off x="6859270" y="4644390"/>
            <a:ext cx="4987925" cy="67818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409" h="1157">
                <a:moveTo>
                  <a:pt x="0" y="0"/>
                </a:moveTo>
                <a:lnTo>
                  <a:pt x="8831" y="0"/>
                </a:lnTo>
                <a:cubicBezTo>
                  <a:pt x="9150" y="0"/>
                  <a:pt x="9409" y="259"/>
                  <a:pt x="9409" y="579"/>
                </a:cubicBezTo>
                <a:cubicBezTo>
                  <a:pt x="9409" y="898"/>
                  <a:pt x="9150" y="1157"/>
                  <a:pt x="8831" y="1157"/>
                </a:cubicBezTo>
                <a:lnTo>
                  <a:pt x="2" y="1157"/>
                </a:lnTo>
                <a:lnTo>
                  <a:pt x="25" y="1143"/>
                </a:lnTo>
                <a:cubicBezTo>
                  <a:pt x="216" y="1028"/>
                  <a:pt x="343" y="818"/>
                  <a:pt x="343" y="579"/>
                </a:cubicBezTo>
                <a:cubicBezTo>
                  <a:pt x="343" y="340"/>
                  <a:pt x="216" y="130"/>
                  <a:pt x="25" y="15"/>
                </a:cubicBezTo>
                <a:lnTo>
                  <a:pt x="0" y="0"/>
                </a:lnTo>
                <a:close/>
              </a:path>
            </a:pathLst>
          </a:custGeom>
          <a:solidFill>
            <a:schemeClr val="accent5">
              <a:lumMod val="40000"/>
              <a:lumOff val="6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9pPr>
          </a:lstStyle>
          <a:p>
            <a:pPr marL="0" marR="0" lvl="0" indent="0" algn="l" defTabSz="1216025" rtl="0" eaLnBrk="1" fontAlgn="auto" latinLnBrk="0" hangingPunct="1">
              <a:lnSpc>
                <a:spcPct val="150000"/>
              </a:lnSpc>
              <a:spcBef>
                <a:spcPts val="0"/>
              </a:spcBef>
              <a:spcAft>
                <a:spcPts val="0"/>
              </a:spcAft>
              <a:buClrTx/>
              <a:buSzTx/>
              <a:buFontTx/>
              <a:buNone/>
            </a:pPr>
            <a:endParaRPr lang="zh-CN" altLang="en-US" sz="1200">
              <a:noFill/>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sp>
        <p:nvSpPr>
          <p:cNvPr id="54" name="任意多边形 53"/>
          <p:cNvSpPr/>
          <p:nvPr>
            <p:custDataLst>
              <p:tags r:id="rId46"/>
            </p:custDataLst>
          </p:nvPr>
        </p:nvSpPr>
        <p:spPr>
          <a:xfrm flipH="1">
            <a:off x="3673475" y="5434965"/>
            <a:ext cx="2422525" cy="67818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409" h="1157">
                <a:moveTo>
                  <a:pt x="0" y="0"/>
                </a:moveTo>
                <a:lnTo>
                  <a:pt x="8831" y="0"/>
                </a:lnTo>
                <a:cubicBezTo>
                  <a:pt x="9150" y="0"/>
                  <a:pt x="9409" y="259"/>
                  <a:pt x="9409" y="579"/>
                </a:cubicBezTo>
                <a:cubicBezTo>
                  <a:pt x="9409" y="898"/>
                  <a:pt x="9150" y="1157"/>
                  <a:pt x="8831" y="1157"/>
                </a:cubicBezTo>
                <a:lnTo>
                  <a:pt x="2" y="1157"/>
                </a:lnTo>
                <a:lnTo>
                  <a:pt x="25" y="1143"/>
                </a:lnTo>
                <a:cubicBezTo>
                  <a:pt x="216" y="1028"/>
                  <a:pt x="343" y="818"/>
                  <a:pt x="343" y="579"/>
                </a:cubicBezTo>
                <a:cubicBezTo>
                  <a:pt x="343" y="340"/>
                  <a:pt x="216" y="130"/>
                  <a:pt x="25" y="15"/>
                </a:cubicBezTo>
                <a:lnTo>
                  <a:pt x="0" y="0"/>
                </a:lnTo>
                <a:close/>
              </a:path>
            </a:pathLst>
          </a:custGeom>
          <a:solidFill>
            <a:schemeClr val="accent2">
              <a:lumMod val="60000"/>
              <a:lumOff val="4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9pPr>
          </a:lstStyle>
          <a:p>
            <a:pPr algn="ctr"/>
            <a:r>
              <a:rPr lang="zh-CN" altLang="en-US" sz="1600">
                <a:solidFill>
                  <a:schemeClr val="bg1"/>
                </a:solidFill>
                <a:latin typeface="汉仪君黑-45简" panose="020B0604020202020204" charset="-122"/>
                <a:ea typeface="汉仪君黑-45简" panose="020B0604020202020204" charset="-122"/>
                <a:sym typeface="+mn-ea"/>
              </a:rPr>
              <a:t>试用期的培训和管理制度</a:t>
            </a:r>
            <a:endParaRPr lang="zh-CN" altLang="en-US" sz="1600">
              <a:solidFill>
                <a:schemeClr val="bg1"/>
              </a:solidFill>
              <a:latin typeface="汉仪君黑-45简" panose="020B0604020202020204" charset="-122"/>
              <a:ea typeface="汉仪君黑-45简" panose="020B0604020202020204" charset="-122"/>
              <a:cs typeface="MiSans" panose="00000500000000000000" charset="-122"/>
              <a:sym typeface="+mn-ea"/>
            </a:endParaRPr>
          </a:p>
        </p:txBody>
      </p:sp>
      <p:sp>
        <p:nvSpPr>
          <p:cNvPr id="55" name="圆角矩形 54"/>
          <p:cNvSpPr/>
          <p:nvPr>
            <p:custDataLst>
              <p:tags r:id="rId47"/>
            </p:custDataLst>
          </p:nvPr>
        </p:nvSpPr>
        <p:spPr>
          <a:xfrm>
            <a:off x="6084922" y="5435021"/>
            <a:ext cx="678438" cy="678438"/>
          </a:xfrm>
          <a:prstGeom prst="roundRect">
            <a:avLst>
              <a:gd name="adj" fmla="val 50000"/>
            </a:avLst>
          </a:prstGeom>
          <a:solidFill>
            <a:schemeClr val="accent2">
              <a:lumMod val="60000"/>
              <a:lumOff val="4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noFill/>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sp>
        <p:nvSpPr>
          <p:cNvPr id="56" name="任意多边形 55"/>
          <p:cNvSpPr/>
          <p:nvPr>
            <p:custDataLst>
              <p:tags r:id="rId48"/>
            </p:custDataLst>
          </p:nvPr>
        </p:nvSpPr>
        <p:spPr>
          <a:xfrm>
            <a:off x="6682105" y="5434965"/>
            <a:ext cx="5021580" cy="67818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409" h="1157">
                <a:moveTo>
                  <a:pt x="0" y="0"/>
                </a:moveTo>
                <a:lnTo>
                  <a:pt x="8831" y="0"/>
                </a:lnTo>
                <a:cubicBezTo>
                  <a:pt x="9150" y="0"/>
                  <a:pt x="9409" y="259"/>
                  <a:pt x="9409" y="579"/>
                </a:cubicBezTo>
                <a:cubicBezTo>
                  <a:pt x="9409" y="898"/>
                  <a:pt x="9150" y="1157"/>
                  <a:pt x="8831" y="1157"/>
                </a:cubicBezTo>
                <a:lnTo>
                  <a:pt x="2" y="1157"/>
                </a:lnTo>
                <a:lnTo>
                  <a:pt x="25" y="1143"/>
                </a:lnTo>
                <a:cubicBezTo>
                  <a:pt x="216" y="1028"/>
                  <a:pt x="343" y="818"/>
                  <a:pt x="343" y="579"/>
                </a:cubicBezTo>
                <a:cubicBezTo>
                  <a:pt x="343" y="340"/>
                  <a:pt x="216" y="130"/>
                  <a:pt x="25" y="15"/>
                </a:cubicBezTo>
                <a:lnTo>
                  <a:pt x="0" y="0"/>
                </a:lnTo>
                <a:close/>
              </a:path>
            </a:pathLst>
          </a:custGeom>
          <a:solidFill>
            <a:schemeClr val="accent2">
              <a:lumMod val="60000"/>
              <a:lumOff val="40000"/>
            </a:schemeClr>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Microsoft YaHei" panose="020B0503020204020204" charset="-122"/>
                <a:cs typeface="+mn-ea"/>
              </a:defRPr>
            </a:lvl9pPr>
          </a:lstStyle>
          <a:p>
            <a:pPr lvl="0" algn="ctr">
              <a:buClrTx/>
              <a:buSzTx/>
              <a:buFontTx/>
            </a:pPr>
            <a:endParaRPr lang="zh-CN" altLang="en-US">
              <a:noFill/>
              <a:latin typeface="汉仪君黑-45简" panose="020B0604020202020204" charset="-122"/>
              <a:ea typeface="汉仪君黑-45简" panose="020B0604020202020204" charset="-122"/>
              <a:cs typeface="MiSans" panose="00000500000000000000" charset="-122"/>
              <a:sym typeface="Microsoft YaHei" panose="020B0503020204020204" charset="-122"/>
            </a:endParaRPr>
          </a:p>
        </p:txBody>
      </p:sp>
      <p:pic>
        <p:nvPicPr>
          <p:cNvPr id="57" name="图片 56" descr="32303236363432363b32303236363833363b84dd5fc3673a56684eba2020"/>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6424930" y="4817110"/>
            <a:ext cx="333375" cy="333375"/>
          </a:xfrm>
          <a:prstGeom prst="rect">
            <a:avLst/>
          </a:prstGeom>
        </p:spPr>
      </p:pic>
      <p:pic>
        <p:nvPicPr>
          <p:cNvPr id="58" name="图片 57" descr="32313535383838333b32313535383934393b82b18fb9541153f37bad5934"/>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6283325" y="5621020"/>
            <a:ext cx="305435" cy="305435"/>
          </a:xfrm>
          <a:prstGeom prst="rect">
            <a:avLst/>
          </a:prstGeom>
        </p:spPr>
      </p:pic>
      <p:sp>
        <p:nvSpPr>
          <p:cNvPr id="61" name="文本框 60"/>
          <p:cNvSpPr txBox="1"/>
          <p:nvPr>
            <p:custDataLst>
              <p:tags r:id="rId53"/>
            </p:custDataLst>
          </p:nvPr>
        </p:nvSpPr>
        <p:spPr>
          <a:xfrm>
            <a:off x="7349526" y="4781898"/>
            <a:ext cx="4394307" cy="368300"/>
          </a:xfrm>
          <a:prstGeom prst="rect">
            <a:avLst/>
          </a:prstGeom>
          <a:noFill/>
        </p:spPr>
        <p:txBody>
          <a:bodyPr vert="horz" wrap="square" rtlCol="0" anchor="t" anchorCtr="0">
            <a:spAutoFit/>
          </a:bodyPr>
          <a:p>
            <a:pPr marL="0" marR="0" lvl="0" indent="0" algn="l" defTabSz="1216025" rtl="0" eaLnBrk="1" fontAlgn="auto" latinLnBrk="0" hangingPunct="1">
              <a:lnSpc>
                <a:spcPct val="150000"/>
              </a:lnSpc>
              <a:spcBef>
                <a:spcPts val="0"/>
              </a:spcBef>
              <a:spcAft>
                <a:spcPts val="0"/>
              </a:spcAft>
              <a:buClrTx/>
              <a:buSzTx/>
              <a:buFontTx/>
              <a:buNone/>
            </a:pPr>
            <a:r>
              <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mn-ea"/>
                <a:sym typeface="+mn-lt"/>
              </a:rPr>
              <a:t>面试简历记录，未通过、储备简历，面试案例分析</a:t>
            </a:r>
            <a:endParaRPr lang="zh-CN" altLang="en-US" sz="1200" kern="0" spc="15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mn-ea"/>
              <a:sym typeface="+mn-lt"/>
            </a:endParaRPr>
          </a:p>
        </p:txBody>
      </p:sp>
      <p:sp>
        <p:nvSpPr>
          <p:cNvPr id="62" name="文本框 61"/>
          <p:cNvSpPr txBox="1"/>
          <p:nvPr>
            <p:custDataLst>
              <p:tags r:id="rId54"/>
            </p:custDataLst>
          </p:nvPr>
        </p:nvSpPr>
        <p:spPr>
          <a:xfrm>
            <a:off x="7138071" y="5467698"/>
            <a:ext cx="4394307" cy="645160"/>
          </a:xfrm>
          <a:prstGeom prst="rect">
            <a:avLst/>
          </a:prstGeom>
          <a:noFill/>
        </p:spPr>
        <p:txBody>
          <a:bodyPr vert="horz" wrap="square" rtlCol="0" anchor="t" anchorCtr="0">
            <a:spAutoFit/>
          </a:bodyPr>
          <a:p>
            <a:pPr marL="0" marR="0" lvl="0" indent="0" algn="l" defTabSz="1216025" rtl="0" eaLnBrk="1" fontAlgn="auto" latinLnBrk="0" hangingPunct="1">
              <a:lnSpc>
                <a:spcPct val="150000"/>
              </a:lnSpc>
              <a:spcBef>
                <a:spcPts val="0"/>
              </a:spcBef>
              <a:spcAft>
                <a:spcPts val="0"/>
              </a:spcAft>
              <a:buClrTx/>
              <a:buSzTx/>
              <a:buFontTx/>
              <a:buNone/>
            </a:pPr>
            <a:r>
              <a:rPr lang="zh-CN" altLang="en-US" sz="120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mn-ea"/>
                <a:sym typeface="+mn-lt"/>
              </a:rPr>
              <a:t>入职培训，部门培训，试用期工作规划和计划，试用期考核，转正标准</a:t>
            </a:r>
            <a:endParaRPr lang="zh-CN" altLang="en-US" sz="1200" kern="0" spc="150" noProof="0" dirty="0">
              <a:ln>
                <a:noFill/>
              </a:ln>
              <a:solidFill>
                <a:schemeClr val="tx1">
                  <a:lumMod val="50000"/>
                  <a:lumOff val="50000"/>
                </a:schemeClr>
              </a:solidFill>
              <a:effectLst/>
              <a:uLnTx/>
              <a:uFillTx/>
              <a:latin typeface="汉仪君黑-45简" panose="020B0604020202020204" charset="-122"/>
              <a:ea typeface="汉仪君黑-45简" panose="020B0604020202020204" charset="-122"/>
              <a:cs typeface="+mn-ea"/>
              <a:sym typeface="+mn-lt"/>
            </a:endParaRPr>
          </a:p>
        </p:txBody>
      </p:sp>
      <p:pic>
        <p:nvPicPr>
          <p:cNvPr id="63" name="图片 62" descr="32313537353537323b32313537353535363b5b9a4f4d"/>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1263015" y="3158490"/>
            <a:ext cx="914400" cy="914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descr="7b0a202020202262756c6c6574223a20227b5c2263617465676f727949645c223a31303030352c5c2274656d706c61746549645c223a32303233313535397d220a7d0a"/>
          <p:cNvSpPr txBox="1">
            <a:spLocks noChangeArrowheads="1"/>
          </p:cNvSpPr>
          <p:nvPr/>
        </p:nvSpPr>
        <p:spPr bwMode="auto">
          <a:xfrm>
            <a:off x="757555" y="1292225"/>
            <a:ext cx="466915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Blip>
                <a:blip r:embed="rId1"/>
              </a:buBlip>
            </a:pPr>
            <a:r>
              <a:rPr lang="en-US" altLang="zh-CN" sz="2000" b="1" dirty="0">
                <a:solidFill>
                  <a:srgbClr val="E0836A"/>
                </a:solidFill>
                <a:latin typeface="汉仪君黑-45简" panose="020B0604020202020204" charset="-122"/>
                <a:ea typeface="汉仪君黑-45简" panose="020B0604020202020204" charset="-122"/>
                <a:cs typeface="+mn-ea"/>
                <a:sym typeface="+mn-lt"/>
              </a:rPr>
              <a:t>  </a:t>
            </a:r>
            <a:r>
              <a:rPr lang="zh-CN" altLang="en-US" sz="2000" b="1" dirty="0">
                <a:solidFill>
                  <a:srgbClr val="E0836A"/>
                </a:solidFill>
                <a:latin typeface="汉仪君黑-45简" panose="020B0604020202020204" charset="-122"/>
                <a:ea typeface="汉仪君黑-45简" panose="020B0604020202020204" charset="-122"/>
                <a:cs typeface="+mn-ea"/>
                <a:sym typeface="+mn-lt"/>
              </a:rPr>
              <a:t>怎么用好</a:t>
            </a:r>
            <a:r>
              <a:rPr lang="en-US" altLang="zh-CN" sz="2000" b="1" dirty="0">
                <a:solidFill>
                  <a:srgbClr val="E0836A"/>
                </a:solidFill>
                <a:latin typeface="汉仪君黑-45简" panose="020B0604020202020204" charset="-122"/>
                <a:ea typeface="汉仪君黑-45简" panose="020B0604020202020204" charset="-122"/>
                <a:cs typeface="+mn-ea"/>
                <a:sym typeface="+mn-lt"/>
              </a:rPr>
              <a:t>HR</a:t>
            </a:r>
            <a:r>
              <a:rPr lang="zh-CN" altLang="en-US" sz="2000" b="1" dirty="0">
                <a:solidFill>
                  <a:srgbClr val="E0836A"/>
                </a:solidFill>
                <a:latin typeface="汉仪君黑-45简" panose="020B0604020202020204" charset="-122"/>
                <a:ea typeface="汉仪君黑-45简" panose="020B0604020202020204" charset="-122"/>
                <a:cs typeface="+mn-ea"/>
                <a:sym typeface="+mn-lt"/>
              </a:rPr>
              <a:t>？</a:t>
            </a:r>
            <a:endParaRPr lang="zh-CN" altLang="en-US" sz="2000" b="1" dirty="0">
              <a:solidFill>
                <a:srgbClr val="E0836A"/>
              </a:solidFill>
              <a:latin typeface="汉仪君黑-45简" panose="020B0604020202020204" charset="-122"/>
              <a:ea typeface="汉仪君黑-45简" panose="020B0604020202020204" charset="-122"/>
              <a:cs typeface="+mn-ea"/>
              <a:sym typeface="+mn-lt"/>
            </a:endParaRPr>
          </a:p>
          <a:p>
            <a:pPr eaLnBrk="1" hangingPunct="1">
              <a:buBlip>
                <a:blip r:embed="rId1"/>
              </a:buBlip>
            </a:pPr>
            <a:endParaRPr lang="zh-CN" altLang="en-US" sz="2000" b="1" dirty="0">
              <a:solidFill>
                <a:srgbClr val="E0836A"/>
              </a:solidFill>
              <a:latin typeface="汉仪君黑-45简" panose="020B0604020202020204" charset="-122"/>
              <a:ea typeface="汉仪君黑-45简" panose="020B0604020202020204" charset="-122"/>
              <a:cs typeface="+mn-ea"/>
              <a:sym typeface="+mn-lt"/>
            </a:endParaRPr>
          </a:p>
          <a:p>
            <a:pPr eaLnBrk="1" hangingPunct="1">
              <a:buBlip>
                <a:blip r:embed="rId1"/>
              </a:buBlip>
            </a:pPr>
            <a:r>
              <a:rPr lang="en-US" altLang="zh-CN" sz="2000" b="1" dirty="0">
                <a:solidFill>
                  <a:srgbClr val="E0836A"/>
                </a:solidFill>
                <a:latin typeface="汉仪君黑-45简" panose="020B0604020202020204" charset="-122"/>
                <a:ea typeface="汉仪君黑-45简" panose="020B0604020202020204" charset="-122"/>
                <a:cs typeface="+mn-ea"/>
                <a:sym typeface="+mn-lt"/>
              </a:rPr>
              <a:t>  </a:t>
            </a:r>
            <a:r>
              <a:rPr lang="zh-CN" altLang="en-US" sz="2000" b="1" dirty="0">
                <a:solidFill>
                  <a:srgbClr val="E0836A"/>
                </a:solidFill>
                <a:latin typeface="汉仪君黑-45简" panose="020B0604020202020204" charset="-122"/>
                <a:ea typeface="汉仪君黑-45简" panose="020B0604020202020204" charset="-122"/>
                <a:cs typeface="+mn-ea"/>
                <a:sym typeface="+mn-lt"/>
              </a:rPr>
              <a:t>学会向</a:t>
            </a:r>
            <a:r>
              <a:rPr lang="en-US" altLang="zh-CN" sz="2000" b="1" dirty="0">
                <a:solidFill>
                  <a:srgbClr val="E0836A"/>
                </a:solidFill>
                <a:latin typeface="汉仪君黑-45简" panose="020B0604020202020204" charset="-122"/>
                <a:ea typeface="汉仪君黑-45简" panose="020B0604020202020204" charset="-122"/>
                <a:cs typeface="+mn-ea"/>
                <a:sym typeface="+mn-lt"/>
              </a:rPr>
              <a:t>HR</a:t>
            </a:r>
            <a:r>
              <a:rPr lang="zh-CN" altLang="en-US" sz="2000" b="1" dirty="0">
                <a:solidFill>
                  <a:srgbClr val="E0836A"/>
                </a:solidFill>
                <a:latin typeface="汉仪君黑-45简" panose="020B0604020202020204" charset="-122"/>
                <a:ea typeface="汉仪君黑-45简" panose="020B0604020202020204" charset="-122"/>
                <a:cs typeface="+mn-ea"/>
                <a:sym typeface="+mn-lt"/>
              </a:rPr>
              <a:t>提需求</a:t>
            </a:r>
            <a:endParaRPr lang="zh-CN" altLang="en-US" sz="2000" b="1" dirty="0">
              <a:solidFill>
                <a:srgbClr val="E0836A"/>
              </a:solidFill>
              <a:latin typeface="汉仪君黑-45简" panose="020B0604020202020204" charset="-122"/>
              <a:ea typeface="汉仪君黑-45简" panose="020B0604020202020204" charset="-122"/>
              <a:cs typeface="+mn-ea"/>
              <a:sym typeface="+mn-lt"/>
            </a:endParaRPr>
          </a:p>
        </p:txBody>
      </p:sp>
      <p:sp>
        <p:nvSpPr>
          <p:cNvPr id="4" name="椭圆 3"/>
          <p:cNvSpPr/>
          <p:nvPr/>
        </p:nvSpPr>
        <p:spPr>
          <a:xfrm>
            <a:off x="757361" y="3071297"/>
            <a:ext cx="652747" cy="652747"/>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dirty="0">
                <a:latin typeface="汉仪君黑-45简" panose="020B0604020202020204" charset="-122"/>
                <a:ea typeface="汉仪君黑-45简" panose="020B0604020202020204" charset="-122"/>
                <a:cs typeface="+mn-ea"/>
                <a:sym typeface="+mn-lt"/>
              </a:rPr>
              <a:t>1</a:t>
            </a:r>
            <a:endParaRPr lang="en-US" altLang="zh-CN" sz="2000" dirty="0">
              <a:latin typeface="汉仪君黑-45简" panose="020B0604020202020204" charset="-122"/>
              <a:ea typeface="汉仪君黑-45简" panose="020B0604020202020204" charset="-122"/>
              <a:cs typeface="+mn-ea"/>
              <a:sym typeface="+mn-lt"/>
            </a:endParaRPr>
          </a:p>
        </p:txBody>
      </p:sp>
      <p:sp>
        <p:nvSpPr>
          <p:cNvPr id="6" name="椭圆 5"/>
          <p:cNvSpPr/>
          <p:nvPr/>
        </p:nvSpPr>
        <p:spPr>
          <a:xfrm>
            <a:off x="757361" y="4646093"/>
            <a:ext cx="652747" cy="652747"/>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dirty="0">
                <a:latin typeface="汉仪君黑-45简" panose="020B0604020202020204" charset="-122"/>
                <a:ea typeface="汉仪君黑-45简" panose="020B0604020202020204" charset="-122"/>
                <a:cs typeface="+mn-ea"/>
                <a:sym typeface="+mn-lt"/>
              </a:rPr>
              <a:t>3</a:t>
            </a:r>
            <a:endParaRPr lang="en-US" altLang="zh-CN" sz="2000" dirty="0">
              <a:latin typeface="汉仪君黑-45简" panose="020B0604020202020204" charset="-122"/>
              <a:ea typeface="汉仪君黑-45简" panose="020B0604020202020204" charset="-122"/>
              <a:cs typeface="+mn-ea"/>
              <a:sym typeface="+mn-lt"/>
            </a:endParaRPr>
          </a:p>
        </p:txBody>
      </p:sp>
      <p:sp>
        <p:nvSpPr>
          <p:cNvPr id="9" name="椭圆 8"/>
          <p:cNvSpPr/>
          <p:nvPr/>
        </p:nvSpPr>
        <p:spPr>
          <a:xfrm>
            <a:off x="6159094" y="3071297"/>
            <a:ext cx="652747" cy="652747"/>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dirty="0">
                <a:latin typeface="汉仪君黑-45简" panose="020B0604020202020204" charset="-122"/>
                <a:ea typeface="汉仪君黑-45简" panose="020B0604020202020204" charset="-122"/>
                <a:cs typeface="+mn-ea"/>
                <a:sym typeface="+mn-lt"/>
              </a:rPr>
              <a:t>2</a:t>
            </a:r>
            <a:endParaRPr lang="en-US" altLang="zh-CN" sz="2000" dirty="0">
              <a:latin typeface="汉仪君黑-45简" panose="020B0604020202020204" charset="-122"/>
              <a:ea typeface="汉仪君黑-45简" panose="020B0604020202020204" charset="-122"/>
              <a:cs typeface="+mn-ea"/>
              <a:sym typeface="+mn-lt"/>
            </a:endParaRPr>
          </a:p>
        </p:txBody>
      </p:sp>
      <p:sp>
        <p:nvSpPr>
          <p:cNvPr id="11" name="椭圆 10"/>
          <p:cNvSpPr/>
          <p:nvPr/>
        </p:nvSpPr>
        <p:spPr>
          <a:xfrm>
            <a:off x="6159094" y="4646093"/>
            <a:ext cx="652747" cy="652747"/>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dirty="0">
                <a:latin typeface="汉仪君黑-45简" panose="020B0604020202020204" charset="-122"/>
                <a:ea typeface="汉仪君黑-45简" panose="020B0604020202020204" charset="-122"/>
                <a:cs typeface="+mn-ea"/>
                <a:sym typeface="+mn-lt"/>
              </a:rPr>
              <a:t>4</a:t>
            </a:r>
            <a:endParaRPr lang="en-US" altLang="zh-CN" sz="2000" dirty="0">
              <a:latin typeface="汉仪君黑-45简" panose="020B0604020202020204" charset="-122"/>
              <a:ea typeface="汉仪君黑-45简" panose="020B0604020202020204" charset="-122"/>
              <a:cs typeface="+mn-ea"/>
              <a:sym typeface="+mn-lt"/>
            </a:endParaRPr>
          </a:p>
        </p:txBody>
      </p:sp>
      <p:sp>
        <p:nvSpPr>
          <p:cNvPr id="13" name="文本框 12"/>
          <p:cNvSpPr txBox="1">
            <a:spLocks noChangeArrowheads="1"/>
          </p:cNvSpPr>
          <p:nvPr/>
        </p:nvSpPr>
        <p:spPr bwMode="auto">
          <a:xfrm>
            <a:off x="1553210" y="3107690"/>
            <a:ext cx="2611755" cy="46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简化流程</a:t>
            </a:r>
            <a:endParaRPr lang="zh-CN" altLang="en-US" sz="20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a:p>
            <a:pPr eaLnBrk="1" hangingPunct="1"/>
            <a:endParaRPr lang="zh-CN" altLang="en-US" sz="2000" b="1" dirty="0">
              <a:solidFill>
                <a:schemeClr val="accent2">
                  <a:lumMod val="75000"/>
                </a:schemeClr>
              </a:solidFill>
              <a:latin typeface="汉仪君黑-45简" panose="020B0604020202020204" charset="-122"/>
              <a:ea typeface="汉仪君黑-45简" panose="020B0604020202020204" charset="-122"/>
              <a:cs typeface="+mn-ea"/>
              <a:sym typeface="+mn-lt"/>
            </a:endParaRPr>
          </a:p>
        </p:txBody>
      </p:sp>
      <p:sp>
        <p:nvSpPr>
          <p:cNvPr id="15" name="文本框 14"/>
          <p:cNvSpPr txBox="1">
            <a:spLocks noChangeArrowheads="1"/>
          </p:cNvSpPr>
          <p:nvPr/>
        </p:nvSpPr>
        <p:spPr bwMode="auto">
          <a:xfrm>
            <a:off x="1553229" y="3572524"/>
            <a:ext cx="4184160" cy="564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10000"/>
              </a:lnSpc>
            </a:pPr>
            <a:r>
              <a:rPr lang="zh-CN" altLang="en-US" sz="140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去掉不必要的流程，释放</a:t>
            </a:r>
            <a:r>
              <a:rPr lang="en-US" altLang="zh-CN" sz="140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HR</a:t>
            </a:r>
            <a:r>
              <a:rPr lang="zh-CN" altLang="en-US" sz="140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和面试官的面试时间和精力，节省面试成本！</a:t>
            </a:r>
            <a:endParaRPr lang="zh-CN" altLang="en-US" sz="1400" dirty="0">
              <a:solidFill>
                <a:srgbClr val="0D0D0D"/>
              </a:solidFill>
              <a:latin typeface="汉仪君黑-45简" panose="020B0604020202020204" charset="-122"/>
              <a:ea typeface="汉仪君黑-45简" panose="020B0604020202020204" charset="-122"/>
              <a:cs typeface="汉仪君黑-45简" panose="020B0604020202020204" charset="-122"/>
              <a:sym typeface="+mn-lt"/>
            </a:endParaRPr>
          </a:p>
        </p:txBody>
      </p:sp>
      <p:sp>
        <p:nvSpPr>
          <p:cNvPr id="17" name="文本框 16"/>
          <p:cNvSpPr txBox="1">
            <a:spLocks noChangeArrowheads="1"/>
          </p:cNvSpPr>
          <p:nvPr/>
        </p:nvSpPr>
        <p:spPr bwMode="auto">
          <a:xfrm>
            <a:off x="1553210" y="4662170"/>
            <a:ext cx="3049270" cy="46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b="1">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学会用好</a:t>
            </a:r>
            <a:r>
              <a:rPr lang="en-US" altLang="zh-CN" sz="2000" b="1">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HR</a:t>
            </a:r>
            <a:endParaRPr lang="zh-CN" altLang="en-US" sz="2000" b="1">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a:p>
            <a:pPr eaLnBrk="1" hangingPunct="1"/>
            <a:endParaRPr lang="zh-CN" altLang="en-US" sz="20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endParaRPr>
          </a:p>
        </p:txBody>
      </p:sp>
      <p:sp>
        <p:nvSpPr>
          <p:cNvPr id="19" name="文本框 18"/>
          <p:cNvSpPr txBox="1">
            <a:spLocks noChangeArrowheads="1"/>
          </p:cNvSpPr>
          <p:nvPr/>
        </p:nvSpPr>
        <p:spPr bwMode="auto">
          <a:xfrm>
            <a:off x="1553228" y="5127095"/>
            <a:ext cx="4184160"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招聘体系化、流程化、标准化、培训，弱化</a:t>
            </a:r>
            <a:r>
              <a:rPr lang="en-US" altLang="zh-CN" sz="140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HR</a:t>
            </a:r>
            <a:r>
              <a:rPr lang="zh-CN" altLang="en-US" sz="140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个人能力</a:t>
            </a:r>
            <a:endParaRPr lang="zh-CN" altLang="en-US" sz="1400" dirty="0">
              <a:solidFill>
                <a:srgbClr val="0D0D0D"/>
              </a:solidFill>
              <a:latin typeface="汉仪君黑-45简" panose="020B0604020202020204" charset="-122"/>
              <a:ea typeface="汉仪君黑-45简" panose="020B0604020202020204" charset="-122"/>
              <a:cs typeface="汉仪君黑-45简" panose="020B0604020202020204" charset="-122"/>
              <a:sym typeface="+mn-lt"/>
            </a:endParaRPr>
          </a:p>
        </p:txBody>
      </p:sp>
      <p:sp>
        <p:nvSpPr>
          <p:cNvPr id="21" name="文本框 20"/>
          <p:cNvSpPr txBox="1">
            <a:spLocks noChangeArrowheads="1"/>
          </p:cNvSpPr>
          <p:nvPr/>
        </p:nvSpPr>
        <p:spPr bwMode="auto">
          <a:xfrm>
            <a:off x="6955155" y="3107690"/>
            <a:ext cx="2564765" cy="449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重面试质量</a:t>
            </a:r>
            <a:endParaRPr lang="zh-CN" altLang="en-US" sz="20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a:p>
            <a:pPr eaLnBrk="1" hangingPunct="1"/>
            <a:endParaRPr lang="zh-CN" altLang="en-US" sz="2000" b="1" dirty="0">
              <a:solidFill>
                <a:schemeClr val="accent2">
                  <a:lumMod val="75000"/>
                </a:schemeClr>
              </a:solidFill>
              <a:latin typeface="汉仪君黑-45简" panose="020B0604020202020204" charset="-122"/>
              <a:ea typeface="汉仪君黑-45简" panose="020B0604020202020204" charset="-122"/>
              <a:cs typeface="+mn-ea"/>
              <a:sym typeface="+mn-lt"/>
            </a:endParaRPr>
          </a:p>
        </p:txBody>
      </p:sp>
      <p:sp>
        <p:nvSpPr>
          <p:cNvPr id="23" name="文本框 22"/>
          <p:cNvSpPr txBox="1">
            <a:spLocks noChangeArrowheads="1"/>
          </p:cNvSpPr>
          <p:nvPr/>
        </p:nvSpPr>
        <p:spPr bwMode="auto">
          <a:xfrm>
            <a:off x="6954962" y="3572524"/>
            <a:ext cx="4184160" cy="564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10000"/>
              </a:lnSpc>
            </a:pPr>
            <a:r>
              <a:rPr lang="zh-CN" altLang="en-US" sz="140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一天</a:t>
            </a:r>
            <a:r>
              <a:rPr lang="en-US" altLang="zh-CN" sz="140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3</a:t>
            </a:r>
            <a:r>
              <a:rPr lang="zh-CN" altLang="en-US" sz="140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场面试，达标率</a:t>
            </a:r>
            <a:r>
              <a:rPr lang="en-US" altLang="zh-CN" sz="140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90% </a:t>
            </a:r>
            <a:r>
              <a:rPr lang="en-US" altLang="zh-CN" sz="1400" b="1"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&gt; </a:t>
            </a:r>
            <a:r>
              <a:rPr lang="zh-CN" altLang="en-US" sz="140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一天</a:t>
            </a:r>
            <a:r>
              <a:rPr lang="en-US" altLang="zh-CN" sz="140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5</a:t>
            </a:r>
            <a:r>
              <a:rPr lang="zh-CN" altLang="en-US" sz="140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场面试，达标率</a:t>
            </a:r>
            <a:r>
              <a:rPr lang="en-US" altLang="zh-CN" sz="140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90%</a:t>
            </a:r>
            <a:endParaRPr lang="zh-CN" altLang="en-US" sz="1400" dirty="0">
              <a:solidFill>
                <a:srgbClr val="0D0D0D"/>
              </a:solidFill>
              <a:latin typeface="汉仪君黑-45简" panose="020B0604020202020204" charset="-122"/>
              <a:ea typeface="汉仪君黑-45简" panose="020B0604020202020204" charset="-122"/>
              <a:cs typeface="汉仪君黑-45简" panose="020B0604020202020204" charset="-122"/>
              <a:sym typeface="+mn-lt"/>
            </a:endParaRPr>
          </a:p>
        </p:txBody>
      </p:sp>
      <p:sp>
        <p:nvSpPr>
          <p:cNvPr id="24" name="文本框 23"/>
          <p:cNvSpPr txBox="1">
            <a:spLocks noChangeArrowheads="1"/>
          </p:cNvSpPr>
          <p:nvPr/>
        </p:nvSpPr>
        <p:spPr bwMode="auto">
          <a:xfrm>
            <a:off x="6955155" y="4662170"/>
            <a:ext cx="285051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降低人资部门潜在风险</a:t>
            </a:r>
            <a:endParaRPr lang="zh-CN" altLang="en-US" sz="2000" b="1" dirty="0">
              <a:solidFill>
                <a:schemeClr val="accent2">
                  <a:lumMod val="75000"/>
                </a:schemeClr>
              </a:solidFill>
              <a:latin typeface="汉仪君黑-45简" panose="020B0604020202020204" charset="-122"/>
              <a:ea typeface="汉仪君黑-45简" panose="020B0604020202020204" charset="-122"/>
              <a:cs typeface="+mn-ea"/>
              <a:sym typeface="汉仪君黑-45简" panose="020B0604020202020204" charset="-122"/>
            </a:endParaRPr>
          </a:p>
        </p:txBody>
      </p:sp>
      <p:sp>
        <p:nvSpPr>
          <p:cNvPr id="25" name="文本框 24"/>
          <p:cNvSpPr txBox="1">
            <a:spLocks noChangeArrowheads="1"/>
          </p:cNvSpPr>
          <p:nvPr/>
        </p:nvSpPr>
        <p:spPr bwMode="auto">
          <a:xfrm>
            <a:off x="6954961" y="5127095"/>
            <a:ext cx="4184160"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选错人的风险，工作重点过于集中的风险，</a:t>
            </a:r>
            <a:r>
              <a:rPr lang="en-US" altLang="zh-CN"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HR</a:t>
            </a:r>
            <a:r>
              <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离职招聘计划受影响的风险。</a:t>
            </a:r>
            <a:endParaRPr lang="zh-CN" altLang="en-US" sz="1400" dirty="0">
              <a:solidFill>
                <a:srgbClr val="0D0D0D"/>
              </a:solidFill>
              <a:latin typeface="汉仪君黑-45简" panose="020B0604020202020204" charset="-122"/>
              <a:ea typeface="汉仪君黑-45简" panose="020B0604020202020204" charset="-122"/>
              <a:cs typeface="汉仪君黑-45简" panose="020B0604020202020204" charset="-122"/>
              <a:sym typeface="+mn-lt"/>
            </a:endParaRPr>
          </a:p>
        </p:txBody>
      </p:sp>
      <p:grpSp>
        <p:nvGrpSpPr>
          <p:cNvPr id="16" name="组合 15"/>
          <p:cNvGrpSpPr/>
          <p:nvPr/>
        </p:nvGrpSpPr>
        <p:grpSpPr>
          <a:xfrm>
            <a:off x="0" y="6401399"/>
            <a:ext cx="1933184" cy="456601"/>
            <a:chOff x="5813" y="5507421"/>
            <a:chExt cx="7708780" cy="1350579"/>
          </a:xfrm>
        </p:grpSpPr>
        <p:sp>
          <p:nvSpPr>
            <p:cNvPr id="18" name="等腰三角形 17"/>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0" name="等腰三角形 19"/>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2" name="组合 21"/>
          <p:cNvGrpSpPr/>
          <p:nvPr/>
        </p:nvGrpSpPr>
        <p:grpSpPr>
          <a:xfrm>
            <a:off x="10258816" y="-14340"/>
            <a:ext cx="1933184" cy="456601"/>
            <a:chOff x="1717902" y="-14340"/>
            <a:chExt cx="10474098" cy="2473890"/>
          </a:xfrm>
        </p:grpSpPr>
        <p:sp>
          <p:nvSpPr>
            <p:cNvPr id="26" name="任意多边形: 形状 25"/>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7" name="任意多边形: 形状 26"/>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8" name="组合 27"/>
          <p:cNvGrpSpPr/>
          <p:nvPr/>
        </p:nvGrpSpPr>
        <p:grpSpPr>
          <a:xfrm>
            <a:off x="0" y="138059"/>
            <a:ext cx="321733" cy="810207"/>
            <a:chOff x="-79079" y="0"/>
            <a:chExt cx="530352" cy="1060704"/>
          </a:xfrm>
        </p:grpSpPr>
        <p:sp>
          <p:nvSpPr>
            <p:cNvPr id="29" name="任意多边形: 形状 28"/>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0" name="任意多边形: 形状 29"/>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1" name="文本框 30"/>
          <p:cNvSpPr txBox="1"/>
          <p:nvPr/>
        </p:nvSpPr>
        <p:spPr>
          <a:xfrm>
            <a:off x="321733" y="281552"/>
            <a:ext cx="2912534" cy="521970"/>
          </a:xfrm>
          <a:prstGeom prst="rect">
            <a:avLst/>
          </a:prstGeom>
          <a:noFill/>
        </p:spPr>
        <p:txBody>
          <a:bodyPr wrap="square" rtlCol="0">
            <a:spAutoFit/>
          </a:body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聘用机制</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4488767"/>
            <a:ext cx="10030995" cy="2369233"/>
            <a:chOff x="5813" y="5507421"/>
            <a:chExt cx="7708780" cy="1350579"/>
          </a:xfrm>
        </p:grpSpPr>
        <p:sp>
          <p:nvSpPr>
            <p:cNvPr id="10" name="等腰三角形 9"/>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1" name="等腰三角形 10"/>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12" name="组合 11"/>
          <p:cNvGrpSpPr/>
          <p:nvPr/>
        </p:nvGrpSpPr>
        <p:grpSpPr>
          <a:xfrm>
            <a:off x="2161004" y="-14340"/>
            <a:ext cx="10030995" cy="2369233"/>
            <a:chOff x="1717902" y="-14340"/>
            <a:chExt cx="10474098" cy="2473890"/>
          </a:xfrm>
        </p:grpSpPr>
        <p:sp>
          <p:nvSpPr>
            <p:cNvPr id="13" name="任意多边形: 形状 12"/>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14" name="任意多边形: 形状 13"/>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汉仪君黑-45简" panose="020B0604020202020204" charset="-122"/>
                <a:ea typeface="汉仪君黑-45简" panose="020B0604020202020204" charset="-122"/>
                <a:cs typeface="+mn-ea"/>
                <a:sym typeface="+mn-lt"/>
              </a:endParaRPr>
            </a:p>
          </p:txBody>
        </p:sp>
      </p:grpSp>
      <p:sp>
        <p:nvSpPr>
          <p:cNvPr id="3" name="文本框 2"/>
          <p:cNvSpPr txBox="1"/>
          <p:nvPr/>
        </p:nvSpPr>
        <p:spPr>
          <a:xfrm>
            <a:off x="1253067" y="1894858"/>
            <a:ext cx="2709334" cy="829945"/>
          </a:xfrm>
          <a:prstGeom prst="rect">
            <a:avLst/>
          </a:prstGeom>
          <a:noFill/>
        </p:spPr>
        <p:txBody>
          <a:bodyPr wrap="square" rtlCol="0">
            <a:spAutoFit/>
          </a:bodyPr>
          <a:lstStyle/>
          <a:p>
            <a:pPr algn="dist"/>
            <a:r>
              <a:rPr lang="en-US" altLang="zh-CN" sz="4800" dirty="0">
                <a:solidFill>
                  <a:srgbClr val="E0836A"/>
                </a:solidFill>
                <a:latin typeface="汉仪君黑-45简" panose="020B0604020202020204" charset="-122"/>
                <a:ea typeface="汉仪君黑-45简" panose="020B0604020202020204" charset="-122"/>
                <a:sym typeface="汉仪君黑-45简" panose="020B0604020202020204" charset="-122"/>
              </a:rPr>
              <a:t>PART 03</a:t>
            </a:r>
            <a:endParaRPr lang="en-US" altLang="zh-CN" sz="4800" dirty="0">
              <a:solidFill>
                <a:srgbClr val="E0836A"/>
              </a:solidFill>
              <a:latin typeface="汉仪君黑-45简" panose="020B0604020202020204" charset="-122"/>
              <a:ea typeface="汉仪君黑-45简" panose="020B0604020202020204" charset="-122"/>
              <a:sym typeface="汉仪君黑-45简" panose="020B0604020202020204" charset="-122"/>
            </a:endParaRPr>
          </a:p>
        </p:txBody>
      </p:sp>
      <p:sp>
        <p:nvSpPr>
          <p:cNvPr id="15" name="文本框 14"/>
          <p:cNvSpPr txBox="1"/>
          <p:nvPr/>
        </p:nvSpPr>
        <p:spPr>
          <a:xfrm>
            <a:off x="956945" y="2824480"/>
            <a:ext cx="5461000" cy="864235"/>
          </a:xfrm>
          <a:prstGeom prst="rect">
            <a:avLst/>
          </a:prstGeom>
          <a:noFill/>
        </p:spPr>
        <p:txBody>
          <a:bodyPr wrap="square" rtlCol="0">
            <a:noAutofit/>
          </a:bodyPr>
          <a:lstStyle/>
          <a:p>
            <a:pPr algn="dist"/>
            <a:r>
              <a:rPr lang="zh-CN" altLang="en-US" sz="4800" dirty="0">
                <a:gradFill>
                  <a:gsLst>
                    <a:gs pos="0">
                      <a:srgbClr val="012D86"/>
                    </a:gs>
                    <a:gs pos="100000">
                      <a:srgbClr val="0E2557"/>
                    </a:gs>
                  </a:gsLst>
                  <a:lin scaled="0"/>
                </a:gradFill>
                <a:latin typeface="SimHei" panose="02010609060101010101" charset="-122"/>
                <a:ea typeface="SimHei" panose="02010609060101010101" charset="-122"/>
                <a:sym typeface="+mn-ea"/>
              </a:rPr>
              <a:t>胜任力模型的搭建</a:t>
            </a:r>
            <a:endParaRPr lang="zh-CN" altLang="en-US" sz="4800" dirty="0">
              <a:gradFill>
                <a:gsLst>
                  <a:gs pos="0">
                    <a:srgbClr val="012D86"/>
                  </a:gs>
                  <a:gs pos="100000">
                    <a:srgbClr val="0E2557"/>
                  </a:gs>
                </a:gsLst>
                <a:lin scaled="0"/>
              </a:gradFill>
              <a:latin typeface="SimHei" panose="02010609060101010101" charset="-122"/>
              <a:ea typeface="SimHei" panose="02010609060101010101" charset="-122"/>
              <a:sym typeface="+mn-ea"/>
            </a:endParaRPr>
          </a:p>
          <a:p>
            <a:pPr algn="dist"/>
            <a:endParaRPr lang="zh-CN" altLang="en-US" sz="4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16" name="矩形 15"/>
          <p:cNvSpPr/>
          <p:nvPr/>
        </p:nvSpPr>
        <p:spPr>
          <a:xfrm>
            <a:off x="828675" y="3736975"/>
            <a:ext cx="5717540"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胜任力指标</a:t>
            </a:r>
            <a:r>
              <a:rPr lang="en-US" altLang="zh-CN"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             </a:t>
            </a:r>
            <a:r>
              <a:rPr lang="zh-CN" altLang="en-US"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能力与潜力</a:t>
            </a:r>
            <a:r>
              <a:rPr lang="en-US" altLang="zh-CN"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                  </a:t>
            </a:r>
            <a:r>
              <a:rPr lang="zh-CN" altLang="en-US"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岗位匹配度</a:t>
            </a:r>
            <a:r>
              <a:rPr lang="en-US" altLang="zh-CN"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                 </a:t>
            </a:r>
            <a:r>
              <a:rPr lang="zh-CN" altLang="en-US"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人才管理策略</a:t>
            </a:r>
            <a:endParaRPr lang="zh-CN" altLang="en-US"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endParaRPr>
          </a:p>
        </p:txBody>
      </p:sp>
      <p:pic>
        <p:nvPicPr>
          <p:cNvPr id="17" name="图形 81"/>
          <p:cNvPicPr>
            <a:picLocks noChangeAspect="1"/>
          </p:cNvPicPr>
          <p:nvPr/>
        </p:nvPicPr>
        <p:blipFill>
          <a:blip r:embed="rId1">
            <a:extLst>
              <a:ext uri="{28A0092B-C50C-407E-A947-70E740481C1C}">
                <a14:useLocalDpi xmlns:a14="http://schemas.microsoft.com/office/drawing/2010/main" val="0"/>
              </a:ext>
            </a:extLst>
          </a:blip>
          <a:srcRect l="70491" t="81740" r="23080" b="320"/>
          <a:stretch>
            <a:fillRect/>
          </a:stretch>
        </p:blipFill>
        <p:spPr>
          <a:xfrm>
            <a:off x="6417736" y="921855"/>
            <a:ext cx="5080000" cy="5926668"/>
          </a:xfrm>
          <a:custGeom>
            <a:avLst/>
            <a:gdLst>
              <a:gd name="connsiteX0" fmla="*/ 0 w 783772"/>
              <a:gd name="connsiteY0" fmla="*/ 0 h 914400"/>
              <a:gd name="connsiteX1" fmla="*/ 783772 w 783772"/>
              <a:gd name="connsiteY1" fmla="*/ 0 h 914400"/>
              <a:gd name="connsiteX2" fmla="*/ 783772 w 783772"/>
              <a:gd name="connsiteY2" fmla="*/ 914400 h 914400"/>
              <a:gd name="connsiteX3" fmla="*/ 0 w 783772"/>
              <a:gd name="connsiteY3" fmla="*/ 914400 h 914400"/>
              <a:gd name="connsiteX4" fmla="*/ 0 w 783772"/>
              <a:gd name="connsiteY4" fmla="*/ 0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772" h="914400">
                <a:moveTo>
                  <a:pt x="0" y="0"/>
                </a:moveTo>
                <a:lnTo>
                  <a:pt x="783772" y="0"/>
                </a:lnTo>
                <a:lnTo>
                  <a:pt x="783772" y="914400"/>
                </a:lnTo>
                <a:lnTo>
                  <a:pt x="0" y="914400"/>
                </a:lnTo>
                <a:lnTo>
                  <a:pt x="0" y="0"/>
                </a:lnTo>
                <a:close/>
              </a:path>
            </a:pathLst>
          </a:custGeom>
        </p:spPr>
      </p:pic>
      <p:sp>
        <p:nvSpPr>
          <p:cNvPr id="18" name="文本框 17"/>
          <p:cNvSpPr txBox="1"/>
          <p:nvPr/>
        </p:nvSpPr>
        <p:spPr>
          <a:xfrm>
            <a:off x="8263463" y="2488476"/>
            <a:ext cx="1953795" cy="1198880"/>
          </a:xfrm>
          <a:prstGeom prst="rect">
            <a:avLst/>
          </a:prstGeom>
          <a:noFill/>
        </p:spPr>
        <p:txBody>
          <a:bodyPr wrap="square" rtlCol="0">
            <a:spAutoFit/>
          </a:bodyPr>
          <a:lstStyle/>
          <a:p>
            <a:pPr algn="ctr"/>
            <a:r>
              <a:rPr lang="en-US" altLang="zh-CN" sz="7200" dirty="0">
                <a:solidFill>
                  <a:srgbClr val="E0836A"/>
                </a:solidFill>
                <a:latin typeface="汉仪君黑-45简" panose="020B0604020202020204" charset="-122"/>
                <a:ea typeface="汉仪君黑-45简" panose="020B0604020202020204" charset="-122"/>
                <a:sym typeface="汉仪君黑-45简" panose="020B0604020202020204" charset="-122"/>
              </a:rPr>
              <a:t>03</a:t>
            </a:r>
            <a:endParaRPr lang="en-US" altLang="zh-CN" sz="7200" dirty="0">
              <a:solidFill>
                <a:srgbClr val="E0836A"/>
              </a:solidFill>
              <a:latin typeface="汉仪君黑-45简" panose="020B0604020202020204" charset="-122"/>
              <a:ea typeface="汉仪君黑-45简" panose="020B0604020202020204" charset="-122"/>
              <a:sym typeface="汉仪君黑-45简" panose="020B0604020202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p:cNvSpPr/>
          <p:nvPr/>
        </p:nvSpPr>
        <p:spPr>
          <a:xfrm>
            <a:off x="585536" y="1396866"/>
            <a:ext cx="6721108" cy="3179143"/>
          </a:xfrm>
          <a:prstGeom prst="roundRect">
            <a:avLst>
              <a:gd name="adj" fmla="val 4720"/>
            </a:avLst>
          </a:prstGeom>
          <a:solidFill>
            <a:srgbClr val="E0836A"/>
          </a:solidFill>
          <a:ln>
            <a:no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1" name="矩形: 圆角 10"/>
          <p:cNvSpPr/>
          <p:nvPr/>
        </p:nvSpPr>
        <p:spPr>
          <a:xfrm>
            <a:off x="7467600" y="1396866"/>
            <a:ext cx="4138863" cy="3179143"/>
          </a:xfrm>
          <a:prstGeom prst="roundRect">
            <a:avLst>
              <a:gd name="adj" fmla="val 4720"/>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4" name="文本框 13"/>
          <p:cNvSpPr txBox="1">
            <a:spLocks noChangeArrowheads="1"/>
          </p:cNvSpPr>
          <p:nvPr/>
        </p:nvSpPr>
        <p:spPr bwMode="auto">
          <a:xfrm>
            <a:off x="928370" y="5071110"/>
            <a:ext cx="249745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zh-CN" altLang="en-US" sz="2000" b="1" dirty="0">
                <a:solidFill>
                  <a:srgbClr val="E0836A"/>
                </a:solidFill>
                <a:latin typeface="汉仪君黑-45简" panose="020B0604020202020204" charset="-122"/>
                <a:ea typeface="汉仪君黑-45简" panose="020B0604020202020204" charset="-122"/>
                <a:cs typeface="+mn-ea"/>
                <a:sym typeface="+mn-lt"/>
              </a:rPr>
              <a:t>落地执行</a:t>
            </a:r>
            <a:r>
              <a:rPr lang="en-US" altLang="zh-CN" sz="2000" b="1" dirty="0">
                <a:solidFill>
                  <a:srgbClr val="E0836A"/>
                </a:solidFill>
                <a:latin typeface="汉仪君黑-45简" panose="020B0604020202020204" charset="-122"/>
                <a:ea typeface="汉仪君黑-45简" panose="020B0604020202020204" charset="-122"/>
                <a:cs typeface="+mn-ea"/>
                <a:sym typeface="+mn-lt"/>
              </a:rPr>
              <a:t>     80%   </a:t>
            </a:r>
            <a:endParaRPr lang="en-US" altLang="zh-CN" sz="2000" b="1" dirty="0">
              <a:solidFill>
                <a:srgbClr val="E0836A"/>
              </a:solidFill>
              <a:latin typeface="汉仪君黑-45简" panose="020B0604020202020204" charset="-122"/>
              <a:ea typeface="汉仪君黑-45简" panose="020B0604020202020204" charset="-122"/>
              <a:cs typeface="+mn-ea"/>
              <a:sym typeface="+mn-lt"/>
            </a:endParaRPr>
          </a:p>
        </p:txBody>
      </p:sp>
      <p:sp>
        <p:nvSpPr>
          <p:cNvPr id="16" name="文本框 15"/>
          <p:cNvSpPr txBox="1">
            <a:spLocks noChangeArrowheads="1"/>
          </p:cNvSpPr>
          <p:nvPr/>
        </p:nvSpPr>
        <p:spPr bwMode="auto">
          <a:xfrm>
            <a:off x="928437" y="5536121"/>
            <a:ext cx="11020926"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gn="l">
              <a:lnSpc>
                <a:spcPct val="120000"/>
              </a:lnSpc>
            </a:pPr>
            <a:r>
              <a:rPr lang="zh-CN" altLang="en-US" sz="1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持续监测和更新：随着团队目标和职能的变化，需要不断监测和更新团队胜任力模型，以确保其与实际需求保持一致。</a:t>
            </a:r>
            <a:endParaRPr lang="zh-CN" altLang="en-US" sz="1400" dirty="0">
              <a:solidFill>
                <a:schemeClr val="tx1">
                  <a:lumMod val="65000"/>
                  <a:lumOff val="35000"/>
                </a:schemeClr>
              </a:solidFill>
              <a:latin typeface="汉仪君黑-45简" panose="020B0604020202020204" charset="-122"/>
              <a:ea typeface="汉仪君黑-45简" panose="020B0604020202020204" charset="-122"/>
              <a:cs typeface="+mn-ea"/>
              <a:sym typeface="汉仪君黑-45简" panose="020B0604020202020204" charset="-122"/>
            </a:endParaRPr>
          </a:p>
        </p:txBody>
      </p:sp>
      <p:sp>
        <p:nvSpPr>
          <p:cNvPr id="18" name="文本框 17"/>
          <p:cNvSpPr txBox="1">
            <a:spLocks noChangeArrowheads="1"/>
          </p:cNvSpPr>
          <p:nvPr/>
        </p:nvSpPr>
        <p:spPr bwMode="auto">
          <a:xfrm>
            <a:off x="973610" y="2214515"/>
            <a:ext cx="6116934"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gn="l">
              <a:lnSpc>
                <a:spcPct val="120000"/>
              </a:lnSpc>
            </a:pPr>
            <a:r>
              <a:rPr lang="en-US" altLang="zh-CN" sz="1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      </a:t>
            </a:r>
            <a:r>
              <a:rPr lang="zh-CN" altLang="en-US" sz="1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释义：</a:t>
            </a:r>
            <a:endParaRPr lang="zh-CN" altLang="en-US" sz="1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a:p>
            <a:pPr algn="l">
              <a:lnSpc>
                <a:spcPct val="120000"/>
              </a:lnSpc>
            </a:pPr>
            <a:endParaRPr lang="zh-CN" altLang="en-US" sz="1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a:p>
            <a:pPr algn="l">
              <a:lnSpc>
                <a:spcPct val="120000"/>
              </a:lnSpc>
            </a:pPr>
            <a:r>
              <a:rPr lang="zh-CN" altLang="en-US" sz="1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搭建胜任力模型可以帮助企业精准识别人才，因为该模型将根据组织的需求和职位要求定义出必须具备的技能、知识和行为特征，并使用量化方法来评估候选人是否符合这些要求。这可以提高招聘效率，减少误聘和辞职率，从而提高组织的绩效和竞争力。</a:t>
            </a:r>
            <a:endParaRPr lang="zh-CN" altLang="en-US" sz="1400" dirty="0">
              <a:solidFill>
                <a:schemeClr val="bg1"/>
              </a:solidFill>
              <a:latin typeface="汉仪君黑-45简" panose="020B0604020202020204" charset="-122"/>
              <a:ea typeface="汉仪君黑-45简" panose="020B0604020202020204" charset="-122"/>
              <a:cs typeface="+mn-ea"/>
              <a:sym typeface="+mn-lt"/>
            </a:endParaRPr>
          </a:p>
        </p:txBody>
      </p:sp>
      <p:grpSp>
        <p:nvGrpSpPr>
          <p:cNvPr id="17" name="组合 16"/>
          <p:cNvGrpSpPr/>
          <p:nvPr/>
        </p:nvGrpSpPr>
        <p:grpSpPr>
          <a:xfrm>
            <a:off x="0" y="138059"/>
            <a:ext cx="321733" cy="810207"/>
            <a:chOff x="-79079" y="0"/>
            <a:chExt cx="530352" cy="1060704"/>
          </a:xfrm>
        </p:grpSpPr>
        <p:sp>
          <p:nvSpPr>
            <p:cNvPr id="19" name="任意多边形: 形状 18"/>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0" name="任意多边形: 形状 19"/>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21" name="文本框 20"/>
          <p:cNvSpPr txBox="1"/>
          <p:nvPr/>
        </p:nvSpPr>
        <p:spPr>
          <a:xfrm>
            <a:off x="321733" y="281552"/>
            <a:ext cx="2912534" cy="521970"/>
          </a:xfrm>
          <a:prstGeom prst="rect">
            <a:avLst/>
          </a:prstGeom>
          <a:noFill/>
        </p:spPr>
        <p:txBody>
          <a:bodyPr wrap="square" rtlCol="0">
            <a:spAutoFit/>
          </a:body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胜任力模型搭建</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grpSp>
        <p:nvGrpSpPr>
          <p:cNvPr id="24" name="组合 23"/>
          <p:cNvGrpSpPr/>
          <p:nvPr/>
        </p:nvGrpSpPr>
        <p:grpSpPr>
          <a:xfrm>
            <a:off x="0" y="6401399"/>
            <a:ext cx="1933184" cy="456601"/>
            <a:chOff x="5813" y="5507421"/>
            <a:chExt cx="7708780" cy="1350579"/>
          </a:xfrm>
        </p:grpSpPr>
        <p:sp>
          <p:nvSpPr>
            <p:cNvPr id="25" name="等腰三角形 24"/>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6" name="等腰三角形 25"/>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7" name="组合 26"/>
          <p:cNvGrpSpPr/>
          <p:nvPr/>
        </p:nvGrpSpPr>
        <p:grpSpPr>
          <a:xfrm>
            <a:off x="10258816" y="-14340"/>
            <a:ext cx="1933184" cy="456601"/>
            <a:chOff x="1717902" y="-14340"/>
            <a:chExt cx="10474098" cy="2473890"/>
          </a:xfrm>
        </p:grpSpPr>
        <p:sp>
          <p:nvSpPr>
            <p:cNvPr id="28" name="任意多边形: 形状 27"/>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9" name="任意多边形: 形状 28"/>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 name="文本框 2"/>
          <p:cNvSpPr txBox="1">
            <a:spLocks noChangeArrowheads="1"/>
          </p:cNvSpPr>
          <p:nvPr>
            <p:custDataLst>
              <p:tags r:id="rId2"/>
            </p:custDataLst>
          </p:nvPr>
        </p:nvSpPr>
        <p:spPr bwMode="auto">
          <a:xfrm>
            <a:off x="973455" y="1534795"/>
            <a:ext cx="5393055" cy="474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nSpc>
                <a:spcPct val="150000"/>
              </a:lnSpc>
            </a:pPr>
            <a:r>
              <a:rPr lang="zh-CN" altLang="en-US" b="1" dirty="0">
                <a:solidFill>
                  <a:schemeClr val="bg1"/>
                </a:solidFill>
                <a:latin typeface="汉仪君黑-45简" panose="020B0604020202020204" charset="-122"/>
                <a:ea typeface="汉仪君黑-45简" panose="020B0604020202020204" charset="-122"/>
                <a:cs typeface="+mn-ea"/>
                <a:sym typeface="+mn-lt"/>
              </a:rPr>
              <a:t>搭建岗位模型</a:t>
            </a:r>
            <a:r>
              <a:rPr lang="en-US" altLang="zh-CN" b="1" dirty="0">
                <a:solidFill>
                  <a:schemeClr val="bg1"/>
                </a:solidFill>
                <a:latin typeface="汉仪君黑-45简" panose="020B0604020202020204" charset="-122"/>
                <a:ea typeface="汉仪君黑-45简" panose="020B0604020202020204" charset="-122"/>
                <a:cs typeface="+mn-ea"/>
                <a:sym typeface="+mn-lt"/>
              </a:rPr>
              <a:t>    100%  </a:t>
            </a:r>
            <a:endParaRPr lang="en-US" altLang="zh-CN" b="1" dirty="0">
              <a:solidFill>
                <a:schemeClr val="bg1"/>
              </a:solidFill>
              <a:latin typeface="汉仪君黑-45简" panose="020B0604020202020204" charset="-122"/>
              <a:ea typeface="汉仪君黑-45简" panose="020B0604020202020204" charset="-122"/>
              <a:cs typeface="+mn-ea"/>
              <a:sym typeface="+mn-lt"/>
            </a:endParaRPr>
          </a:p>
        </p:txBody>
      </p:sp>
      <p:pic>
        <p:nvPicPr>
          <p:cNvPr id="4" name="图片 3" descr="32313630313238383b32313630313138363b78147a764eba545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9655" y="2223770"/>
            <a:ext cx="266700" cy="2667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0" y="6401399"/>
            <a:ext cx="1933184" cy="456601"/>
            <a:chOff x="5813" y="5507421"/>
            <a:chExt cx="7708780" cy="1350579"/>
          </a:xfrm>
        </p:grpSpPr>
        <p:sp>
          <p:nvSpPr>
            <p:cNvPr id="25" name="等腰三角形 24"/>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6" name="等腰三角形 25"/>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7" name="组合 26"/>
          <p:cNvGrpSpPr/>
          <p:nvPr/>
        </p:nvGrpSpPr>
        <p:grpSpPr>
          <a:xfrm>
            <a:off x="10258816" y="-14340"/>
            <a:ext cx="1933184" cy="456601"/>
            <a:chOff x="1717902" y="-14340"/>
            <a:chExt cx="10474098" cy="2473890"/>
          </a:xfrm>
        </p:grpSpPr>
        <p:sp>
          <p:nvSpPr>
            <p:cNvPr id="28" name="任意多边形: 形状 27"/>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9" name="任意多边形: 形状 28"/>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30" name="组合 29"/>
          <p:cNvGrpSpPr/>
          <p:nvPr/>
        </p:nvGrpSpPr>
        <p:grpSpPr>
          <a:xfrm>
            <a:off x="0" y="138059"/>
            <a:ext cx="321733" cy="810207"/>
            <a:chOff x="-79079" y="0"/>
            <a:chExt cx="530352" cy="1060704"/>
          </a:xfrm>
        </p:grpSpPr>
        <p:sp>
          <p:nvSpPr>
            <p:cNvPr id="31" name="任意多边形: 形状 30"/>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2" name="任意多边形: 形状 31"/>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3" name="文本框 32"/>
          <p:cNvSpPr txBox="1"/>
          <p:nvPr/>
        </p:nvSpPr>
        <p:spPr>
          <a:xfrm>
            <a:off x="321733" y="281552"/>
            <a:ext cx="2912534" cy="521970"/>
          </a:xfrm>
          <a:prstGeom prst="rect">
            <a:avLst/>
          </a:prstGeom>
          <a:noFill/>
        </p:spPr>
        <p:txBody>
          <a:bodyPr wrap="square" rtlCol="0">
            <a:spAutoFit/>
          </a:body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搭建步骤</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4" name="矩形 3"/>
          <p:cNvSpPr/>
          <p:nvPr>
            <p:custDataLst>
              <p:tags r:id="rId1"/>
            </p:custDataLst>
          </p:nvPr>
        </p:nvSpPr>
        <p:spPr>
          <a:xfrm>
            <a:off x="1491158" y="1188759"/>
            <a:ext cx="4069995" cy="1618497"/>
          </a:xfrm>
          <a:prstGeom prst="rect">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9" name="文本框 8"/>
          <p:cNvSpPr txBox="1">
            <a:spLocks noChangeArrowheads="1"/>
          </p:cNvSpPr>
          <p:nvPr>
            <p:custDataLst>
              <p:tags r:id="rId2"/>
            </p:custDataLst>
          </p:nvPr>
        </p:nvSpPr>
        <p:spPr bwMode="auto">
          <a:xfrm>
            <a:off x="1608455" y="1691005"/>
            <a:ext cx="2219325" cy="341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zh-CN" altLang="en-US" sz="1625" dirty="0">
                <a:solidFill>
                  <a:srgbClr val="E0836A"/>
                </a:solidFill>
                <a:latin typeface="汉仪君黑-45简" panose="020B0604020202020204" charset="-122"/>
                <a:ea typeface="汉仪君黑-45简" panose="020B0604020202020204" charset="-122"/>
                <a:cs typeface="+mn-ea"/>
                <a:sym typeface="+mn-lt"/>
              </a:rPr>
              <a:t>明确团队目标和职能</a:t>
            </a:r>
            <a:endParaRPr lang="zh-CN" altLang="en-US" sz="1625" dirty="0">
              <a:solidFill>
                <a:srgbClr val="E0836A"/>
              </a:solidFill>
              <a:latin typeface="汉仪君黑-45简" panose="020B0604020202020204" charset="-122"/>
              <a:ea typeface="汉仪君黑-45简" panose="020B0604020202020204" charset="-122"/>
              <a:cs typeface="+mn-ea"/>
              <a:sym typeface="+mn-lt"/>
            </a:endParaRPr>
          </a:p>
        </p:txBody>
      </p:sp>
      <p:sp>
        <p:nvSpPr>
          <p:cNvPr id="10" name="文本框 9"/>
          <p:cNvSpPr txBox="1">
            <a:spLocks noChangeArrowheads="1"/>
          </p:cNvSpPr>
          <p:nvPr>
            <p:custDataLst>
              <p:tags r:id="rId3"/>
            </p:custDataLst>
          </p:nvPr>
        </p:nvSpPr>
        <p:spPr bwMode="auto">
          <a:xfrm>
            <a:off x="1608658" y="2076280"/>
            <a:ext cx="3843038" cy="35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nSpc>
                <a:spcPct val="150000"/>
              </a:lnSpc>
            </a:pPr>
            <a:r>
              <a:rPr lang="zh-CN" altLang="en-US" sz="1140" dirty="0">
                <a:solidFill>
                  <a:schemeClr val="tx1">
                    <a:lumMod val="65000"/>
                    <a:lumOff val="35000"/>
                  </a:schemeClr>
                </a:solidFill>
                <a:latin typeface="SimHei" panose="02010609060101010101" charset="-122"/>
                <a:ea typeface="SimHei" panose="02010609060101010101" charset="-122"/>
                <a:sym typeface="Arial" panose="020B0604020202020204" pitchFamily="34" charset="0"/>
              </a:rPr>
              <a:t>明确团队的目标以及达成这些目标所需的职能和技能。</a:t>
            </a:r>
            <a:endParaRPr lang="zh-CN" altLang="en-US" sz="1140" dirty="0">
              <a:solidFill>
                <a:srgbClr val="0D0D0D"/>
              </a:solidFill>
              <a:latin typeface="汉仪君黑-45简" panose="020B0604020202020204" charset="-122"/>
              <a:ea typeface="汉仪君黑-45简" panose="020B0604020202020204" charset="-122"/>
              <a:cs typeface="+mn-ea"/>
              <a:sym typeface="+mn-lt"/>
            </a:endParaRPr>
          </a:p>
        </p:txBody>
      </p:sp>
      <p:pic>
        <p:nvPicPr>
          <p:cNvPr id="20" name="图形 39"/>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20283" t="65834" r="63422" b="22716"/>
          <a:stretch>
            <a:fillRect/>
          </a:stretch>
        </p:blipFill>
        <p:spPr>
          <a:xfrm>
            <a:off x="4750821" y="1394847"/>
            <a:ext cx="708543" cy="644300"/>
          </a:xfrm>
          <a:custGeom>
            <a:avLst/>
            <a:gdLst>
              <a:gd name="connsiteX0" fmla="*/ 0 w 2288540"/>
              <a:gd name="connsiteY0" fmla="*/ 0 h 2081108"/>
              <a:gd name="connsiteX1" fmla="*/ 2288540 w 2288540"/>
              <a:gd name="connsiteY1" fmla="*/ 0 h 2081108"/>
              <a:gd name="connsiteX2" fmla="*/ 2288540 w 2288540"/>
              <a:gd name="connsiteY2" fmla="*/ 2081108 h 2081108"/>
              <a:gd name="connsiteX3" fmla="*/ 0 w 2288540"/>
              <a:gd name="connsiteY3" fmla="*/ 2081108 h 2081108"/>
              <a:gd name="connsiteX4" fmla="*/ 0 w 2288540"/>
              <a:gd name="connsiteY4" fmla="*/ 0 h 2081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8540" h="2081108">
                <a:moveTo>
                  <a:pt x="0" y="0"/>
                </a:moveTo>
                <a:lnTo>
                  <a:pt x="2288540" y="0"/>
                </a:lnTo>
                <a:lnTo>
                  <a:pt x="2288540" y="2081108"/>
                </a:lnTo>
                <a:lnTo>
                  <a:pt x="0" y="2081108"/>
                </a:lnTo>
                <a:lnTo>
                  <a:pt x="0" y="0"/>
                </a:lnTo>
                <a:close/>
              </a:path>
            </a:pathLst>
          </a:custGeom>
        </p:spPr>
      </p:pic>
      <p:sp>
        <p:nvSpPr>
          <p:cNvPr id="2" name="矩形 1"/>
          <p:cNvSpPr/>
          <p:nvPr>
            <p:custDataLst>
              <p:tags r:id="rId7"/>
            </p:custDataLst>
          </p:nvPr>
        </p:nvSpPr>
        <p:spPr>
          <a:xfrm>
            <a:off x="5613570" y="1188759"/>
            <a:ext cx="4069995" cy="1618497"/>
          </a:xfrm>
          <a:prstGeom prst="rect">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2" name="文本框 11"/>
          <p:cNvSpPr txBox="1">
            <a:spLocks noChangeArrowheads="1"/>
          </p:cNvSpPr>
          <p:nvPr>
            <p:custDataLst>
              <p:tags r:id="rId8"/>
            </p:custDataLst>
          </p:nvPr>
        </p:nvSpPr>
        <p:spPr bwMode="auto">
          <a:xfrm>
            <a:off x="5727065" y="1691005"/>
            <a:ext cx="2172335" cy="341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zh-CN" altLang="en-US" sz="1625" dirty="0">
                <a:solidFill>
                  <a:srgbClr val="E0836A"/>
                </a:solidFill>
                <a:latin typeface="汉仪君黑-45简" panose="020B0604020202020204" charset="-122"/>
                <a:ea typeface="汉仪君黑-45简" panose="020B0604020202020204" charset="-122"/>
                <a:cs typeface="+mn-ea"/>
                <a:sym typeface="+mn-lt"/>
              </a:rPr>
              <a:t>确定核心胜任力维度</a:t>
            </a:r>
            <a:endParaRPr lang="zh-CN" altLang="en-US" sz="1625" dirty="0">
              <a:solidFill>
                <a:srgbClr val="E0836A"/>
              </a:solidFill>
              <a:latin typeface="汉仪君黑-45简" panose="020B0604020202020204" charset="-122"/>
              <a:ea typeface="汉仪君黑-45简" panose="020B0604020202020204" charset="-122"/>
              <a:cs typeface="+mn-ea"/>
              <a:sym typeface="+mn-lt"/>
            </a:endParaRPr>
          </a:p>
        </p:txBody>
      </p:sp>
      <p:sp>
        <p:nvSpPr>
          <p:cNvPr id="13" name="文本框 12"/>
          <p:cNvSpPr txBox="1">
            <a:spLocks noChangeArrowheads="1"/>
          </p:cNvSpPr>
          <p:nvPr>
            <p:custDataLst>
              <p:tags r:id="rId9"/>
            </p:custDataLst>
          </p:nvPr>
        </p:nvSpPr>
        <p:spPr bwMode="auto">
          <a:xfrm>
            <a:off x="5727049" y="2076280"/>
            <a:ext cx="3843038" cy="617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nSpc>
                <a:spcPct val="150000"/>
              </a:lnSpc>
            </a:pPr>
            <a:r>
              <a:rPr lang="zh-CN" altLang="en-US" sz="1140" dirty="0">
                <a:solidFill>
                  <a:schemeClr val="tx1">
                    <a:lumMod val="65000"/>
                    <a:lumOff val="35000"/>
                  </a:schemeClr>
                </a:solidFill>
                <a:latin typeface="SimHei" panose="02010609060101010101" charset="-122"/>
                <a:ea typeface="SimHei" panose="02010609060101010101" charset="-122"/>
                <a:sym typeface="Arial" panose="020B0604020202020204" pitchFamily="34" charset="0"/>
              </a:rPr>
              <a:t>根据团队目标和职能，确定关键的胜任力维度，例如沟通能力、决策能力、团队协作等。</a:t>
            </a:r>
            <a:endParaRPr lang="zh-CN" altLang="en-US" sz="1140" dirty="0">
              <a:solidFill>
                <a:srgbClr val="0D0D0D"/>
              </a:solidFill>
              <a:latin typeface="汉仪君黑-45简" panose="020B0604020202020204" charset="-122"/>
              <a:ea typeface="汉仪君黑-45简" panose="020B0604020202020204" charset="-122"/>
              <a:cs typeface="+mn-ea"/>
              <a:sym typeface="+mn-lt"/>
            </a:endParaRPr>
          </a:p>
        </p:txBody>
      </p:sp>
      <p:pic>
        <p:nvPicPr>
          <p:cNvPr id="21" name="图形 40"/>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36903" t="65834" r="47617" b="22716"/>
          <a:stretch>
            <a:fillRect/>
          </a:stretch>
        </p:blipFill>
        <p:spPr>
          <a:xfrm>
            <a:off x="8893161" y="1394847"/>
            <a:ext cx="672905" cy="644300"/>
          </a:xfrm>
          <a:custGeom>
            <a:avLst/>
            <a:gdLst>
              <a:gd name="connsiteX0" fmla="*/ 0 w 2174042"/>
              <a:gd name="connsiteY0" fmla="*/ 0 h 2081108"/>
              <a:gd name="connsiteX1" fmla="*/ 2174042 w 2174042"/>
              <a:gd name="connsiteY1" fmla="*/ 0 h 2081108"/>
              <a:gd name="connsiteX2" fmla="*/ 2174042 w 2174042"/>
              <a:gd name="connsiteY2" fmla="*/ 2081108 h 2081108"/>
              <a:gd name="connsiteX3" fmla="*/ 0 w 2174042"/>
              <a:gd name="connsiteY3" fmla="*/ 2081108 h 2081108"/>
              <a:gd name="connsiteX4" fmla="*/ 0 w 2174042"/>
              <a:gd name="connsiteY4" fmla="*/ 0 h 2081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4042" h="2081108">
                <a:moveTo>
                  <a:pt x="0" y="0"/>
                </a:moveTo>
                <a:lnTo>
                  <a:pt x="2174042" y="0"/>
                </a:lnTo>
                <a:lnTo>
                  <a:pt x="2174042" y="2081108"/>
                </a:lnTo>
                <a:lnTo>
                  <a:pt x="0" y="2081108"/>
                </a:lnTo>
                <a:lnTo>
                  <a:pt x="0" y="0"/>
                </a:lnTo>
                <a:close/>
              </a:path>
            </a:pathLst>
          </a:custGeom>
        </p:spPr>
      </p:pic>
      <p:grpSp>
        <p:nvGrpSpPr>
          <p:cNvPr id="17" name="组合 16"/>
          <p:cNvGrpSpPr/>
          <p:nvPr/>
        </p:nvGrpSpPr>
        <p:grpSpPr>
          <a:xfrm>
            <a:off x="1490980" y="2994121"/>
            <a:ext cx="4069905" cy="1618523"/>
            <a:chOff x="2483" y="4424"/>
            <a:chExt cx="7071" cy="2812"/>
          </a:xfrm>
        </p:grpSpPr>
        <p:sp>
          <p:nvSpPr>
            <p:cNvPr id="6" name="矩形 5"/>
            <p:cNvSpPr/>
            <p:nvPr>
              <p:custDataLst>
                <p:tags r:id="rId13"/>
              </p:custDataLst>
            </p:nvPr>
          </p:nvSpPr>
          <p:spPr>
            <a:xfrm>
              <a:off x="2483" y="4424"/>
              <a:ext cx="7071" cy="2812"/>
            </a:xfrm>
            <a:prstGeom prst="rect">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5" name="文本框 14"/>
            <p:cNvSpPr txBox="1">
              <a:spLocks noChangeArrowheads="1"/>
            </p:cNvSpPr>
            <p:nvPr>
              <p:custDataLst>
                <p:tags r:id="rId14"/>
              </p:custDataLst>
            </p:nvPr>
          </p:nvSpPr>
          <p:spPr bwMode="auto">
            <a:xfrm>
              <a:off x="2687" y="5242"/>
              <a:ext cx="3855"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zh-CN" altLang="en-US" sz="1625" dirty="0">
                  <a:solidFill>
                    <a:srgbClr val="E0836A"/>
                  </a:solidFill>
                  <a:latin typeface="汉仪君黑-45简" panose="020B0604020202020204" charset="-122"/>
                  <a:ea typeface="汉仪君黑-45简" panose="020B0604020202020204" charset="-122"/>
                  <a:cs typeface="+mn-ea"/>
                  <a:sym typeface="+mn-lt"/>
                </a:rPr>
                <a:t>定义具体胜任力特征</a:t>
              </a:r>
              <a:endParaRPr lang="zh-CN" altLang="en-US" sz="1625" dirty="0">
                <a:solidFill>
                  <a:srgbClr val="E0836A"/>
                </a:solidFill>
                <a:latin typeface="汉仪君黑-45简" panose="020B0604020202020204" charset="-122"/>
                <a:ea typeface="汉仪君黑-45简" panose="020B0604020202020204" charset="-122"/>
                <a:cs typeface="+mn-ea"/>
                <a:sym typeface="+mn-lt"/>
              </a:endParaRPr>
            </a:p>
          </p:txBody>
        </p:sp>
        <p:sp>
          <p:nvSpPr>
            <p:cNvPr id="16" name="文本框 15"/>
            <p:cNvSpPr txBox="1">
              <a:spLocks noChangeArrowheads="1"/>
            </p:cNvSpPr>
            <p:nvPr>
              <p:custDataLst>
                <p:tags r:id="rId15"/>
              </p:custDataLst>
            </p:nvPr>
          </p:nvSpPr>
          <p:spPr bwMode="auto">
            <a:xfrm>
              <a:off x="2687" y="5912"/>
              <a:ext cx="6677" cy="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nSpc>
                  <a:spcPct val="150000"/>
                </a:lnSpc>
              </a:pPr>
              <a:r>
                <a:rPr lang="zh-CN" altLang="en-US" sz="1140" dirty="0">
                  <a:solidFill>
                    <a:schemeClr val="tx1">
                      <a:lumMod val="65000"/>
                      <a:lumOff val="35000"/>
                    </a:schemeClr>
                  </a:solidFill>
                  <a:latin typeface="SimHei" panose="02010609060101010101" charset="-122"/>
                  <a:ea typeface="SimHei" panose="02010609060101010101" charset="-122"/>
                  <a:sym typeface="Arial" panose="020B0604020202020204" pitchFamily="34" charset="0"/>
                </a:rPr>
                <a:t>对于每个胜任力维度，定义具体的胜任力特征，例如沟通能力可以包括口头表达、书面表达、演讲能力等。</a:t>
              </a:r>
              <a:endParaRPr lang="zh-CN" altLang="en-US" sz="1140" dirty="0">
                <a:solidFill>
                  <a:srgbClr val="0D0D0D"/>
                </a:solidFill>
                <a:latin typeface="汉仪君黑-45简" panose="020B0604020202020204" charset="-122"/>
                <a:ea typeface="汉仪君黑-45简" panose="020B0604020202020204" charset="-122"/>
                <a:cs typeface="+mn-ea"/>
                <a:sym typeface="+mn-lt"/>
              </a:endParaRPr>
            </a:p>
          </p:txBody>
        </p:sp>
        <p:pic>
          <p:nvPicPr>
            <p:cNvPr id="22" name="图形 41"/>
            <p:cNvPicPr>
              <a:picLocks noChangeAspect="1"/>
            </p:cNvPicPr>
            <p:nvPr>
              <p:custDataLst>
                <p:tags r:id="rId16"/>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2708" t="65834" r="31812" b="22716"/>
            <a:stretch>
              <a:fillRect/>
            </a:stretch>
          </p:blipFill>
          <p:spPr>
            <a:xfrm>
              <a:off x="8178" y="4688"/>
              <a:ext cx="1169" cy="1119"/>
            </a:xfrm>
            <a:custGeom>
              <a:avLst/>
              <a:gdLst>
                <a:gd name="connsiteX0" fmla="*/ 0 w 2174043"/>
                <a:gd name="connsiteY0" fmla="*/ 0 h 2081108"/>
                <a:gd name="connsiteX1" fmla="*/ 2174043 w 2174043"/>
                <a:gd name="connsiteY1" fmla="*/ 0 h 2081108"/>
                <a:gd name="connsiteX2" fmla="*/ 2174043 w 2174043"/>
                <a:gd name="connsiteY2" fmla="*/ 2081108 h 2081108"/>
                <a:gd name="connsiteX3" fmla="*/ 0 w 2174043"/>
                <a:gd name="connsiteY3" fmla="*/ 2081108 h 2081108"/>
                <a:gd name="connsiteX4" fmla="*/ 0 w 2174043"/>
                <a:gd name="connsiteY4" fmla="*/ 0 h 2081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4043" h="2081108">
                  <a:moveTo>
                    <a:pt x="0" y="0"/>
                  </a:moveTo>
                  <a:lnTo>
                    <a:pt x="2174043" y="0"/>
                  </a:lnTo>
                  <a:lnTo>
                    <a:pt x="2174043" y="2081108"/>
                  </a:lnTo>
                  <a:lnTo>
                    <a:pt x="0" y="2081108"/>
                  </a:lnTo>
                  <a:lnTo>
                    <a:pt x="0" y="0"/>
                  </a:lnTo>
                  <a:close/>
                </a:path>
              </a:pathLst>
            </a:custGeom>
          </p:spPr>
        </p:pic>
      </p:grpSp>
      <p:grpSp>
        <p:nvGrpSpPr>
          <p:cNvPr id="39" name="组合 38"/>
          <p:cNvGrpSpPr/>
          <p:nvPr/>
        </p:nvGrpSpPr>
        <p:grpSpPr>
          <a:xfrm>
            <a:off x="5613838" y="2994121"/>
            <a:ext cx="4069905" cy="1618523"/>
            <a:chOff x="9646" y="4424"/>
            <a:chExt cx="7071" cy="2812"/>
          </a:xfrm>
        </p:grpSpPr>
        <p:sp>
          <p:nvSpPr>
            <p:cNvPr id="5" name="矩形 4"/>
            <p:cNvSpPr/>
            <p:nvPr>
              <p:custDataLst>
                <p:tags r:id="rId17"/>
              </p:custDataLst>
            </p:nvPr>
          </p:nvSpPr>
          <p:spPr>
            <a:xfrm>
              <a:off x="9646" y="4424"/>
              <a:ext cx="7071" cy="2812"/>
            </a:xfrm>
            <a:prstGeom prst="rect">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8" name="文本框 17"/>
            <p:cNvSpPr txBox="1">
              <a:spLocks noChangeArrowheads="1"/>
            </p:cNvSpPr>
            <p:nvPr>
              <p:custDataLst>
                <p:tags r:id="rId18"/>
              </p:custDataLst>
            </p:nvPr>
          </p:nvSpPr>
          <p:spPr bwMode="auto">
            <a:xfrm>
              <a:off x="9843" y="5242"/>
              <a:ext cx="2716"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zh-CN" altLang="en-US" sz="1625" dirty="0">
                  <a:solidFill>
                    <a:srgbClr val="E0836A"/>
                  </a:solidFill>
                  <a:latin typeface="汉仪君黑-45简" panose="020B0604020202020204" charset="-122"/>
                  <a:ea typeface="汉仪君黑-45简" panose="020B0604020202020204" charset="-122"/>
                  <a:cs typeface="+mn-ea"/>
                  <a:sym typeface="+mn-lt"/>
                </a:rPr>
                <a:t>开发评估工具</a:t>
              </a:r>
              <a:endParaRPr lang="zh-CN" altLang="en-US" sz="1625" dirty="0">
                <a:solidFill>
                  <a:srgbClr val="E0836A"/>
                </a:solidFill>
                <a:latin typeface="汉仪君黑-45简" panose="020B0604020202020204" charset="-122"/>
                <a:ea typeface="汉仪君黑-45简" panose="020B0604020202020204" charset="-122"/>
                <a:cs typeface="+mn-ea"/>
                <a:sym typeface="+mn-lt"/>
              </a:endParaRPr>
            </a:p>
          </p:txBody>
        </p:sp>
        <p:sp>
          <p:nvSpPr>
            <p:cNvPr id="19" name="文本框 18"/>
            <p:cNvSpPr txBox="1">
              <a:spLocks noChangeArrowheads="1"/>
            </p:cNvSpPr>
            <p:nvPr>
              <p:custDataLst>
                <p:tags r:id="rId19"/>
              </p:custDataLst>
            </p:nvPr>
          </p:nvSpPr>
          <p:spPr bwMode="auto">
            <a:xfrm>
              <a:off x="9843" y="6190"/>
              <a:ext cx="6677" cy="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gn="l">
                <a:buClrTx/>
                <a:buSzTx/>
                <a:buFontTx/>
              </a:pPr>
              <a:r>
                <a:rPr lang="zh-CN" altLang="en-US" sz="1140" dirty="0">
                  <a:solidFill>
                    <a:schemeClr val="tx1">
                      <a:lumMod val="65000"/>
                      <a:lumOff val="35000"/>
                    </a:schemeClr>
                  </a:solidFill>
                  <a:latin typeface="SimHei" panose="02010609060101010101" charset="-122"/>
                  <a:ea typeface="SimHei" panose="02010609060101010101" charset="-122"/>
                  <a:sym typeface="Arial" panose="020B0604020202020204" pitchFamily="34" charset="0"/>
                </a:rPr>
                <a:t>测量团队成员在不同胜任力特征上的表现，需要开发相应的评估工具，例如测试、问卷、面试题等。</a:t>
              </a:r>
              <a:endParaRPr lang="zh-CN" altLang="en-US" sz="1140" dirty="0">
                <a:solidFill>
                  <a:srgbClr val="0D0D0D"/>
                </a:solidFill>
                <a:latin typeface="汉仪君黑-45简" panose="020B0604020202020204" charset="-122"/>
                <a:ea typeface="汉仪君黑-45简" panose="020B0604020202020204" charset="-122"/>
                <a:cs typeface="+mn-ea"/>
                <a:sym typeface="+mn-lt"/>
              </a:endParaRPr>
            </a:p>
          </p:txBody>
        </p:sp>
        <p:pic>
          <p:nvPicPr>
            <p:cNvPr id="23" name="图形 42"/>
            <p:cNvPicPr>
              <a:picLocks noChangeAspect="1"/>
            </p:cNvPicPr>
            <p:nvPr>
              <p:custDataLst>
                <p:tags r:id="rId2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68513" t="65834" r="18526" b="22716"/>
            <a:stretch>
              <a:fillRect/>
            </a:stretch>
          </p:blipFill>
          <p:spPr>
            <a:xfrm>
              <a:off x="15438" y="4688"/>
              <a:ext cx="979" cy="1119"/>
            </a:xfrm>
            <a:custGeom>
              <a:avLst/>
              <a:gdLst>
                <a:gd name="connsiteX0" fmla="*/ 0 w 1820331"/>
                <a:gd name="connsiteY0" fmla="*/ 0 h 2081108"/>
                <a:gd name="connsiteX1" fmla="*/ 1820331 w 1820331"/>
                <a:gd name="connsiteY1" fmla="*/ 0 h 2081108"/>
                <a:gd name="connsiteX2" fmla="*/ 1820331 w 1820331"/>
                <a:gd name="connsiteY2" fmla="*/ 2081108 h 2081108"/>
                <a:gd name="connsiteX3" fmla="*/ 0 w 1820331"/>
                <a:gd name="connsiteY3" fmla="*/ 2081108 h 2081108"/>
                <a:gd name="connsiteX4" fmla="*/ 0 w 1820331"/>
                <a:gd name="connsiteY4" fmla="*/ 0 h 2081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331" h="2081108">
                  <a:moveTo>
                    <a:pt x="0" y="0"/>
                  </a:moveTo>
                  <a:lnTo>
                    <a:pt x="1820331" y="0"/>
                  </a:lnTo>
                  <a:lnTo>
                    <a:pt x="1820331" y="2081108"/>
                  </a:lnTo>
                  <a:lnTo>
                    <a:pt x="0" y="2081108"/>
                  </a:lnTo>
                  <a:lnTo>
                    <a:pt x="0" y="0"/>
                  </a:lnTo>
                  <a:close/>
                </a:path>
              </a:pathLst>
            </a:custGeom>
          </p:spPr>
        </p:pic>
      </p:grpSp>
      <p:grpSp>
        <p:nvGrpSpPr>
          <p:cNvPr id="14" name="组合 13"/>
          <p:cNvGrpSpPr/>
          <p:nvPr/>
        </p:nvGrpSpPr>
        <p:grpSpPr>
          <a:xfrm>
            <a:off x="1490980" y="4799130"/>
            <a:ext cx="4069905" cy="1618523"/>
            <a:chOff x="2483" y="7560"/>
            <a:chExt cx="7071" cy="2812"/>
          </a:xfrm>
        </p:grpSpPr>
        <p:sp>
          <p:nvSpPr>
            <p:cNvPr id="3" name="矩形 2"/>
            <p:cNvSpPr/>
            <p:nvPr>
              <p:custDataLst>
                <p:tags r:id="rId23"/>
              </p:custDataLst>
            </p:nvPr>
          </p:nvSpPr>
          <p:spPr>
            <a:xfrm>
              <a:off x="2483" y="7560"/>
              <a:ext cx="7071" cy="2812"/>
            </a:xfrm>
            <a:prstGeom prst="rect">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7" name="文本框 6"/>
            <p:cNvSpPr txBox="1">
              <a:spLocks noChangeArrowheads="1"/>
            </p:cNvSpPr>
            <p:nvPr>
              <p:custDataLst>
                <p:tags r:id="rId24"/>
              </p:custDataLst>
            </p:nvPr>
          </p:nvSpPr>
          <p:spPr bwMode="auto">
            <a:xfrm>
              <a:off x="2687" y="8379"/>
              <a:ext cx="3642"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zh-CN" altLang="en-US" sz="1625" dirty="0">
                  <a:solidFill>
                    <a:srgbClr val="E0836A"/>
                  </a:solidFill>
                  <a:latin typeface="汉仪君黑-45简" panose="020B0604020202020204" charset="-122"/>
                  <a:ea typeface="汉仪君黑-45简" panose="020B0604020202020204" charset="-122"/>
                  <a:cs typeface="+mn-ea"/>
                  <a:sym typeface="+mn-lt"/>
                </a:rPr>
                <a:t>收集数据并分析</a:t>
              </a:r>
              <a:endParaRPr lang="zh-CN" altLang="en-US" sz="1625" dirty="0">
                <a:solidFill>
                  <a:srgbClr val="E0836A"/>
                </a:solidFill>
                <a:latin typeface="汉仪君黑-45简" panose="020B0604020202020204" charset="-122"/>
                <a:ea typeface="汉仪君黑-45简" panose="020B0604020202020204" charset="-122"/>
                <a:cs typeface="+mn-ea"/>
                <a:sym typeface="+mn-lt"/>
              </a:endParaRPr>
            </a:p>
          </p:txBody>
        </p:sp>
        <p:sp>
          <p:nvSpPr>
            <p:cNvPr id="8" name="文本框 7"/>
            <p:cNvSpPr txBox="1">
              <a:spLocks noChangeArrowheads="1"/>
            </p:cNvSpPr>
            <p:nvPr>
              <p:custDataLst>
                <p:tags r:id="rId25"/>
              </p:custDataLst>
            </p:nvPr>
          </p:nvSpPr>
          <p:spPr bwMode="auto">
            <a:xfrm>
              <a:off x="2687" y="9048"/>
              <a:ext cx="6677" cy="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gn="l"/>
              <a:r>
                <a:rPr lang="zh-CN" altLang="en-US" sz="1140" dirty="0">
                  <a:solidFill>
                    <a:schemeClr val="tx1">
                      <a:lumMod val="65000"/>
                      <a:lumOff val="35000"/>
                    </a:schemeClr>
                  </a:solidFill>
                  <a:latin typeface="SimHei" panose="02010609060101010101" charset="-122"/>
                  <a:ea typeface="SimHei" panose="02010609060101010101" charset="-122"/>
                  <a:sym typeface="Arial" panose="020B0604020202020204" pitchFamily="34" charset="0"/>
                </a:rPr>
                <a:t>使用评估工具进行数据收集，并进行数据分析，以确定团队成员在各个胜任力特征方面的表现。</a:t>
              </a:r>
              <a:endParaRPr lang="zh-CN" altLang="en-US" sz="1140" dirty="0">
                <a:solidFill>
                  <a:srgbClr val="0D0D0D"/>
                </a:solidFill>
                <a:latin typeface="汉仪君黑-45简" panose="020B0604020202020204" charset="-122"/>
                <a:ea typeface="汉仪君黑-45简" panose="020B0604020202020204" charset="-122"/>
                <a:cs typeface="+mn-ea"/>
                <a:sym typeface="+mn-lt"/>
              </a:endParaRPr>
            </a:p>
          </p:txBody>
        </p:sp>
        <p:pic>
          <p:nvPicPr>
            <p:cNvPr id="11" name="图形 41"/>
            <p:cNvPicPr>
              <a:picLocks noChangeAspect="1"/>
            </p:cNvPicPr>
            <p:nvPr>
              <p:custDataLst>
                <p:tags r:id="rId26"/>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2708" t="65834" r="31812" b="22716"/>
            <a:stretch>
              <a:fillRect/>
            </a:stretch>
          </p:blipFill>
          <p:spPr>
            <a:xfrm>
              <a:off x="8178" y="7825"/>
              <a:ext cx="1169" cy="1119"/>
            </a:xfrm>
            <a:custGeom>
              <a:avLst/>
              <a:gdLst>
                <a:gd name="connsiteX0" fmla="*/ 0 w 2174043"/>
                <a:gd name="connsiteY0" fmla="*/ 0 h 2081108"/>
                <a:gd name="connsiteX1" fmla="*/ 2174043 w 2174043"/>
                <a:gd name="connsiteY1" fmla="*/ 0 h 2081108"/>
                <a:gd name="connsiteX2" fmla="*/ 2174043 w 2174043"/>
                <a:gd name="connsiteY2" fmla="*/ 2081108 h 2081108"/>
                <a:gd name="connsiteX3" fmla="*/ 0 w 2174043"/>
                <a:gd name="connsiteY3" fmla="*/ 2081108 h 2081108"/>
                <a:gd name="connsiteX4" fmla="*/ 0 w 2174043"/>
                <a:gd name="connsiteY4" fmla="*/ 0 h 2081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4043" h="2081108">
                  <a:moveTo>
                    <a:pt x="0" y="0"/>
                  </a:moveTo>
                  <a:lnTo>
                    <a:pt x="2174043" y="0"/>
                  </a:lnTo>
                  <a:lnTo>
                    <a:pt x="2174043" y="2081108"/>
                  </a:lnTo>
                  <a:lnTo>
                    <a:pt x="0" y="2081108"/>
                  </a:lnTo>
                  <a:lnTo>
                    <a:pt x="0" y="0"/>
                  </a:lnTo>
                  <a:close/>
                </a:path>
              </a:pathLst>
            </a:custGeom>
          </p:spPr>
        </p:pic>
      </p:grpSp>
      <p:grpSp>
        <p:nvGrpSpPr>
          <p:cNvPr id="38" name="组合 37"/>
          <p:cNvGrpSpPr/>
          <p:nvPr/>
        </p:nvGrpSpPr>
        <p:grpSpPr>
          <a:xfrm>
            <a:off x="5613838" y="4799130"/>
            <a:ext cx="4069905" cy="1618523"/>
            <a:chOff x="9646" y="7560"/>
            <a:chExt cx="7071" cy="2812"/>
          </a:xfrm>
        </p:grpSpPr>
        <p:sp>
          <p:nvSpPr>
            <p:cNvPr id="34" name="矩形 33"/>
            <p:cNvSpPr/>
            <p:nvPr>
              <p:custDataLst>
                <p:tags r:id="rId27"/>
              </p:custDataLst>
            </p:nvPr>
          </p:nvSpPr>
          <p:spPr>
            <a:xfrm>
              <a:off x="9646" y="7560"/>
              <a:ext cx="7071" cy="2812"/>
            </a:xfrm>
            <a:prstGeom prst="rect">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5" name="文本框 34"/>
            <p:cNvSpPr txBox="1">
              <a:spLocks noChangeArrowheads="1"/>
            </p:cNvSpPr>
            <p:nvPr>
              <p:custDataLst>
                <p:tags r:id="rId28"/>
              </p:custDataLst>
            </p:nvPr>
          </p:nvSpPr>
          <p:spPr bwMode="auto">
            <a:xfrm>
              <a:off x="9843" y="8379"/>
              <a:ext cx="3773"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zh-CN" altLang="en-US" sz="1625" dirty="0">
                  <a:solidFill>
                    <a:srgbClr val="E0836A"/>
                  </a:solidFill>
                  <a:latin typeface="汉仪君黑-45简" panose="020B0604020202020204" charset="-122"/>
                  <a:ea typeface="汉仪君黑-45简" panose="020B0604020202020204" charset="-122"/>
                  <a:cs typeface="+mn-ea"/>
                  <a:sym typeface="+mn-lt"/>
                </a:rPr>
                <a:t>制定培训和发展计划</a:t>
              </a:r>
              <a:endParaRPr lang="zh-CN" altLang="en-US" sz="1625" dirty="0">
                <a:solidFill>
                  <a:srgbClr val="E0836A"/>
                </a:solidFill>
                <a:latin typeface="汉仪君黑-45简" panose="020B0604020202020204" charset="-122"/>
                <a:ea typeface="汉仪君黑-45简" panose="020B0604020202020204" charset="-122"/>
                <a:cs typeface="+mn-ea"/>
                <a:sym typeface="+mn-lt"/>
              </a:endParaRPr>
            </a:p>
          </p:txBody>
        </p:sp>
        <p:sp>
          <p:nvSpPr>
            <p:cNvPr id="36" name="文本框 35"/>
            <p:cNvSpPr txBox="1">
              <a:spLocks noChangeArrowheads="1"/>
            </p:cNvSpPr>
            <p:nvPr>
              <p:custDataLst>
                <p:tags r:id="rId29"/>
              </p:custDataLst>
            </p:nvPr>
          </p:nvSpPr>
          <p:spPr bwMode="auto">
            <a:xfrm>
              <a:off x="9836" y="9048"/>
              <a:ext cx="6677" cy="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gn="l"/>
              <a:r>
                <a:rPr lang="zh-CN" altLang="en-US" sz="1140" dirty="0">
                  <a:solidFill>
                    <a:schemeClr val="tx1">
                      <a:lumMod val="65000"/>
                      <a:lumOff val="35000"/>
                    </a:schemeClr>
                  </a:solidFill>
                  <a:latin typeface="SimHei" panose="02010609060101010101" charset="-122"/>
                  <a:ea typeface="SimHei" panose="02010609060101010101" charset="-122"/>
                  <a:sym typeface="Arial" panose="020B0604020202020204" pitchFamily="34" charset="0"/>
                </a:rPr>
                <a:t>根据数据分析结果，制定相应的培训和发展计划，帮助团队成员提高他们在不同胜任力特征上的表现。</a:t>
              </a:r>
              <a:endParaRPr lang="zh-CN" altLang="en-US" sz="1140" dirty="0">
                <a:solidFill>
                  <a:srgbClr val="0D0D0D"/>
                </a:solidFill>
                <a:latin typeface="汉仪君黑-45简" panose="020B0604020202020204" charset="-122"/>
                <a:ea typeface="汉仪君黑-45简" panose="020B0604020202020204" charset="-122"/>
                <a:cs typeface="+mn-ea"/>
                <a:sym typeface="+mn-lt"/>
              </a:endParaRPr>
            </a:p>
          </p:txBody>
        </p:sp>
        <p:pic>
          <p:nvPicPr>
            <p:cNvPr id="37" name="图形 42"/>
            <p:cNvPicPr>
              <a:picLocks noChangeAspect="1"/>
            </p:cNvPicPr>
            <p:nvPr>
              <p:custDataLst>
                <p:tags r:id="rId3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68513" t="65834" r="18526" b="22716"/>
            <a:stretch>
              <a:fillRect/>
            </a:stretch>
          </p:blipFill>
          <p:spPr>
            <a:xfrm>
              <a:off x="15438" y="7825"/>
              <a:ext cx="979" cy="1119"/>
            </a:xfrm>
            <a:custGeom>
              <a:avLst/>
              <a:gdLst>
                <a:gd name="connsiteX0" fmla="*/ 0 w 1820331"/>
                <a:gd name="connsiteY0" fmla="*/ 0 h 2081108"/>
                <a:gd name="connsiteX1" fmla="*/ 1820331 w 1820331"/>
                <a:gd name="connsiteY1" fmla="*/ 0 h 2081108"/>
                <a:gd name="connsiteX2" fmla="*/ 1820331 w 1820331"/>
                <a:gd name="connsiteY2" fmla="*/ 2081108 h 2081108"/>
                <a:gd name="connsiteX3" fmla="*/ 0 w 1820331"/>
                <a:gd name="connsiteY3" fmla="*/ 2081108 h 2081108"/>
                <a:gd name="connsiteX4" fmla="*/ 0 w 1820331"/>
                <a:gd name="connsiteY4" fmla="*/ 0 h 2081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331" h="2081108">
                  <a:moveTo>
                    <a:pt x="0" y="0"/>
                  </a:moveTo>
                  <a:lnTo>
                    <a:pt x="1820331" y="0"/>
                  </a:lnTo>
                  <a:lnTo>
                    <a:pt x="1820331" y="2081108"/>
                  </a:lnTo>
                  <a:lnTo>
                    <a:pt x="0" y="2081108"/>
                  </a:lnTo>
                  <a:lnTo>
                    <a:pt x="0" y="0"/>
                  </a:lnTo>
                  <a:close/>
                </a:path>
              </a:pathLst>
            </a:cu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375986" y="1892539"/>
            <a:ext cx="8070494" cy="1495697"/>
          </a:xfrm>
          <a:prstGeom prst="roundRect">
            <a:avLst>
              <a:gd name="adj" fmla="val 50000"/>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7" name="任意多边形: 形状 6"/>
          <p:cNvSpPr/>
          <p:nvPr/>
        </p:nvSpPr>
        <p:spPr>
          <a:xfrm>
            <a:off x="10809963" y="2032828"/>
            <a:ext cx="551757" cy="1215119"/>
          </a:xfrm>
          <a:custGeom>
            <a:avLst/>
            <a:gdLst>
              <a:gd name="connsiteX0" fmla="*/ 0 w 551757"/>
              <a:gd name="connsiteY0" fmla="*/ 0 h 1064714"/>
              <a:gd name="connsiteX1" fmla="*/ 19400 w 551757"/>
              <a:gd name="connsiteY1" fmla="*/ 0 h 1064714"/>
              <a:gd name="connsiteX2" fmla="*/ 551757 w 551757"/>
              <a:gd name="connsiteY2" fmla="*/ 532357 h 1064714"/>
              <a:gd name="connsiteX3" fmla="*/ 551756 w 551757"/>
              <a:gd name="connsiteY3" fmla="*/ 532357 h 1064714"/>
              <a:gd name="connsiteX4" fmla="*/ 19399 w 551757"/>
              <a:gd name="connsiteY4" fmla="*/ 1064714 h 1064714"/>
              <a:gd name="connsiteX5" fmla="*/ 0 w 551757"/>
              <a:gd name="connsiteY5" fmla="*/ 1064714 h 1064714"/>
              <a:gd name="connsiteX0-1" fmla="*/ 0 w 551757"/>
              <a:gd name="connsiteY0-2" fmla="*/ 0 h 1064714"/>
              <a:gd name="connsiteX1-3" fmla="*/ 19400 w 551757"/>
              <a:gd name="connsiteY1-4" fmla="*/ 0 h 1064714"/>
              <a:gd name="connsiteX2-5" fmla="*/ 551757 w 551757"/>
              <a:gd name="connsiteY2-6" fmla="*/ 532357 h 1064714"/>
              <a:gd name="connsiteX3-7" fmla="*/ 551756 w 551757"/>
              <a:gd name="connsiteY3-8" fmla="*/ 532357 h 1064714"/>
              <a:gd name="connsiteX4-9" fmla="*/ 19399 w 551757"/>
              <a:gd name="connsiteY4-10" fmla="*/ 1064714 h 1064714"/>
              <a:gd name="connsiteX5-11" fmla="*/ 0 w 551757"/>
              <a:gd name="connsiteY5-12" fmla="*/ 1064714 h 1064714"/>
              <a:gd name="connsiteX6" fmla="*/ 91440 w 551757"/>
              <a:gd name="connsiteY6" fmla="*/ 91440 h 1064714"/>
              <a:gd name="connsiteX0-13" fmla="*/ 0 w 551757"/>
              <a:gd name="connsiteY0-14" fmla="*/ 0 h 1064714"/>
              <a:gd name="connsiteX1-15" fmla="*/ 19400 w 551757"/>
              <a:gd name="connsiteY1-16" fmla="*/ 0 h 1064714"/>
              <a:gd name="connsiteX2-17" fmla="*/ 551757 w 551757"/>
              <a:gd name="connsiteY2-18" fmla="*/ 532357 h 1064714"/>
              <a:gd name="connsiteX3-19" fmla="*/ 551756 w 551757"/>
              <a:gd name="connsiteY3-20" fmla="*/ 532357 h 1064714"/>
              <a:gd name="connsiteX4-21" fmla="*/ 19399 w 551757"/>
              <a:gd name="connsiteY4-22" fmla="*/ 1064714 h 1064714"/>
              <a:gd name="connsiteX5-23" fmla="*/ 0 w 551757"/>
              <a:gd name="connsiteY5-24" fmla="*/ 1064714 h 10647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51757" h="1064714">
                <a:moveTo>
                  <a:pt x="0" y="0"/>
                </a:moveTo>
                <a:lnTo>
                  <a:pt x="19400" y="0"/>
                </a:lnTo>
                <a:cubicBezTo>
                  <a:pt x="313413" y="0"/>
                  <a:pt x="551757" y="238344"/>
                  <a:pt x="551757" y="532357"/>
                </a:cubicBezTo>
                <a:lnTo>
                  <a:pt x="551756" y="532357"/>
                </a:lnTo>
                <a:cubicBezTo>
                  <a:pt x="551756" y="826370"/>
                  <a:pt x="313412" y="1064714"/>
                  <a:pt x="19399" y="1064714"/>
                </a:cubicBezTo>
                <a:lnTo>
                  <a:pt x="0" y="1064714"/>
                </a:lnTo>
              </a:path>
            </a:pathLst>
          </a:custGeom>
          <a:noFill/>
          <a:ln w="76200">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6" name="文本框 15"/>
          <p:cNvSpPr txBox="1">
            <a:spLocks noChangeArrowheads="1"/>
          </p:cNvSpPr>
          <p:nvPr/>
        </p:nvSpPr>
        <p:spPr bwMode="auto">
          <a:xfrm>
            <a:off x="3729619" y="2271289"/>
            <a:ext cx="6466567"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nSpc>
                <a:spcPct val="150000"/>
              </a:lnSpc>
            </a:pPr>
            <a:r>
              <a:rPr lang="en-US" altLang="zh-CN" sz="140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对于企业来说，招聘是吸引和雇用优秀人才的关键环节。招聘渠道的分析可以帮助企业了解各种招聘渠道的效果和成本，从而制定更有效的招聘策略。</a:t>
            </a:r>
            <a:endParaRPr lang="en-US" altLang="zh-CN" sz="1400" dirty="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19" name="椭圆 18"/>
          <p:cNvSpPr/>
          <p:nvPr/>
        </p:nvSpPr>
        <p:spPr>
          <a:xfrm>
            <a:off x="10297130" y="2183187"/>
            <a:ext cx="914400" cy="914400"/>
          </a:xfrm>
          <a:prstGeom prst="ellipse">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3" name="矩形: 圆角 12"/>
          <p:cNvSpPr/>
          <p:nvPr/>
        </p:nvSpPr>
        <p:spPr>
          <a:xfrm flipH="1">
            <a:off x="745520" y="3608774"/>
            <a:ext cx="8070494" cy="1495697"/>
          </a:xfrm>
          <a:prstGeom prst="roundRect">
            <a:avLst>
              <a:gd name="adj" fmla="val 50000"/>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4" name="任意多边形: 形状 13"/>
          <p:cNvSpPr/>
          <p:nvPr/>
        </p:nvSpPr>
        <p:spPr>
          <a:xfrm flipH="1">
            <a:off x="855331" y="3749063"/>
            <a:ext cx="551757" cy="1215119"/>
          </a:xfrm>
          <a:custGeom>
            <a:avLst/>
            <a:gdLst>
              <a:gd name="connsiteX0" fmla="*/ 0 w 551757"/>
              <a:gd name="connsiteY0" fmla="*/ 0 h 1064714"/>
              <a:gd name="connsiteX1" fmla="*/ 19400 w 551757"/>
              <a:gd name="connsiteY1" fmla="*/ 0 h 1064714"/>
              <a:gd name="connsiteX2" fmla="*/ 551757 w 551757"/>
              <a:gd name="connsiteY2" fmla="*/ 532357 h 1064714"/>
              <a:gd name="connsiteX3" fmla="*/ 551756 w 551757"/>
              <a:gd name="connsiteY3" fmla="*/ 532357 h 1064714"/>
              <a:gd name="connsiteX4" fmla="*/ 19399 w 551757"/>
              <a:gd name="connsiteY4" fmla="*/ 1064714 h 1064714"/>
              <a:gd name="connsiteX5" fmla="*/ 0 w 551757"/>
              <a:gd name="connsiteY5" fmla="*/ 1064714 h 1064714"/>
              <a:gd name="connsiteX0-1" fmla="*/ 0 w 551757"/>
              <a:gd name="connsiteY0-2" fmla="*/ 0 h 1064714"/>
              <a:gd name="connsiteX1-3" fmla="*/ 19400 w 551757"/>
              <a:gd name="connsiteY1-4" fmla="*/ 0 h 1064714"/>
              <a:gd name="connsiteX2-5" fmla="*/ 551757 w 551757"/>
              <a:gd name="connsiteY2-6" fmla="*/ 532357 h 1064714"/>
              <a:gd name="connsiteX3-7" fmla="*/ 551756 w 551757"/>
              <a:gd name="connsiteY3-8" fmla="*/ 532357 h 1064714"/>
              <a:gd name="connsiteX4-9" fmla="*/ 19399 w 551757"/>
              <a:gd name="connsiteY4-10" fmla="*/ 1064714 h 1064714"/>
              <a:gd name="connsiteX5-11" fmla="*/ 0 w 551757"/>
              <a:gd name="connsiteY5-12" fmla="*/ 1064714 h 1064714"/>
              <a:gd name="connsiteX6" fmla="*/ 91440 w 551757"/>
              <a:gd name="connsiteY6" fmla="*/ 91440 h 1064714"/>
              <a:gd name="connsiteX0-13" fmla="*/ 0 w 551757"/>
              <a:gd name="connsiteY0-14" fmla="*/ 0 h 1064714"/>
              <a:gd name="connsiteX1-15" fmla="*/ 19400 w 551757"/>
              <a:gd name="connsiteY1-16" fmla="*/ 0 h 1064714"/>
              <a:gd name="connsiteX2-17" fmla="*/ 551757 w 551757"/>
              <a:gd name="connsiteY2-18" fmla="*/ 532357 h 1064714"/>
              <a:gd name="connsiteX3-19" fmla="*/ 551756 w 551757"/>
              <a:gd name="connsiteY3-20" fmla="*/ 532357 h 1064714"/>
              <a:gd name="connsiteX4-21" fmla="*/ 19399 w 551757"/>
              <a:gd name="connsiteY4-22" fmla="*/ 1064714 h 1064714"/>
              <a:gd name="connsiteX5-23" fmla="*/ 0 w 551757"/>
              <a:gd name="connsiteY5-24" fmla="*/ 1064714 h 10647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51757" h="1064714">
                <a:moveTo>
                  <a:pt x="0" y="0"/>
                </a:moveTo>
                <a:lnTo>
                  <a:pt x="19400" y="0"/>
                </a:lnTo>
                <a:cubicBezTo>
                  <a:pt x="313413" y="0"/>
                  <a:pt x="551757" y="238344"/>
                  <a:pt x="551757" y="532357"/>
                </a:cubicBezTo>
                <a:lnTo>
                  <a:pt x="551756" y="532357"/>
                </a:lnTo>
                <a:cubicBezTo>
                  <a:pt x="551756" y="826370"/>
                  <a:pt x="313412" y="1064714"/>
                  <a:pt x="19399" y="1064714"/>
                </a:cubicBezTo>
                <a:lnTo>
                  <a:pt x="0" y="1064714"/>
                </a:lnTo>
              </a:path>
            </a:pathLst>
          </a:custGeom>
          <a:noFill/>
          <a:ln w="76200">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7" name="文本框 16"/>
          <p:cNvSpPr txBox="1">
            <a:spLocks noChangeArrowheads="1"/>
          </p:cNvSpPr>
          <p:nvPr/>
        </p:nvSpPr>
        <p:spPr bwMode="auto">
          <a:xfrm>
            <a:off x="2015641" y="3987524"/>
            <a:ext cx="6466567"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nSpc>
                <a:spcPct val="150000"/>
              </a:lnSpc>
            </a:pPr>
            <a:r>
              <a:rPr lang="zh-CN" altLang="en-US" sz="140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招聘渠道人才画像分析是指对不同招聘渠道吸引到的候选人特征进行分析和比较，以便企业更好地了解目标人群和制定更有效的招聘策略。</a:t>
            </a:r>
            <a:endParaRPr lang="zh-CN" altLang="en-US" sz="1400" dirty="0">
              <a:solidFill>
                <a:schemeClr val="tx1">
                  <a:lumMod val="65000"/>
                  <a:lumOff val="35000"/>
                </a:schemeClr>
              </a:solidFill>
              <a:latin typeface="汉仪君黑-45简" panose="020B0604020202020204" charset="-122"/>
              <a:ea typeface="汉仪君黑-45简" panose="020B0604020202020204" charset="-122"/>
              <a:cs typeface="SimHei" panose="02010609060101010101" charset="-122"/>
              <a:sym typeface="汉仪君黑-45简" panose="020B0604020202020204" charset="-122"/>
            </a:endParaRPr>
          </a:p>
        </p:txBody>
      </p:sp>
      <p:sp>
        <p:nvSpPr>
          <p:cNvPr id="20" name="椭圆 19"/>
          <p:cNvSpPr/>
          <p:nvPr/>
        </p:nvSpPr>
        <p:spPr>
          <a:xfrm>
            <a:off x="987466" y="3899422"/>
            <a:ext cx="914400" cy="914400"/>
          </a:xfrm>
          <a:prstGeom prst="ellipse">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grpSp>
        <p:nvGrpSpPr>
          <p:cNvPr id="15" name="组合 14"/>
          <p:cNvGrpSpPr/>
          <p:nvPr/>
        </p:nvGrpSpPr>
        <p:grpSpPr>
          <a:xfrm>
            <a:off x="0" y="6401399"/>
            <a:ext cx="1933184" cy="456601"/>
            <a:chOff x="5813" y="5507421"/>
            <a:chExt cx="7708780" cy="1350579"/>
          </a:xfrm>
        </p:grpSpPr>
        <p:sp>
          <p:nvSpPr>
            <p:cNvPr id="22" name="等腰三角形 21"/>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3" name="等腰三角形 22"/>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4" name="组合 23"/>
          <p:cNvGrpSpPr/>
          <p:nvPr/>
        </p:nvGrpSpPr>
        <p:grpSpPr>
          <a:xfrm>
            <a:off x="10258816" y="-14340"/>
            <a:ext cx="1933184" cy="456601"/>
            <a:chOff x="1717902" y="-14340"/>
            <a:chExt cx="10474098" cy="2473890"/>
          </a:xfrm>
        </p:grpSpPr>
        <p:sp>
          <p:nvSpPr>
            <p:cNvPr id="25" name="任意多边形: 形状 24"/>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6" name="任意多边形: 形状 25"/>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7" name="组合 26"/>
          <p:cNvGrpSpPr/>
          <p:nvPr/>
        </p:nvGrpSpPr>
        <p:grpSpPr>
          <a:xfrm>
            <a:off x="0" y="138059"/>
            <a:ext cx="321733" cy="810207"/>
            <a:chOff x="-79079" y="0"/>
            <a:chExt cx="530352" cy="1060704"/>
          </a:xfrm>
        </p:grpSpPr>
        <p:sp>
          <p:nvSpPr>
            <p:cNvPr id="28" name="任意多边形: 形状 27"/>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9" name="任意多边形: 形状 28"/>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0" name="文本框 29"/>
          <p:cNvSpPr txBox="1"/>
          <p:nvPr/>
        </p:nvSpPr>
        <p:spPr>
          <a:xfrm>
            <a:off x="321733" y="281552"/>
            <a:ext cx="2912534" cy="521970"/>
          </a:xfrm>
          <a:prstGeom prst="rect">
            <a:avLst/>
          </a:prstGeom>
          <a:noFill/>
        </p:spPr>
        <p:txBody>
          <a:bodyPr wrap="square" rtlCol="0">
            <a:spAutoFit/>
          </a:body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招聘渠道分析</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4488767"/>
            <a:ext cx="10030995" cy="2369233"/>
            <a:chOff x="5813" y="5507421"/>
            <a:chExt cx="7708780" cy="1350579"/>
          </a:xfrm>
        </p:grpSpPr>
        <p:sp>
          <p:nvSpPr>
            <p:cNvPr id="10" name="等腰三角形 9"/>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1" name="等腰三角形 10"/>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12" name="组合 11"/>
          <p:cNvGrpSpPr/>
          <p:nvPr/>
        </p:nvGrpSpPr>
        <p:grpSpPr>
          <a:xfrm>
            <a:off x="2161004" y="-14340"/>
            <a:ext cx="10030995" cy="2369233"/>
            <a:chOff x="1717902" y="-14340"/>
            <a:chExt cx="10474098" cy="2473890"/>
          </a:xfrm>
        </p:grpSpPr>
        <p:sp>
          <p:nvSpPr>
            <p:cNvPr id="13" name="任意多边形: 形状 12"/>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14" name="任意多边形: 形状 13"/>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汉仪君黑-45简" panose="020B0604020202020204" charset="-122"/>
                <a:ea typeface="汉仪君黑-45简" panose="020B0604020202020204" charset="-122"/>
                <a:cs typeface="+mn-ea"/>
                <a:sym typeface="+mn-lt"/>
              </a:endParaRPr>
            </a:p>
          </p:txBody>
        </p:sp>
      </p:grpSp>
      <p:sp>
        <p:nvSpPr>
          <p:cNvPr id="3" name="文本框 2"/>
          <p:cNvSpPr txBox="1"/>
          <p:nvPr/>
        </p:nvSpPr>
        <p:spPr>
          <a:xfrm>
            <a:off x="1253067" y="1894858"/>
            <a:ext cx="2709334" cy="829945"/>
          </a:xfrm>
          <a:prstGeom prst="rect">
            <a:avLst/>
          </a:prstGeom>
          <a:noFill/>
        </p:spPr>
        <p:txBody>
          <a:bodyPr wrap="square" rtlCol="0">
            <a:spAutoFit/>
          </a:bodyPr>
          <a:lstStyle/>
          <a:p>
            <a:pPr algn="dist"/>
            <a:r>
              <a:rPr lang="en-US" altLang="zh-CN" sz="4800" dirty="0">
                <a:solidFill>
                  <a:srgbClr val="E0836A"/>
                </a:solidFill>
                <a:latin typeface="汉仪君黑-45简" panose="020B0604020202020204" charset="-122"/>
                <a:ea typeface="汉仪君黑-45简" panose="020B0604020202020204" charset="-122"/>
                <a:sym typeface="汉仪君黑-45简" panose="020B0604020202020204" charset="-122"/>
              </a:rPr>
              <a:t>PART 04</a:t>
            </a:r>
            <a:endParaRPr lang="en-US" altLang="zh-CN" sz="4800" dirty="0">
              <a:solidFill>
                <a:srgbClr val="E0836A"/>
              </a:solidFill>
              <a:latin typeface="汉仪君黑-45简" panose="020B0604020202020204" charset="-122"/>
              <a:ea typeface="汉仪君黑-45简" panose="020B0604020202020204" charset="-122"/>
              <a:sym typeface="汉仪君黑-45简" panose="020B0604020202020204" charset="-122"/>
            </a:endParaRPr>
          </a:p>
        </p:txBody>
      </p:sp>
      <p:sp>
        <p:nvSpPr>
          <p:cNvPr id="15" name="文本框 14"/>
          <p:cNvSpPr txBox="1"/>
          <p:nvPr/>
        </p:nvSpPr>
        <p:spPr>
          <a:xfrm>
            <a:off x="956945" y="2824480"/>
            <a:ext cx="5461000" cy="864235"/>
          </a:xfrm>
          <a:prstGeom prst="rect">
            <a:avLst/>
          </a:prstGeom>
          <a:noFill/>
        </p:spPr>
        <p:txBody>
          <a:bodyPr wrap="square" rtlCol="0">
            <a:noAutofit/>
          </a:bodyPr>
          <a:lstStyle/>
          <a:p>
            <a:pPr algn="dist"/>
            <a:r>
              <a:rPr lang="zh-CN" altLang="en-US" sz="4800" dirty="0">
                <a:gradFill>
                  <a:gsLst>
                    <a:gs pos="0">
                      <a:srgbClr val="012D86"/>
                    </a:gs>
                    <a:gs pos="100000">
                      <a:srgbClr val="0E2557"/>
                    </a:gs>
                  </a:gsLst>
                  <a:lin scaled="0"/>
                </a:gradFill>
                <a:latin typeface="SimHei" panose="02010609060101010101" charset="-122"/>
                <a:ea typeface="SimHei" panose="02010609060101010101" charset="-122"/>
                <a:sym typeface="+mn-ea"/>
              </a:rPr>
              <a:t>面试识别</a:t>
            </a:r>
            <a:r>
              <a:rPr lang="zh-CN" altLang="en-US" sz="4800" dirty="0">
                <a:gradFill>
                  <a:gsLst>
                    <a:gs pos="0">
                      <a:srgbClr val="012D86"/>
                    </a:gs>
                    <a:gs pos="100000">
                      <a:srgbClr val="0E2557"/>
                    </a:gs>
                  </a:gsLst>
                  <a:lin scaled="0"/>
                </a:gradFill>
                <a:latin typeface="SimHei" panose="02010609060101010101" charset="-122"/>
                <a:ea typeface="SimHei" panose="02010609060101010101" charset="-122"/>
                <a:sym typeface="+mn-ea"/>
              </a:rPr>
              <a:t>人才</a:t>
            </a:r>
            <a:endParaRPr lang="zh-CN" altLang="en-US" sz="4800" dirty="0">
              <a:gradFill>
                <a:gsLst>
                  <a:gs pos="0">
                    <a:srgbClr val="012D86"/>
                  </a:gs>
                  <a:gs pos="100000">
                    <a:srgbClr val="0E2557"/>
                  </a:gs>
                </a:gsLst>
                <a:lin scaled="0"/>
              </a:gradFill>
              <a:latin typeface="SimHei" panose="02010609060101010101" charset="-122"/>
              <a:ea typeface="SimHei" panose="02010609060101010101" charset="-122"/>
              <a:sym typeface="+mn-ea"/>
            </a:endParaRPr>
          </a:p>
        </p:txBody>
      </p:sp>
      <p:sp>
        <p:nvSpPr>
          <p:cNvPr id="16" name="矩形 15"/>
          <p:cNvSpPr/>
          <p:nvPr/>
        </p:nvSpPr>
        <p:spPr>
          <a:xfrm>
            <a:off x="657860" y="3736975"/>
            <a:ext cx="6125210"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01</a:t>
            </a:r>
            <a:r>
              <a:rPr lang="zh-CN" altLang="en-US"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面试流程</a:t>
            </a:r>
            <a:r>
              <a:rPr lang="en-US" altLang="zh-CN"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             02</a:t>
            </a:r>
            <a:r>
              <a:rPr lang="zh-CN" altLang="en-US"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简历识别问题</a:t>
            </a:r>
            <a:r>
              <a:rPr lang="en-US" altLang="zh-CN"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               03</a:t>
            </a:r>
            <a:r>
              <a:rPr lang="zh-CN" altLang="en-US"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提问的技巧</a:t>
            </a:r>
            <a:r>
              <a:rPr lang="en-US" altLang="zh-CN"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              04</a:t>
            </a:r>
            <a:r>
              <a:rPr lang="zh-CN" altLang="en-US"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rPr>
              <a:t>面试后的复盘</a:t>
            </a:r>
            <a:endParaRPr lang="zh-CN" altLang="en-US" sz="12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lt"/>
            </a:endParaRPr>
          </a:p>
        </p:txBody>
      </p:sp>
      <p:pic>
        <p:nvPicPr>
          <p:cNvPr id="17" name="图形 81"/>
          <p:cNvPicPr>
            <a:picLocks noChangeAspect="1"/>
          </p:cNvPicPr>
          <p:nvPr/>
        </p:nvPicPr>
        <p:blipFill>
          <a:blip r:embed="rId1">
            <a:extLst>
              <a:ext uri="{28A0092B-C50C-407E-A947-70E740481C1C}">
                <a14:useLocalDpi xmlns:a14="http://schemas.microsoft.com/office/drawing/2010/main" val="0"/>
              </a:ext>
            </a:extLst>
          </a:blip>
          <a:srcRect l="70491" t="81740" r="23080" b="320"/>
          <a:stretch>
            <a:fillRect/>
          </a:stretch>
        </p:blipFill>
        <p:spPr>
          <a:xfrm>
            <a:off x="6417736" y="921855"/>
            <a:ext cx="5080000" cy="5926668"/>
          </a:xfrm>
          <a:custGeom>
            <a:avLst/>
            <a:gdLst>
              <a:gd name="connsiteX0" fmla="*/ 0 w 783772"/>
              <a:gd name="connsiteY0" fmla="*/ 0 h 914400"/>
              <a:gd name="connsiteX1" fmla="*/ 783772 w 783772"/>
              <a:gd name="connsiteY1" fmla="*/ 0 h 914400"/>
              <a:gd name="connsiteX2" fmla="*/ 783772 w 783772"/>
              <a:gd name="connsiteY2" fmla="*/ 914400 h 914400"/>
              <a:gd name="connsiteX3" fmla="*/ 0 w 783772"/>
              <a:gd name="connsiteY3" fmla="*/ 914400 h 914400"/>
              <a:gd name="connsiteX4" fmla="*/ 0 w 783772"/>
              <a:gd name="connsiteY4" fmla="*/ 0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772" h="914400">
                <a:moveTo>
                  <a:pt x="0" y="0"/>
                </a:moveTo>
                <a:lnTo>
                  <a:pt x="783772" y="0"/>
                </a:lnTo>
                <a:lnTo>
                  <a:pt x="783772" y="914400"/>
                </a:lnTo>
                <a:lnTo>
                  <a:pt x="0" y="914400"/>
                </a:lnTo>
                <a:lnTo>
                  <a:pt x="0" y="0"/>
                </a:lnTo>
                <a:close/>
              </a:path>
            </a:pathLst>
          </a:custGeom>
        </p:spPr>
      </p:pic>
      <p:sp>
        <p:nvSpPr>
          <p:cNvPr id="18" name="文本框 17"/>
          <p:cNvSpPr txBox="1"/>
          <p:nvPr/>
        </p:nvSpPr>
        <p:spPr>
          <a:xfrm>
            <a:off x="8263463" y="2488476"/>
            <a:ext cx="1953795" cy="1198880"/>
          </a:xfrm>
          <a:prstGeom prst="rect">
            <a:avLst/>
          </a:prstGeom>
          <a:noFill/>
        </p:spPr>
        <p:txBody>
          <a:bodyPr wrap="square" rtlCol="0">
            <a:spAutoFit/>
          </a:bodyPr>
          <a:lstStyle/>
          <a:p>
            <a:pPr algn="ctr"/>
            <a:r>
              <a:rPr lang="en-US" altLang="zh-CN" sz="7200" dirty="0">
                <a:solidFill>
                  <a:srgbClr val="E0836A"/>
                </a:solidFill>
                <a:latin typeface="汉仪君黑-45简" panose="020B0604020202020204" charset="-122"/>
                <a:ea typeface="汉仪君黑-45简" panose="020B0604020202020204" charset="-122"/>
                <a:sym typeface="汉仪君黑-45简" panose="020B0604020202020204" charset="-122"/>
              </a:rPr>
              <a:t>04</a:t>
            </a:r>
            <a:endParaRPr lang="en-US" altLang="zh-CN" sz="7200" dirty="0">
              <a:solidFill>
                <a:srgbClr val="E0836A"/>
              </a:solidFill>
              <a:latin typeface="汉仪君黑-45简" panose="020B0604020202020204" charset="-122"/>
              <a:ea typeface="汉仪君黑-45简" panose="020B0604020202020204" charset="-122"/>
              <a:sym typeface="汉仪君黑-45简" panose="020B0604020202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a:spLocks noChangeArrowheads="1"/>
          </p:cNvSpPr>
          <p:nvPr/>
        </p:nvSpPr>
        <p:spPr bwMode="auto">
          <a:xfrm>
            <a:off x="8306744" y="1728726"/>
            <a:ext cx="211714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zh-CN" altLang="en-US" sz="2000" dirty="0">
                <a:solidFill>
                  <a:srgbClr val="E0836A"/>
                </a:solidFill>
                <a:latin typeface="汉仪君黑-45简" panose="020B0604020202020204" charset="-122"/>
                <a:ea typeface="汉仪君黑-45简" panose="020B0604020202020204" charset="-122"/>
                <a:cs typeface="+mn-ea"/>
                <a:sym typeface="+mn-lt"/>
              </a:rPr>
              <a:t>介绍提问环节</a:t>
            </a:r>
            <a:endParaRPr lang="zh-CN" altLang="en-US" sz="2000" dirty="0">
              <a:solidFill>
                <a:srgbClr val="E0836A"/>
              </a:solidFill>
              <a:latin typeface="汉仪君黑-45简" panose="020B0604020202020204" charset="-122"/>
              <a:ea typeface="汉仪君黑-45简" panose="020B0604020202020204" charset="-122"/>
              <a:cs typeface="+mn-ea"/>
              <a:sym typeface="+mn-lt"/>
            </a:endParaRPr>
          </a:p>
        </p:txBody>
      </p:sp>
      <p:sp>
        <p:nvSpPr>
          <p:cNvPr id="5" name="文本框 4"/>
          <p:cNvSpPr txBox="1">
            <a:spLocks noChangeArrowheads="1"/>
          </p:cNvSpPr>
          <p:nvPr/>
        </p:nvSpPr>
        <p:spPr bwMode="auto">
          <a:xfrm>
            <a:off x="8306744" y="2150429"/>
            <a:ext cx="2951806" cy="1383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marL="285750" indent="-285750" algn="l">
              <a:lnSpc>
                <a:spcPct val="120000"/>
              </a:lnSpc>
              <a:buFont typeface="Arial" panose="020B0604020202020204" pitchFamily="34" charset="0"/>
              <a:buChar char="•"/>
            </a:pPr>
            <a:r>
              <a:rPr lang="en-US" altLang="zh-CN" sz="1400">
                <a:solidFill>
                  <a:schemeClr val="tx1">
                    <a:lumMod val="75000"/>
                    <a:lumOff val="25000"/>
                  </a:schemeClr>
                </a:solidFill>
                <a:latin typeface="汉仪君黑-45简" panose="020B0604020202020204" charset="-122"/>
                <a:ea typeface="汉仪君黑-45简" panose="020B0604020202020204" charset="-122"/>
                <a:sym typeface="汉仪君黑-45简" panose="020B0604020202020204" charset="-122"/>
              </a:rPr>
              <a:t>在面试开始时，面试官自我介绍，并向面试者介绍公司和职位信息。然后，面试官会根据职位要求提出一些问题，以了解面试者的能力和经验。</a:t>
            </a:r>
            <a:endParaRPr lang="en-US" altLang="zh-CN" sz="1400" dirty="0">
              <a:solidFill>
                <a:schemeClr val="tx1">
                  <a:lumMod val="75000"/>
                  <a:lumOff val="25000"/>
                </a:schemeClr>
              </a:solidFill>
              <a:latin typeface="汉仪君黑-45简" panose="020B0604020202020204" charset="-122"/>
              <a:ea typeface="汉仪君黑-45简" panose="020B0604020202020204" charset="-122"/>
              <a:cs typeface="+mn-ea"/>
              <a:sym typeface="汉仪君黑-45简" panose="020B0604020202020204" charset="-122"/>
            </a:endParaRPr>
          </a:p>
        </p:txBody>
      </p:sp>
      <p:sp>
        <p:nvSpPr>
          <p:cNvPr id="7" name="文本框 6"/>
          <p:cNvSpPr txBox="1">
            <a:spLocks noChangeArrowheads="1"/>
          </p:cNvSpPr>
          <p:nvPr/>
        </p:nvSpPr>
        <p:spPr bwMode="auto">
          <a:xfrm>
            <a:off x="8306744" y="3917074"/>
            <a:ext cx="211714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zh-CN" altLang="en-US" sz="2000" dirty="0">
                <a:solidFill>
                  <a:srgbClr val="E0836A"/>
                </a:solidFill>
                <a:latin typeface="汉仪君黑-45简" panose="020B0604020202020204" charset="-122"/>
                <a:ea typeface="汉仪君黑-45简" panose="020B0604020202020204" charset="-122"/>
                <a:cs typeface="+mn-ea"/>
                <a:sym typeface="+mn-lt"/>
              </a:rPr>
              <a:t>答疑和反问</a:t>
            </a:r>
            <a:endParaRPr lang="zh-CN" altLang="en-US" sz="2000" dirty="0">
              <a:solidFill>
                <a:srgbClr val="E0836A"/>
              </a:solidFill>
              <a:latin typeface="汉仪君黑-45简" panose="020B0604020202020204" charset="-122"/>
              <a:ea typeface="汉仪君黑-45简" panose="020B0604020202020204" charset="-122"/>
              <a:cs typeface="+mn-ea"/>
              <a:sym typeface="+mn-lt"/>
            </a:endParaRPr>
          </a:p>
        </p:txBody>
      </p:sp>
      <p:sp>
        <p:nvSpPr>
          <p:cNvPr id="8" name="文本框 7"/>
          <p:cNvSpPr txBox="1">
            <a:spLocks noChangeArrowheads="1"/>
          </p:cNvSpPr>
          <p:nvPr/>
        </p:nvSpPr>
        <p:spPr bwMode="auto">
          <a:xfrm>
            <a:off x="8306744" y="4338777"/>
            <a:ext cx="2951806" cy="112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marL="285750" indent="-285750" algn="l">
              <a:lnSpc>
                <a:spcPct val="120000"/>
              </a:lnSpc>
              <a:buFont typeface="Arial" panose="020B0604020202020204" pitchFamily="34" charset="0"/>
              <a:buChar char="•"/>
            </a:pPr>
            <a:r>
              <a:rPr lang="en-US" altLang="zh-CN" sz="1400">
                <a:solidFill>
                  <a:schemeClr val="tx1">
                    <a:lumMod val="75000"/>
                    <a:lumOff val="25000"/>
                  </a:schemeClr>
                </a:solidFill>
                <a:latin typeface="汉仪君黑-45简" panose="020B0604020202020204" charset="-122"/>
                <a:ea typeface="汉仪君黑-45简" panose="020B0604020202020204" charset="-122"/>
                <a:sym typeface="汉仪君黑-45简" panose="020B0604020202020204" charset="-122"/>
              </a:rPr>
              <a:t>面试官会给面试者提供机会，让他们就公司和职位有关的任何问题发表意见，同时也会回答面试者的问题。</a:t>
            </a:r>
            <a:endParaRPr lang="en-US" altLang="zh-CN" sz="1400" dirty="0">
              <a:solidFill>
                <a:schemeClr val="tx1">
                  <a:lumMod val="75000"/>
                  <a:lumOff val="25000"/>
                </a:schemeClr>
              </a:solidFill>
              <a:latin typeface="汉仪君黑-45简" panose="020B0604020202020204" charset="-122"/>
              <a:ea typeface="汉仪君黑-45简" panose="020B0604020202020204" charset="-122"/>
              <a:cs typeface="+mn-ea"/>
              <a:sym typeface="汉仪君黑-45简" panose="020B0604020202020204" charset="-122"/>
            </a:endParaRPr>
          </a:p>
        </p:txBody>
      </p:sp>
      <p:sp>
        <p:nvSpPr>
          <p:cNvPr id="15" name="文本框 14"/>
          <p:cNvSpPr txBox="1">
            <a:spLocks noChangeArrowheads="1"/>
          </p:cNvSpPr>
          <p:nvPr/>
        </p:nvSpPr>
        <p:spPr bwMode="auto">
          <a:xfrm>
            <a:off x="4794559" y="1728726"/>
            <a:ext cx="211714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zh-CN" altLang="en-US" sz="2000" dirty="0">
                <a:solidFill>
                  <a:srgbClr val="E0836A"/>
                </a:solidFill>
                <a:latin typeface="汉仪君黑-45简" panose="020B0604020202020204" charset="-122"/>
                <a:ea typeface="汉仪君黑-45简" panose="020B0604020202020204" charset="-122"/>
                <a:cs typeface="+mn-ea"/>
                <a:sym typeface="+mn-lt"/>
              </a:rPr>
              <a:t>前期准备</a:t>
            </a:r>
            <a:endParaRPr lang="zh-CN" altLang="en-US" sz="2000" dirty="0">
              <a:solidFill>
                <a:srgbClr val="E0836A"/>
              </a:solidFill>
              <a:latin typeface="汉仪君黑-45简" panose="020B0604020202020204" charset="-122"/>
              <a:ea typeface="汉仪君黑-45简" panose="020B0604020202020204" charset="-122"/>
              <a:cs typeface="+mn-ea"/>
              <a:sym typeface="+mn-lt"/>
            </a:endParaRPr>
          </a:p>
        </p:txBody>
      </p:sp>
      <p:sp>
        <p:nvSpPr>
          <p:cNvPr id="16" name="文本框 15"/>
          <p:cNvSpPr txBox="1">
            <a:spLocks noChangeArrowheads="1"/>
          </p:cNvSpPr>
          <p:nvPr/>
        </p:nvSpPr>
        <p:spPr bwMode="auto">
          <a:xfrm>
            <a:off x="4793924" y="2150429"/>
            <a:ext cx="2951806"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marL="285750" indent="-285750">
              <a:lnSpc>
                <a:spcPct val="150000"/>
              </a:lnSpc>
              <a:buFont typeface="Arial" panose="020B0604020202020204" pitchFamily="34" charset="0"/>
              <a:buChar char="•"/>
            </a:pPr>
            <a:r>
              <a:rPr lang="en-US" altLang="zh-CN" sz="1400">
                <a:solidFill>
                  <a:schemeClr val="tx1">
                    <a:lumMod val="75000"/>
                    <a:lumOff val="25000"/>
                  </a:schemeClr>
                </a:solidFill>
                <a:latin typeface="汉仪君黑-45简" panose="020B0604020202020204" charset="-122"/>
                <a:ea typeface="汉仪君黑-45简" panose="020B0604020202020204" charset="-122"/>
                <a:sym typeface="汉仪君黑-45简" panose="020B0604020202020204" charset="-122"/>
              </a:rPr>
              <a:t>确定面试时间、地点和人员安排，确认面试官的职位和需求，准备面试所需的资料和场地。</a:t>
            </a:r>
            <a:endParaRPr lang="en-US" altLang="zh-CN" sz="1400" dirty="0">
              <a:solidFill>
                <a:schemeClr val="tx1">
                  <a:lumMod val="75000"/>
                  <a:lumOff val="25000"/>
                </a:schemeClr>
              </a:solidFill>
              <a:latin typeface="汉仪君黑-45简" panose="020B0604020202020204" charset="-122"/>
              <a:ea typeface="汉仪君黑-45简" panose="020B0604020202020204" charset="-122"/>
              <a:cs typeface="+mn-ea"/>
              <a:sym typeface="汉仪君黑-45简" panose="020B0604020202020204" charset="-122"/>
            </a:endParaRPr>
          </a:p>
        </p:txBody>
      </p:sp>
      <p:sp>
        <p:nvSpPr>
          <p:cNvPr id="13" name="文本框 12"/>
          <p:cNvSpPr txBox="1">
            <a:spLocks noChangeArrowheads="1"/>
          </p:cNvSpPr>
          <p:nvPr/>
        </p:nvSpPr>
        <p:spPr bwMode="auto">
          <a:xfrm>
            <a:off x="4793615" y="3917315"/>
            <a:ext cx="244030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zh-CN" altLang="en-US" sz="2000" dirty="0">
                <a:solidFill>
                  <a:srgbClr val="E0836A"/>
                </a:solidFill>
                <a:latin typeface="汉仪君黑-45简" panose="020B0604020202020204" charset="-122"/>
                <a:ea typeface="汉仪君黑-45简" panose="020B0604020202020204" charset="-122"/>
                <a:cs typeface="汉仪君黑-45简" panose="020B0604020202020204" charset="-122"/>
                <a:sym typeface="+mn-lt"/>
              </a:rPr>
              <a:t>技能测试</a:t>
            </a:r>
            <a:r>
              <a:rPr lang="en-US" altLang="zh-CN" sz="2000" dirty="0">
                <a:solidFill>
                  <a:srgbClr val="E0836A"/>
                </a:solidFill>
                <a:latin typeface="汉仪君黑-45简" panose="020B0604020202020204" charset="-122"/>
                <a:ea typeface="汉仪君黑-45简" panose="020B0604020202020204" charset="-122"/>
                <a:cs typeface="汉仪君黑-45简" panose="020B0604020202020204" charset="-122"/>
                <a:sym typeface="+mn-lt"/>
              </a:rPr>
              <a:t>-</a:t>
            </a:r>
            <a:r>
              <a:rPr lang="zh-CN" altLang="en-US" sz="2000" dirty="0">
                <a:solidFill>
                  <a:srgbClr val="E0836A"/>
                </a:solidFill>
                <a:latin typeface="汉仪君黑-45简" panose="020B0604020202020204" charset="-122"/>
                <a:ea typeface="汉仪君黑-45简" panose="020B0604020202020204" charset="-122"/>
                <a:cs typeface="汉仪君黑-45简" panose="020B0604020202020204" charset="-122"/>
                <a:sym typeface="+mn-lt"/>
              </a:rPr>
              <a:t>情景演练</a:t>
            </a:r>
            <a:endParaRPr lang="zh-CN" altLang="en-US" sz="2000" dirty="0">
              <a:solidFill>
                <a:srgbClr val="E0836A"/>
              </a:solidFill>
              <a:latin typeface="汉仪君黑-45简" panose="020B0604020202020204" charset="-122"/>
              <a:ea typeface="汉仪君黑-45简" panose="020B0604020202020204" charset="-122"/>
              <a:cs typeface="汉仪君黑-45简" panose="020B0604020202020204" charset="-122"/>
              <a:sym typeface="+mn-lt"/>
            </a:endParaRPr>
          </a:p>
        </p:txBody>
      </p:sp>
      <p:sp>
        <p:nvSpPr>
          <p:cNvPr id="14" name="文本框 13"/>
          <p:cNvSpPr txBox="1">
            <a:spLocks noChangeArrowheads="1"/>
          </p:cNvSpPr>
          <p:nvPr/>
        </p:nvSpPr>
        <p:spPr bwMode="auto">
          <a:xfrm>
            <a:off x="4793924" y="4338777"/>
            <a:ext cx="2951806"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marL="285750" indent="-285750" algn="l">
              <a:lnSpc>
                <a:spcPct val="120000"/>
              </a:lnSpc>
              <a:buFont typeface="Arial" panose="020B0604020202020204" pitchFamily="34" charset="0"/>
              <a:buChar char="•"/>
            </a:pPr>
            <a:r>
              <a:rPr lang="en-US" altLang="zh-CN" sz="1400">
                <a:solidFill>
                  <a:schemeClr val="tx1">
                    <a:lumMod val="75000"/>
                    <a:lumOff val="25000"/>
                  </a:schemeClr>
                </a:solidFill>
                <a:latin typeface="汉仪君黑-45简" panose="020B0604020202020204" charset="-122"/>
                <a:ea typeface="汉仪君黑-45简" panose="020B0604020202020204" charset="-122"/>
                <a:sym typeface="汉仪君黑-45简" panose="020B0604020202020204" charset="-122"/>
              </a:rPr>
              <a:t>业务职位，需要进行技能测试。这种测试可以是书面或口头形式。</a:t>
            </a:r>
            <a:endParaRPr lang="en-US" altLang="zh-CN" sz="1400">
              <a:solidFill>
                <a:schemeClr val="tx1">
                  <a:lumMod val="75000"/>
                  <a:lumOff val="25000"/>
                </a:schemeClr>
              </a:solidFill>
              <a:latin typeface="汉仪君黑-45简" panose="020B0604020202020204" charset="-122"/>
              <a:ea typeface="汉仪君黑-45简" panose="020B0604020202020204" charset="-122"/>
              <a:sym typeface="汉仪君黑-45简" panose="020B0604020202020204" charset="-122"/>
            </a:endParaRPr>
          </a:p>
          <a:p>
            <a:pPr marL="285750" indent="-285750" algn="l">
              <a:lnSpc>
                <a:spcPct val="120000"/>
              </a:lnSpc>
              <a:buFont typeface="Arial" panose="020B0604020202020204" pitchFamily="34" charset="0"/>
              <a:buChar char="•"/>
            </a:pPr>
            <a:r>
              <a:rPr lang="en-US" altLang="zh-CN" sz="1400">
                <a:solidFill>
                  <a:schemeClr val="tx1">
                    <a:lumMod val="75000"/>
                    <a:lumOff val="25000"/>
                  </a:schemeClr>
                </a:solidFill>
                <a:latin typeface="汉仪君黑-45简" panose="020B0604020202020204" charset="-122"/>
                <a:ea typeface="汉仪君黑-45简" panose="020B0604020202020204" charset="-122"/>
                <a:sym typeface="汉仪君黑-45简" panose="020B0604020202020204" charset="-122"/>
              </a:rPr>
              <a:t>面试官可能让面试者进入某些情境并进行模拟演练以测试他们的应变能力和沟通能力。</a:t>
            </a:r>
            <a:endParaRPr lang="zh-CN" altLang="en-US" sz="1400" dirty="0">
              <a:solidFill>
                <a:srgbClr val="0D0D0D"/>
              </a:solidFill>
              <a:latin typeface="汉仪君黑-45简" panose="020B0604020202020204" charset="-122"/>
              <a:ea typeface="汉仪君黑-45简" panose="020B0604020202020204" charset="-122"/>
              <a:cs typeface="+mn-ea"/>
              <a:sym typeface="+mn-lt"/>
            </a:endParaRPr>
          </a:p>
        </p:txBody>
      </p:sp>
      <p:sp>
        <p:nvSpPr>
          <p:cNvPr id="29" name="任意多边形: 形状 28"/>
          <p:cNvSpPr/>
          <p:nvPr/>
        </p:nvSpPr>
        <p:spPr>
          <a:xfrm>
            <a:off x="933450" y="2058690"/>
            <a:ext cx="1617002" cy="1617002"/>
          </a:xfrm>
          <a:custGeom>
            <a:avLst/>
            <a:gdLst>
              <a:gd name="connsiteX0" fmla="*/ 457200 w 914400"/>
              <a:gd name="connsiteY0" fmla="*/ 0 h 914400"/>
              <a:gd name="connsiteX1" fmla="*/ 914400 w 914400"/>
              <a:gd name="connsiteY1" fmla="*/ 457200 h 914400"/>
              <a:gd name="connsiteX2" fmla="*/ 914400 w 914400"/>
              <a:gd name="connsiteY2" fmla="*/ 914400 h 914400"/>
              <a:gd name="connsiteX3" fmla="*/ 457200 w 914400"/>
              <a:gd name="connsiteY3" fmla="*/ 914400 h 914400"/>
              <a:gd name="connsiteX4" fmla="*/ 0 w 914400"/>
              <a:gd name="connsiteY4" fmla="*/ 457200 h 914400"/>
              <a:gd name="connsiteX5" fmla="*/ 457200 w 914400"/>
              <a:gd name="connsiteY5"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457200" y="0"/>
                </a:moveTo>
                <a:cubicBezTo>
                  <a:pt x="709705" y="0"/>
                  <a:pt x="914400" y="204695"/>
                  <a:pt x="914400" y="457200"/>
                </a:cubicBezTo>
                <a:lnTo>
                  <a:pt x="914400" y="914400"/>
                </a:lnTo>
                <a:lnTo>
                  <a:pt x="457200" y="914400"/>
                </a:lnTo>
                <a:cubicBezTo>
                  <a:pt x="204695" y="914400"/>
                  <a:pt x="0" y="709705"/>
                  <a:pt x="0" y="457200"/>
                </a:cubicBezTo>
                <a:cubicBezTo>
                  <a:pt x="0" y="204695"/>
                  <a:pt x="204695" y="0"/>
                  <a:pt x="457200" y="0"/>
                </a:cubicBez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0" name="任意多边形: 形状 29"/>
          <p:cNvSpPr/>
          <p:nvPr/>
        </p:nvSpPr>
        <p:spPr>
          <a:xfrm>
            <a:off x="2615908" y="2058690"/>
            <a:ext cx="1617002" cy="1617002"/>
          </a:xfrm>
          <a:custGeom>
            <a:avLst/>
            <a:gdLst>
              <a:gd name="connsiteX0" fmla="*/ 457200 w 914400"/>
              <a:gd name="connsiteY0" fmla="*/ 0 h 914400"/>
              <a:gd name="connsiteX1" fmla="*/ 914400 w 914400"/>
              <a:gd name="connsiteY1" fmla="*/ 457200 h 914400"/>
              <a:gd name="connsiteX2" fmla="*/ 457200 w 914400"/>
              <a:gd name="connsiteY2" fmla="*/ 914400 h 914400"/>
              <a:gd name="connsiteX3" fmla="*/ 0 w 914400"/>
              <a:gd name="connsiteY3" fmla="*/ 914400 h 914400"/>
              <a:gd name="connsiteX4" fmla="*/ 0 w 914400"/>
              <a:gd name="connsiteY4" fmla="*/ 457200 h 914400"/>
              <a:gd name="connsiteX5" fmla="*/ 457200 w 914400"/>
              <a:gd name="connsiteY5"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457200" y="0"/>
                </a:moveTo>
                <a:cubicBezTo>
                  <a:pt x="709705" y="0"/>
                  <a:pt x="914400" y="204695"/>
                  <a:pt x="914400" y="457200"/>
                </a:cubicBezTo>
                <a:cubicBezTo>
                  <a:pt x="914400" y="709705"/>
                  <a:pt x="709705" y="914400"/>
                  <a:pt x="457200" y="914400"/>
                </a:cubicBezTo>
                <a:lnTo>
                  <a:pt x="0" y="914400"/>
                </a:lnTo>
                <a:lnTo>
                  <a:pt x="0" y="457200"/>
                </a:lnTo>
                <a:cubicBezTo>
                  <a:pt x="0" y="204695"/>
                  <a:pt x="204695" y="0"/>
                  <a:pt x="457200" y="0"/>
                </a:cubicBez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1" name="任意多边形: 形状 30"/>
          <p:cNvSpPr/>
          <p:nvPr/>
        </p:nvSpPr>
        <p:spPr>
          <a:xfrm>
            <a:off x="933450" y="3740193"/>
            <a:ext cx="1617002" cy="1617002"/>
          </a:xfrm>
          <a:custGeom>
            <a:avLst/>
            <a:gdLst>
              <a:gd name="connsiteX0" fmla="*/ 457200 w 914400"/>
              <a:gd name="connsiteY0" fmla="*/ 0 h 914400"/>
              <a:gd name="connsiteX1" fmla="*/ 9144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5" fmla="*/ 457200 w 914400"/>
              <a:gd name="connsiteY5"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457200" y="0"/>
                </a:moveTo>
                <a:lnTo>
                  <a:pt x="914400" y="0"/>
                </a:lnTo>
                <a:lnTo>
                  <a:pt x="914400" y="457200"/>
                </a:lnTo>
                <a:cubicBezTo>
                  <a:pt x="914400" y="709705"/>
                  <a:pt x="709705" y="914400"/>
                  <a:pt x="457200" y="914400"/>
                </a:cubicBezTo>
                <a:cubicBezTo>
                  <a:pt x="204695" y="914400"/>
                  <a:pt x="0" y="709705"/>
                  <a:pt x="0" y="457200"/>
                </a:cubicBezTo>
                <a:cubicBezTo>
                  <a:pt x="0" y="204695"/>
                  <a:pt x="204695" y="0"/>
                  <a:pt x="457200" y="0"/>
                </a:cubicBez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2" name="任意多边形: 形状 31"/>
          <p:cNvSpPr/>
          <p:nvPr/>
        </p:nvSpPr>
        <p:spPr>
          <a:xfrm>
            <a:off x="2615908" y="3740193"/>
            <a:ext cx="1617002" cy="1617002"/>
          </a:xfrm>
          <a:custGeom>
            <a:avLst/>
            <a:gdLst>
              <a:gd name="connsiteX0" fmla="*/ 0 w 914400"/>
              <a:gd name="connsiteY0" fmla="*/ 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5" fmla="*/ 0 w 914400"/>
              <a:gd name="connsiteY5"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cubicBezTo>
                  <a:pt x="709705" y="0"/>
                  <a:pt x="914400" y="204695"/>
                  <a:pt x="914400" y="457200"/>
                </a:cubicBezTo>
                <a:cubicBezTo>
                  <a:pt x="914400" y="709705"/>
                  <a:pt x="709705" y="914400"/>
                  <a:pt x="457200" y="914400"/>
                </a:cubicBezTo>
                <a:cubicBezTo>
                  <a:pt x="204695" y="914400"/>
                  <a:pt x="0" y="709705"/>
                  <a:pt x="0" y="457200"/>
                </a:cubicBezTo>
                <a:lnTo>
                  <a:pt x="0" y="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6" name="任意多边形: 形状 25"/>
          <p:cNvSpPr/>
          <p:nvPr/>
        </p:nvSpPr>
        <p:spPr>
          <a:xfrm>
            <a:off x="1650273" y="2775305"/>
            <a:ext cx="914400" cy="914400"/>
          </a:xfrm>
          <a:custGeom>
            <a:avLst/>
            <a:gdLst>
              <a:gd name="connsiteX0" fmla="*/ 457200 w 914400"/>
              <a:gd name="connsiteY0" fmla="*/ 0 h 914400"/>
              <a:gd name="connsiteX1" fmla="*/ 914400 w 914400"/>
              <a:gd name="connsiteY1" fmla="*/ 457200 h 914400"/>
              <a:gd name="connsiteX2" fmla="*/ 914400 w 914400"/>
              <a:gd name="connsiteY2" fmla="*/ 914400 h 914400"/>
              <a:gd name="connsiteX3" fmla="*/ 457200 w 914400"/>
              <a:gd name="connsiteY3" fmla="*/ 914400 h 914400"/>
              <a:gd name="connsiteX4" fmla="*/ 0 w 914400"/>
              <a:gd name="connsiteY4" fmla="*/ 457200 h 914400"/>
              <a:gd name="connsiteX5" fmla="*/ 457200 w 914400"/>
              <a:gd name="connsiteY5"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457200" y="0"/>
                </a:moveTo>
                <a:cubicBezTo>
                  <a:pt x="709705" y="0"/>
                  <a:pt x="914400" y="204695"/>
                  <a:pt x="914400" y="457200"/>
                </a:cubicBezTo>
                <a:lnTo>
                  <a:pt x="914400" y="914400"/>
                </a:lnTo>
                <a:lnTo>
                  <a:pt x="457200" y="914400"/>
                </a:lnTo>
                <a:cubicBezTo>
                  <a:pt x="204695" y="914400"/>
                  <a:pt x="0" y="709705"/>
                  <a:pt x="0" y="457200"/>
                </a:cubicBezTo>
                <a:cubicBezTo>
                  <a:pt x="0" y="204695"/>
                  <a:pt x="204695" y="0"/>
                  <a:pt x="457200" y="0"/>
                </a:cubicBez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2800" dirty="0">
                <a:latin typeface="汉仪君黑-45简" panose="020B0604020202020204" charset="-122"/>
                <a:ea typeface="汉仪君黑-45简" panose="020B0604020202020204" charset="-122"/>
                <a:cs typeface="+mn-ea"/>
                <a:sym typeface="+mn-lt"/>
              </a:rPr>
              <a:t>S</a:t>
            </a:r>
            <a:endParaRPr lang="en-US" altLang="zh-CN" sz="2800" dirty="0">
              <a:latin typeface="汉仪君黑-45简" panose="020B0604020202020204" charset="-122"/>
              <a:ea typeface="汉仪君黑-45简" panose="020B0604020202020204" charset="-122"/>
              <a:cs typeface="+mn-ea"/>
              <a:sym typeface="+mn-lt"/>
            </a:endParaRPr>
          </a:p>
        </p:txBody>
      </p:sp>
      <p:sp>
        <p:nvSpPr>
          <p:cNvPr id="25" name="任意多边形: 形状 24"/>
          <p:cNvSpPr/>
          <p:nvPr/>
        </p:nvSpPr>
        <p:spPr>
          <a:xfrm>
            <a:off x="2601688" y="2775305"/>
            <a:ext cx="914400" cy="914400"/>
          </a:xfrm>
          <a:custGeom>
            <a:avLst/>
            <a:gdLst>
              <a:gd name="connsiteX0" fmla="*/ 457200 w 914400"/>
              <a:gd name="connsiteY0" fmla="*/ 0 h 914400"/>
              <a:gd name="connsiteX1" fmla="*/ 914400 w 914400"/>
              <a:gd name="connsiteY1" fmla="*/ 457200 h 914400"/>
              <a:gd name="connsiteX2" fmla="*/ 457200 w 914400"/>
              <a:gd name="connsiteY2" fmla="*/ 914400 h 914400"/>
              <a:gd name="connsiteX3" fmla="*/ 0 w 914400"/>
              <a:gd name="connsiteY3" fmla="*/ 914400 h 914400"/>
              <a:gd name="connsiteX4" fmla="*/ 0 w 914400"/>
              <a:gd name="connsiteY4" fmla="*/ 457200 h 914400"/>
              <a:gd name="connsiteX5" fmla="*/ 457200 w 914400"/>
              <a:gd name="connsiteY5"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457200" y="0"/>
                </a:moveTo>
                <a:cubicBezTo>
                  <a:pt x="709705" y="0"/>
                  <a:pt x="914400" y="204695"/>
                  <a:pt x="914400" y="457200"/>
                </a:cubicBezTo>
                <a:cubicBezTo>
                  <a:pt x="914400" y="709705"/>
                  <a:pt x="709705" y="914400"/>
                  <a:pt x="457200" y="914400"/>
                </a:cubicBezTo>
                <a:lnTo>
                  <a:pt x="0" y="914400"/>
                </a:lnTo>
                <a:lnTo>
                  <a:pt x="0" y="457200"/>
                </a:lnTo>
                <a:cubicBezTo>
                  <a:pt x="0" y="204695"/>
                  <a:pt x="204695" y="0"/>
                  <a:pt x="457200" y="0"/>
                </a:cubicBez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2800" dirty="0">
                <a:latin typeface="汉仪君黑-45简" panose="020B0604020202020204" charset="-122"/>
                <a:ea typeface="汉仪君黑-45简" panose="020B0604020202020204" charset="-122"/>
                <a:cs typeface="+mn-ea"/>
                <a:sym typeface="+mn-lt"/>
              </a:rPr>
              <a:t>W</a:t>
            </a:r>
            <a:endParaRPr lang="en-US" altLang="zh-CN" sz="2800" dirty="0">
              <a:latin typeface="汉仪君黑-45简" panose="020B0604020202020204" charset="-122"/>
              <a:ea typeface="汉仪君黑-45简" panose="020B0604020202020204" charset="-122"/>
              <a:cs typeface="+mn-ea"/>
              <a:sym typeface="+mn-lt"/>
            </a:endParaRPr>
          </a:p>
        </p:txBody>
      </p:sp>
      <p:sp>
        <p:nvSpPr>
          <p:cNvPr id="24" name="任意多边形: 形状 23"/>
          <p:cNvSpPr/>
          <p:nvPr/>
        </p:nvSpPr>
        <p:spPr>
          <a:xfrm>
            <a:off x="1650273" y="3726180"/>
            <a:ext cx="914400" cy="914400"/>
          </a:xfrm>
          <a:custGeom>
            <a:avLst/>
            <a:gdLst>
              <a:gd name="connsiteX0" fmla="*/ 457200 w 914400"/>
              <a:gd name="connsiteY0" fmla="*/ 0 h 914400"/>
              <a:gd name="connsiteX1" fmla="*/ 9144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5" fmla="*/ 457200 w 914400"/>
              <a:gd name="connsiteY5"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457200" y="0"/>
                </a:moveTo>
                <a:lnTo>
                  <a:pt x="914400" y="0"/>
                </a:lnTo>
                <a:lnTo>
                  <a:pt x="914400" y="457200"/>
                </a:lnTo>
                <a:cubicBezTo>
                  <a:pt x="914400" y="709705"/>
                  <a:pt x="709705" y="914400"/>
                  <a:pt x="457200" y="914400"/>
                </a:cubicBezTo>
                <a:cubicBezTo>
                  <a:pt x="204695" y="914400"/>
                  <a:pt x="0" y="709705"/>
                  <a:pt x="0" y="457200"/>
                </a:cubicBezTo>
                <a:cubicBezTo>
                  <a:pt x="0" y="204695"/>
                  <a:pt x="204695" y="0"/>
                  <a:pt x="457200" y="0"/>
                </a:cubicBez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2800" dirty="0">
                <a:latin typeface="汉仪君黑-45简" panose="020B0604020202020204" charset="-122"/>
                <a:ea typeface="汉仪君黑-45简" panose="020B0604020202020204" charset="-122"/>
                <a:cs typeface="+mn-ea"/>
                <a:sym typeface="+mn-lt"/>
              </a:rPr>
              <a:t>O</a:t>
            </a:r>
            <a:endParaRPr lang="en-US" altLang="zh-CN" sz="2800" dirty="0">
              <a:latin typeface="汉仪君黑-45简" panose="020B0604020202020204" charset="-122"/>
              <a:ea typeface="汉仪君黑-45简" panose="020B0604020202020204" charset="-122"/>
              <a:cs typeface="+mn-ea"/>
              <a:sym typeface="+mn-lt"/>
            </a:endParaRPr>
          </a:p>
        </p:txBody>
      </p:sp>
      <p:sp>
        <p:nvSpPr>
          <p:cNvPr id="23" name="任意多边形: 形状 22"/>
          <p:cNvSpPr/>
          <p:nvPr/>
        </p:nvSpPr>
        <p:spPr>
          <a:xfrm>
            <a:off x="2601688" y="3726180"/>
            <a:ext cx="914400" cy="914400"/>
          </a:xfrm>
          <a:custGeom>
            <a:avLst/>
            <a:gdLst>
              <a:gd name="connsiteX0" fmla="*/ 0 w 914400"/>
              <a:gd name="connsiteY0" fmla="*/ 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5" fmla="*/ 0 w 914400"/>
              <a:gd name="connsiteY5"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cubicBezTo>
                  <a:pt x="709705" y="0"/>
                  <a:pt x="914400" y="204695"/>
                  <a:pt x="914400" y="457200"/>
                </a:cubicBezTo>
                <a:cubicBezTo>
                  <a:pt x="914400" y="709705"/>
                  <a:pt x="709705" y="914400"/>
                  <a:pt x="457200" y="914400"/>
                </a:cubicBezTo>
                <a:cubicBezTo>
                  <a:pt x="204695" y="914400"/>
                  <a:pt x="0" y="709705"/>
                  <a:pt x="0" y="457200"/>
                </a:cubicBezTo>
                <a:lnTo>
                  <a:pt x="0" y="0"/>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2800" dirty="0">
                <a:latin typeface="汉仪君黑-45简" panose="020B0604020202020204" charset="-122"/>
                <a:ea typeface="汉仪君黑-45简" panose="020B0604020202020204" charset="-122"/>
                <a:cs typeface="+mn-ea"/>
                <a:sym typeface="+mn-lt"/>
              </a:rPr>
              <a:t>T</a:t>
            </a:r>
            <a:endParaRPr lang="en-US" altLang="zh-CN" sz="2800" dirty="0">
              <a:latin typeface="汉仪君黑-45简" panose="020B0604020202020204" charset="-122"/>
              <a:ea typeface="汉仪君黑-45简" panose="020B0604020202020204" charset="-122"/>
              <a:cs typeface="+mn-ea"/>
              <a:sym typeface="+mn-lt"/>
            </a:endParaRPr>
          </a:p>
        </p:txBody>
      </p:sp>
      <p:grpSp>
        <p:nvGrpSpPr>
          <p:cNvPr id="18" name="组合 17"/>
          <p:cNvGrpSpPr/>
          <p:nvPr/>
        </p:nvGrpSpPr>
        <p:grpSpPr>
          <a:xfrm>
            <a:off x="0" y="6401399"/>
            <a:ext cx="1933184" cy="456601"/>
            <a:chOff x="5813" y="5507421"/>
            <a:chExt cx="7708780" cy="1350579"/>
          </a:xfrm>
        </p:grpSpPr>
        <p:sp>
          <p:nvSpPr>
            <p:cNvPr id="19" name="等腰三角形 18"/>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0" name="等腰三角形 19"/>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1" name="组合 20"/>
          <p:cNvGrpSpPr/>
          <p:nvPr/>
        </p:nvGrpSpPr>
        <p:grpSpPr>
          <a:xfrm>
            <a:off x="10258816" y="-14340"/>
            <a:ext cx="1933184" cy="456601"/>
            <a:chOff x="1717902" y="-14340"/>
            <a:chExt cx="10474098" cy="2473890"/>
          </a:xfrm>
        </p:grpSpPr>
        <p:sp>
          <p:nvSpPr>
            <p:cNvPr id="22" name="任意多边形: 形状 21"/>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7" name="任意多边形: 形状 26"/>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8" name="组合 27"/>
          <p:cNvGrpSpPr/>
          <p:nvPr/>
        </p:nvGrpSpPr>
        <p:grpSpPr>
          <a:xfrm>
            <a:off x="0" y="138059"/>
            <a:ext cx="321733" cy="810207"/>
            <a:chOff x="-79079" y="0"/>
            <a:chExt cx="530352" cy="1060704"/>
          </a:xfrm>
        </p:grpSpPr>
        <p:sp>
          <p:nvSpPr>
            <p:cNvPr id="33" name="任意多边形: 形状 32"/>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4" name="任意多边形: 形状 33"/>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5" name="文本框 34"/>
          <p:cNvSpPr txBox="1"/>
          <p:nvPr/>
        </p:nvSpPr>
        <p:spPr>
          <a:xfrm>
            <a:off x="321733" y="281552"/>
            <a:ext cx="2912534" cy="521970"/>
          </a:xfrm>
          <a:prstGeom prst="rect">
            <a:avLst/>
          </a:prstGeom>
          <a:noFill/>
        </p:spPr>
        <p:txBody>
          <a:bodyPr wrap="square" rtlCol="0">
            <a:spAutoFit/>
          </a:body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面试流程</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0" y="6401399"/>
            <a:ext cx="1933184" cy="456601"/>
            <a:chOff x="5813" y="5507421"/>
            <a:chExt cx="7708780" cy="1350579"/>
          </a:xfrm>
        </p:grpSpPr>
        <p:sp>
          <p:nvSpPr>
            <p:cNvPr id="18" name="等腰三角形 17"/>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0" name="等腰三角形 19"/>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2" name="组合 21"/>
          <p:cNvGrpSpPr/>
          <p:nvPr/>
        </p:nvGrpSpPr>
        <p:grpSpPr>
          <a:xfrm>
            <a:off x="10258816" y="-14340"/>
            <a:ext cx="1933184" cy="456601"/>
            <a:chOff x="1717902" y="-14340"/>
            <a:chExt cx="10474098" cy="2473890"/>
          </a:xfrm>
        </p:grpSpPr>
        <p:sp>
          <p:nvSpPr>
            <p:cNvPr id="26" name="任意多边形: 形状 25"/>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7" name="任意多边形: 形状 26"/>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8" name="组合 27"/>
          <p:cNvGrpSpPr/>
          <p:nvPr/>
        </p:nvGrpSpPr>
        <p:grpSpPr>
          <a:xfrm>
            <a:off x="0" y="138059"/>
            <a:ext cx="321733" cy="810207"/>
            <a:chOff x="-79079" y="0"/>
            <a:chExt cx="530352" cy="1060704"/>
          </a:xfrm>
        </p:grpSpPr>
        <p:sp>
          <p:nvSpPr>
            <p:cNvPr id="29" name="任意多边形: 形状 28"/>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0" name="任意多边形: 形状 29"/>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1" name="文本框 30"/>
          <p:cNvSpPr txBox="1"/>
          <p:nvPr/>
        </p:nvSpPr>
        <p:spPr>
          <a:xfrm>
            <a:off x="321733" y="281552"/>
            <a:ext cx="2912534" cy="521970"/>
          </a:xfrm>
          <a:prstGeom prst="rect">
            <a:avLst/>
          </a:prstGeom>
          <a:noFill/>
        </p:spPr>
        <p:txBody>
          <a:bodyPr wrap="square" rtlCol="0">
            <a:spAutoFit/>
          </a:body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结构化面试</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3" name="矩形 2"/>
          <p:cNvSpPr/>
          <p:nvPr>
            <p:custDataLst>
              <p:tags r:id="rId1"/>
            </p:custDataLst>
          </p:nvPr>
        </p:nvSpPr>
        <p:spPr>
          <a:xfrm>
            <a:off x="151765" y="1508125"/>
            <a:ext cx="4358005" cy="4477385"/>
          </a:xfrm>
          <a:prstGeom prst="rect">
            <a:avLst/>
          </a:prstGeom>
          <a:solidFill>
            <a:srgbClr val="E0836A"/>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4" name="椭圆 3"/>
          <p:cNvSpPr/>
          <p:nvPr>
            <p:custDataLst>
              <p:tags r:id="rId2"/>
            </p:custDataLst>
          </p:nvPr>
        </p:nvSpPr>
        <p:spPr>
          <a:xfrm>
            <a:off x="5049172" y="958934"/>
            <a:ext cx="439548" cy="439548"/>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735" dirty="0">
                <a:latin typeface="汉仪君黑-45简" panose="020B0604020202020204" charset="-122"/>
                <a:ea typeface="汉仪君黑-45简" panose="020B0604020202020204" charset="-122"/>
                <a:cs typeface="+mn-ea"/>
                <a:sym typeface="+mn-lt"/>
              </a:rPr>
              <a:t>1</a:t>
            </a:r>
            <a:endParaRPr lang="en-US" altLang="zh-CN" sz="1735" dirty="0">
              <a:latin typeface="汉仪君黑-45简" panose="020B0604020202020204" charset="-122"/>
              <a:ea typeface="汉仪君黑-45简" panose="020B0604020202020204" charset="-122"/>
              <a:cs typeface="+mn-ea"/>
              <a:sym typeface="+mn-lt"/>
            </a:endParaRPr>
          </a:p>
        </p:txBody>
      </p:sp>
      <p:sp>
        <p:nvSpPr>
          <p:cNvPr id="13" name="文本框 12"/>
          <p:cNvSpPr txBox="1">
            <a:spLocks noChangeArrowheads="1"/>
          </p:cNvSpPr>
          <p:nvPr>
            <p:custDataLst>
              <p:tags r:id="rId3"/>
            </p:custDataLst>
          </p:nvPr>
        </p:nvSpPr>
        <p:spPr bwMode="auto">
          <a:xfrm>
            <a:off x="5665470" y="855980"/>
            <a:ext cx="2287905" cy="313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制定问题列表</a:t>
            </a:r>
            <a:endParaRPr lang="zh-CN" altLang="en-US" sz="16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a:p>
            <a:pPr eaLnBrk="1" hangingPunct="1"/>
            <a:endParaRPr lang="zh-CN" altLang="en-US" sz="1600" b="1" dirty="0">
              <a:solidFill>
                <a:schemeClr val="accent2">
                  <a:lumMod val="75000"/>
                </a:schemeClr>
              </a:solidFill>
              <a:latin typeface="汉仪君黑-45简" panose="020B0604020202020204" charset="-122"/>
              <a:ea typeface="汉仪君黑-45简" panose="020B0604020202020204" charset="-122"/>
              <a:cs typeface="+mn-ea"/>
              <a:sym typeface="汉仪君黑-45简" panose="020B0604020202020204" charset="-122"/>
            </a:endParaRPr>
          </a:p>
        </p:txBody>
      </p:sp>
      <p:sp>
        <p:nvSpPr>
          <p:cNvPr id="15" name="文本框 14"/>
          <p:cNvSpPr txBox="1">
            <a:spLocks noChangeArrowheads="1"/>
          </p:cNvSpPr>
          <p:nvPr>
            <p:custDataLst>
              <p:tags r:id="rId4"/>
            </p:custDataLst>
          </p:nvPr>
        </p:nvSpPr>
        <p:spPr bwMode="auto">
          <a:xfrm>
            <a:off x="5716905" y="1209040"/>
            <a:ext cx="6212205" cy="764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10000"/>
              </a:lnSpc>
            </a:pPr>
            <a:r>
              <a:rPr lang="en-US" altLang="zh-CN" sz="1200" smtClean="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根据需要了解的关键能力和职业素养，制定问题列表。例如，对于市场拓展能力，可以询问应聘者对市场情况的判断、市场营销策略、渠道开发等；对于数据分析能力，可以询问应聘者对数据报表的分析理解、如何利用数据支持业务决策等。</a:t>
            </a:r>
            <a:endParaRPr lang="en-US" altLang="zh-CN" sz="1200" dirty="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9" name="椭圆 8"/>
          <p:cNvSpPr/>
          <p:nvPr>
            <p:custDataLst>
              <p:tags r:id="rId5"/>
            </p:custDataLst>
          </p:nvPr>
        </p:nvSpPr>
        <p:spPr>
          <a:xfrm>
            <a:off x="5041441" y="2206001"/>
            <a:ext cx="437339" cy="437339"/>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735" dirty="0">
                <a:latin typeface="汉仪君黑-45简" panose="020B0604020202020204" charset="-122"/>
                <a:ea typeface="汉仪君黑-45简" panose="020B0604020202020204" charset="-122"/>
                <a:cs typeface="+mn-ea"/>
                <a:sym typeface="+mn-lt"/>
              </a:rPr>
              <a:t>2</a:t>
            </a:r>
            <a:endParaRPr lang="en-US" altLang="zh-CN" sz="1735" dirty="0">
              <a:latin typeface="汉仪君黑-45简" panose="020B0604020202020204" charset="-122"/>
              <a:ea typeface="汉仪君黑-45简" panose="020B0604020202020204" charset="-122"/>
              <a:cs typeface="+mn-ea"/>
              <a:sym typeface="+mn-lt"/>
            </a:endParaRPr>
          </a:p>
        </p:txBody>
      </p:sp>
      <p:sp>
        <p:nvSpPr>
          <p:cNvPr id="21" name="文本框 20"/>
          <p:cNvSpPr txBox="1">
            <a:spLocks noChangeArrowheads="1"/>
          </p:cNvSpPr>
          <p:nvPr>
            <p:custDataLst>
              <p:tags r:id="rId6"/>
            </p:custDataLst>
          </p:nvPr>
        </p:nvSpPr>
        <p:spPr bwMode="auto">
          <a:xfrm>
            <a:off x="5689720" y="2122620"/>
            <a:ext cx="1715122" cy="30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确定答题标准</a:t>
            </a:r>
            <a:endParaRPr lang="zh-CN" altLang="en-US" sz="16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3" name="文本框 22"/>
          <p:cNvSpPr txBox="1">
            <a:spLocks noChangeArrowheads="1"/>
          </p:cNvSpPr>
          <p:nvPr>
            <p:custDataLst>
              <p:tags r:id="rId7"/>
            </p:custDataLst>
          </p:nvPr>
        </p:nvSpPr>
        <p:spPr bwMode="auto">
          <a:xfrm>
            <a:off x="5734050" y="2465070"/>
            <a:ext cx="6053455" cy="712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10000"/>
              </a:lnSpc>
            </a:pPr>
            <a:r>
              <a:rPr lang="zh-CN" altLang="en-US" sz="1200" smtClean="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针对答案可量化的问题</a:t>
            </a:r>
            <a:r>
              <a:rPr lang="en-US" altLang="zh-CN" sz="1200" smtClean="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制定答题标准，以便在评估应聘者答案时进行科学、公正的比较和评估。</a:t>
            </a:r>
            <a:r>
              <a:rPr lang="zh-CN" altLang="en-US" sz="1200" smtClean="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例如：广告的类型有哪些？例如：新品销售的前、中、后期三个阶段主要做哪些工作？</a:t>
            </a:r>
            <a:endParaRPr lang="zh-CN" altLang="en-US" sz="1200" dirty="0">
              <a:solidFill>
                <a:srgbClr val="0D0D0D"/>
              </a:solidFill>
              <a:latin typeface="汉仪君黑-45简" panose="020B0604020202020204" charset="-122"/>
              <a:ea typeface="汉仪君黑-45简" panose="020B0604020202020204" charset="-122"/>
              <a:cs typeface="汉仪君黑-45简" panose="020B0604020202020204" charset="-122"/>
              <a:sym typeface="+mn-lt"/>
            </a:endParaRPr>
          </a:p>
        </p:txBody>
      </p:sp>
      <p:grpSp>
        <p:nvGrpSpPr>
          <p:cNvPr id="36" name="组合 35"/>
          <p:cNvGrpSpPr/>
          <p:nvPr/>
        </p:nvGrpSpPr>
        <p:grpSpPr>
          <a:xfrm>
            <a:off x="5027295" y="3289935"/>
            <a:ext cx="6842125" cy="1022350"/>
            <a:chOff x="10217" y="4276"/>
            <a:chExt cx="10775" cy="1610"/>
          </a:xfrm>
        </p:grpSpPr>
        <p:sp>
          <p:nvSpPr>
            <p:cNvPr id="6" name="椭圆 5"/>
            <p:cNvSpPr/>
            <p:nvPr>
              <p:custDataLst>
                <p:tags r:id="rId8"/>
              </p:custDataLst>
            </p:nvPr>
          </p:nvSpPr>
          <p:spPr>
            <a:xfrm>
              <a:off x="10217" y="4429"/>
              <a:ext cx="717" cy="717"/>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735" dirty="0">
                  <a:latin typeface="汉仪君黑-45简" panose="020B0604020202020204" charset="-122"/>
                  <a:ea typeface="汉仪君黑-45简" panose="020B0604020202020204" charset="-122"/>
                  <a:cs typeface="+mn-ea"/>
                  <a:sym typeface="+mn-lt"/>
                </a:rPr>
                <a:t>3</a:t>
              </a:r>
              <a:endParaRPr lang="en-US" altLang="zh-CN" sz="1735" dirty="0">
                <a:latin typeface="汉仪君黑-45简" panose="020B0604020202020204" charset="-122"/>
                <a:ea typeface="汉仪君黑-45简" panose="020B0604020202020204" charset="-122"/>
                <a:cs typeface="+mn-ea"/>
                <a:sym typeface="+mn-lt"/>
              </a:endParaRPr>
            </a:p>
          </p:txBody>
        </p:sp>
        <p:sp>
          <p:nvSpPr>
            <p:cNvPr id="17" name="文本框 16"/>
            <p:cNvSpPr txBox="1">
              <a:spLocks noChangeArrowheads="1"/>
            </p:cNvSpPr>
            <p:nvPr>
              <p:custDataLst>
                <p:tags r:id="rId9"/>
              </p:custDataLst>
            </p:nvPr>
          </p:nvSpPr>
          <p:spPr bwMode="auto">
            <a:xfrm>
              <a:off x="11303" y="4276"/>
              <a:ext cx="3988"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b="1">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考虑实际操作</a:t>
              </a:r>
              <a:endParaRPr lang="zh-CN" altLang="en-US" sz="1600" b="1">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19" name="文本框 18"/>
            <p:cNvSpPr txBox="1">
              <a:spLocks noChangeArrowheads="1"/>
            </p:cNvSpPr>
            <p:nvPr>
              <p:custDataLst>
                <p:tags r:id="rId10"/>
              </p:custDataLst>
            </p:nvPr>
          </p:nvSpPr>
          <p:spPr bwMode="auto">
            <a:xfrm>
              <a:off x="11373" y="4749"/>
              <a:ext cx="9619" cy="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10000"/>
                </a:lnSpc>
                <a:buClrTx/>
                <a:buSzTx/>
                <a:buFontTx/>
              </a:pPr>
              <a:r>
                <a:rPr lang="en-US" altLang="zh-CN" sz="1200" smtClean="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针对某些职能岗位，可以考虑设计一些操作性更强的问题或场景模拟，例如</a:t>
              </a:r>
              <a:r>
                <a:rPr lang="zh-CN" altLang="en-US" sz="1200" smtClean="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我们可以给运营岗位的面试者一个链接的销售数据，让他针对销售数据说说他发现的问题，以及他的优化方向</a:t>
              </a:r>
              <a:r>
                <a:rPr lang="en-US" altLang="zh-CN" sz="1200" smtClean="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a:t>
              </a:r>
              <a:endParaRPr lang="zh-CN" altLang="en-US" sz="1200" dirty="0">
                <a:solidFill>
                  <a:srgbClr val="0D0D0D"/>
                </a:solidFill>
                <a:latin typeface="汉仪君黑-45简" panose="020B0604020202020204" charset="-122"/>
                <a:ea typeface="汉仪君黑-45简" panose="020B0604020202020204" charset="-122"/>
                <a:cs typeface="汉仪君黑-45简" panose="020B0604020202020204" charset="-122"/>
                <a:sym typeface="+mn-lt"/>
              </a:endParaRPr>
            </a:p>
          </p:txBody>
        </p:sp>
      </p:grpSp>
      <p:sp>
        <p:nvSpPr>
          <p:cNvPr id="11" name="椭圆 10"/>
          <p:cNvSpPr/>
          <p:nvPr>
            <p:custDataLst>
              <p:tags r:id="rId11"/>
            </p:custDataLst>
          </p:nvPr>
        </p:nvSpPr>
        <p:spPr>
          <a:xfrm>
            <a:off x="5028189" y="4532054"/>
            <a:ext cx="427952" cy="427952"/>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735" dirty="0">
                <a:latin typeface="汉仪君黑-45简" panose="020B0604020202020204" charset="-122"/>
                <a:ea typeface="汉仪君黑-45简" panose="020B0604020202020204" charset="-122"/>
                <a:cs typeface="+mn-ea"/>
                <a:sym typeface="+mn-lt"/>
              </a:rPr>
              <a:t>4</a:t>
            </a:r>
            <a:endParaRPr lang="en-US" altLang="zh-CN" sz="1735" dirty="0">
              <a:latin typeface="汉仪君黑-45简" panose="020B0604020202020204" charset="-122"/>
              <a:ea typeface="汉仪君黑-45简" panose="020B0604020202020204" charset="-122"/>
              <a:cs typeface="+mn-ea"/>
              <a:sym typeface="+mn-lt"/>
            </a:endParaRPr>
          </a:p>
        </p:txBody>
      </p:sp>
      <p:sp>
        <p:nvSpPr>
          <p:cNvPr id="24" name="文本框 23"/>
          <p:cNvSpPr txBox="1">
            <a:spLocks noChangeArrowheads="1"/>
          </p:cNvSpPr>
          <p:nvPr>
            <p:custDataLst>
              <p:tags r:id="rId12"/>
            </p:custDataLst>
          </p:nvPr>
        </p:nvSpPr>
        <p:spPr bwMode="auto">
          <a:xfrm>
            <a:off x="5649962" y="4492848"/>
            <a:ext cx="2675391" cy="261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提供反馈机会</a:t>
            </a:r>
            <a:endParaRPr lang="zh-CN" altLang="en-US" sz="16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5" name="文本框 24"/>
          <p:cNvSpPr txBox="1">
            <a:spLocks noChangeArrowheads="1"/>
          </p:cNvSpPr>
          <p:nvPr>
            <p:custDataLst>
              <p:tags r:id="rId13"/>
            </p:custDataLst>
          </p:nvPr>
        </p:nvSpPr>
        <p:spPr bwMode="auto">
          <a:xfrm>
            <a:off x="5649962" y="4758343"/>
            <a:ext cx="3464479" cy="632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smtClean="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通过深入追问或者提供反馈机会，让应聘者有机会更好地展现自己的能力和素质。</a:t>
            </a:r>
            <a:endParaRPr lang="en-US" altLang="zh-CN" sz="1200" dirty="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grpSp>
        <p:nvGrpSpPr>
          <p:cNvPr id="35" name="组合 34"/>
          <p:cNvGrpSpPr/>
          <p:nvPr/>
        </p:nvGrpSpPr>
        <p:grpSpPr>
          <a:xfrm>
            <a:off x="5031105" y="5617210"/>
            <a:ext cx="6846570" cy="895985"/>
            <a:chOff x="10191" y="7221"/>
            <a:chExt cx="10782" cy="1411"/>
          </a:xfrm>
        </p:grpSpPr>
        <p:sp>
          <p:nvSpPr>
            <p:cNvPr id="32" name="椭圆 31"/>
            <p:cNvSpPr/>
            <p:nvPr>
              <p:custDataLst>
                <p:tags r:id="rId14"/>
              </p:custDataLst>
            </p:nvPr>
          </p:nvSpPr>
          <p:spPr>
            <a:xfrm>
              <a:off x="10191" y="7426"/>
              <a:ext cx="717" cy="717"/>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735" dirty="0">
                  <a:latin typeface="汉仪君黑-45简" panose="020B0604020202020204" charset="-122"/>
                  <a:ea typeface="汉仪君黑-45简" panose="020B0604020202020204" charset="-122"/>
                  <a:cs typeface="+mn-ea"/>
                  <a:sym typeface="+mn-lt"/>
                </a:rPr>
                <a:t>5</a:t>
              </a:r>
              <a:endParaRPr lang="en-US" altLang="zh-CN" sz="1735" dirty="0">
                <a:latin typeface="汉仪君黑-45简" panose="020B0604020202020204" charset="-122"/>
                <a:ea typeface="汉仪君黑-45简" panose="020B0604020202020204" charset="-122"/>
                <a:cs typeface="+mn-ea"/>
                <a:sym typeface="+mn-lt"/>
              </a:endParaRPr>
            </a:p>
          </p:txBody>
        </p:sp>
        <p:sp>
          <p:nvSpPr>
            <p:cNvPr id="33" name="文本框 32"/>
            <p:cNvSpPr txBox="1">
              <a:spLocks noChangeArrowheads="1"/>
            </p:cNvSpPr>
            <p:nvPr>
              <p:custDataLst>
                <p:tags r:id="rId15"/>
              </p:custDataLst>
            </p:nvPr>
          </p:nvSpPr>
          <p:spPr bwMode="auto">
            <a:xfrm>
              <a:off x="11218" y="7221"/>
              <a:ext cx="3988"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b="1">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综合评估</a:t>
              </a:r>
              <a:endParaRPr lang="zh-CN" altLang="en-US" sz="1600" b="1">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34" name="文本框 33"/>
            <p:cNvSpPr txBox="1">
              <a:spLocks noChangeArrowheads="1"/>
            </p:cNvSpPr>
            <p:nvPr>
              <p:custDataLst>
                <p:tags r:id="rId16"/>
              </p:custDataLst>
            </p:nvPr>
          </p:nvSpPr>
          <p:spPr bwMode="auto">
            <a:xfrm>
              <a:off x="11218" y="7730"/>
              <a:ext cx="9755"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10000"/>
                </a:lnSpc>
                <a:buClrTx/>
                <a:buSzTx/>
                <a:buFontTx/>
              </a:pPr>
              <a:r>
                <a:rPr lang="en-US" altLang="zh-CN" sz="1200" smtClean="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rPr>
                <a:t>在面试结束后，根据整个面试过程中获取的信息，对应聘者进行综合评估，并就其表现优点和不足提供针对性的反馈和建议。</a:t>
              </a:r>
              <a:endParaRPr lang="en-US" altLang="zh-CN" sz="1200" dirty="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grpSp>
      <p:sp>
        <p:nvSpPr>
          <p:cNvPr id="54" name="矩形 53"/>
          <p:cNvSpPr/>
          <p:nvPr>
            <p:custDataLst>
              <p:tags r:id="rId17"/>
            </p:custDataLst>
          </p:nvPr>
        </p:nvSpPr>
        <p:spPr>
          <a:xfrm>
            <a:off x="291465" y="2469515"/>
            <a:ext cx="4100830" cy="2406650"/>
          </a:xfrm>
          <a:prstGeom prst="rect">
            <a:avLst/>
          </a:prstGeom>
        </p:spPr>
        <p:txBody>
          <a:bodyPr wrap="square" tIns="0" bIns="0" rtlCol="0">
            <a:noAutofit/>
          </a:bodyPr>
          <a:p>
            <a:pPr lvl="0" algn="l">
              <a:lnSpc>
                <a:spcPct val="120000"/>
              </a:lnSpc>
              <a:buClrTx/>
              <a:buSzTx/>
              <a:buFontTx/>
            </a:pPr>
            <a:r>
              <a:rPr lang="en-US" altLang="zh-CN" sz="1600" dirty="0">
                <a:solidFill>
                  <a:schemeClr val="bg1"/>
                </a:solidFill>
                <a:latin typeface="汉仪君黑-45简" panose="020B0604020202020204" charset="-122"/>
                <a:ea typeface="汉仪君黑-45简" panose="020B0604020202020204" charset="-122"/>
                <a:sym typeface="汉仪君黑-45简" panose="020B0604020202020204" charset="-122"/>
              </a:rPr>
              <a:t>进行结构化的面试提问，可以按照以下步骤进行：</a:t>
            </a:r>
            <a:endParaRPr lang="en-US" altLang="zh-CN" sz="1600" dirty="0">
              <a:solidFill>
                <a:schemeClr val="bg1"/>
              </a:solidFill>
              <a:latin typeface="汉仪君黑-45简" panose="020B0604020202020204" charset="-122"/>
              <a:ea typeface="汉仪君黑-45简" panose="020B0604020202020204" charset="-122"/>
              <a:sym typeface="汉仪君黑-45简" panose="020B0604020202020204" charset="-122"/>
            </a:endParaRPr>
          </a:p>
          <a:p>
            <a:pPr lvl="0" algn="l">
              <a:lnSpc>
                <a:spcPct val="120000"/>
              </a:lnSpc>
              <a:buClrTx/>
              <a:buSzTx/>
              <a:buFontTx/>
            </a:pPr>
            <a:endParaRPr lang="en-US" altLang="zh-CN" sz="1600" dirty="0">
              <a:solidFill>
                <a:schemeClr val="bg1"/>
              </a:solidFill>
              <a:latin typeface="汉仪君黑-45简" panose="020B0604020202020204" charset="-122"/>
              <a:ea typeface="汉仪君黑-45简" panose="020B0604020202020204" charset="-122"/>
              <a:sym typeface="汉仪君黑-45简" panose="020B0604020202020204" charset="-122"/>
            </a:endParaRPr>
          </a:p>
          <a:p>
            <a:pPr lvl="0" algn="l">
              <a:lnSpc>
                <a:spcPct val="120000"/>
              </a:lnSpc>
              <a:buClrTx/>
              <a:buSzTx/>
              <a:buFontTx/>
            </a:pPr>
            <a:r>
              <a:rPr lang="en-US" altLang="zh-CN" sz="1600" dirty="0">
                <a:solidFill>
                  <a:schemeClr val="bg1"/>
                </a:solidFill>
                <a:latin typeface="汉仪君黑-45简" panose="020B0604020202020204" charset="-122"/>
                <a:ea typeface="汉仪君黑-45简" panose="020B0604020202020204" charset="-122"/>
                <a:sym typeface="汉仪君黑-45简" panose="020B0604020202020204" charset="-122"/>
              </a:rPr>
              <a:t>持续改进：不断总结面试经验，完善问题设计、答题标准、反馈机制等，以提高招聘效率和质量。同时也要根据公司业务发展的变化，及时调整面试提问的内容。</a:t>
            </a:r>
            <a:endParaRPr lang="en-US" altLang="zh-CN" sz="1600" dirty="0">
              <a:solidFill>
                <a:schemeClr val="bg1"/>
              </a:solidFill>
              <a:latin typeface="汉仪君黑-45简" panose="020B0604020202020204" charset="-122"/>
              <a:ea typeface="汉仪君黑-45简" panose="020B0604020202020204" charset="-122"/>
              <a:sym typeface="汉仪君黑-45简" panose="020B0604020202020204" charset="-122"/>
            </a:endParaRPr>
          </a:p>
          <a:p>
            <a:pPr lvl="0" algn="l">
              <a:lnSpc>
                <a:spcPct val="120000"/>
              </a:lnSpc>
              <a:buClrTx/>
              <a:buSzTx/>
              <a:buFontTx/>
            </a:pPr>
            <a:endParaRPr lang="en-US" altLang="zh-CN" sz="1600" dirty="0">
              <a:solidFill>
                <a:schemeClr val="bg1"/>
              </a:solidFill>
              <a:latin typeface="汉仪君黑-45简" panose="020B0604020202020204" charset="-122"/>
              <a:ea typeface="汉仪君黑-45简" panose="020B0604020202020204" charset="-122"/>
              <a:sym typeface="汉仪君黑-45简" panose="020B0604020202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660400" y="1854835"/>
            <a:ext cx="4542790" cy="4263390"/>
          </a:xfrm>
          <a:prstGeom prst="rect">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6" name="矩形 15"/>
          <p:cNvSpPr/>
          <p:nvPr/>
        </p:nvSpPr>
        <p:spPr>
          <a:xfrm>
            <a:off x="5215890" y="1854200"/>
            <a:ext cx="6602095" cy="4264660"/>
          </a:xfrm>
          <a:prstGeom prst="rect">
            <a:avLst/>
          </a:prstGeom>
          <a:solidFill>
            <a:srgbClr val="E0836A"/>
          </a:solidFill>
          <a:ln>
            <a:noFill/>
          </a:ln>
          <a:effectLst>
            <a:innerShdw blurRad="63500" dist="50800" dir="16200000">
              <a:schemeClr val="accent4">
                <a:lumMod val="60000"/>
                <a:lumOff val="40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7" name="文本框 16"/>
          <p:cNvSpPr txBox="1">
            <a:spLocks noChangeArrowheads="1"/>
          </p:cNvSpPr>
          <p:nvPr/>
        </p:nvSpPr>
        <p:spPr bwMode="auto">
          <a:xfrm>
            <a:off x="5801360" y="1939925"/>
            <a:ext cx="5653405" cy="4053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150000"/>
              </a:lnSpc>
              <a:buClrTx/>
              <a:buSzTx/>
              <a:buFontTx/>
            </a:pPr>
            <a:endParaRPr lang="zh-CN" altLang="en-US" sz="280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a:p>
            <a:pPr lvl="0" algn="l">
              <a:lnSpc>
                <a:spcPct val="150000"/>
              </a:lnSpc>
              <a:buClrTx/>
              <a:buSzTx/>
              <a:buFontTx/>
            </a:pPr>
            <a:r>
              <a:rPr lang="en-US" altLang="zh-CN" sz="240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r>
              <a:rPr lang="zh-CN" altLang="en-US" sz="240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从提高面试效率、招聘质量、增加人员满意度、改善用人部门与HR配合效率和降低用人风险等角度出发进行。</a:t>
            </a:r>
            <a:endParaRPr lang="zh-CN" altLang="en-US" sz="240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a:p>
            <a:pPr eaLnBrk="1" hangingPunct="1"/>
            <a:endParaRPr lang="zh-CN" altLang="en-US" sz="240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grpSp>
        <p:nvGrpSpPr>
          <p:cNvPr id="11" name="组合 10"/>
          <p:cNvGrpSpPr/>
          <p:nvPr/>
        </p:nvGrpSpPr>
        <p:grpSpPr>
          <a:xfrm>
            <a:off x="0" y="6401399"/>
            <a:ext cx="1933184" cy="456601"/>
            <a:chOff x="5813" y="5507421"/>
            <a:chExt cx="7708780" cy="1350579"/>
          </a:xfrm>
        </p:grpSpPr>
        <p:sp>
          <p:nvSpPr>
            <p:cNvPr id="12" name="等腰三角形 11"/>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0" name="等腰三角形 19"/>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1" name="组合 20"/>
          <p:cNvGrpSpPr/>
          <p:nvPr/>
        </p:nvGrpSpPr>
        <p:grpSpPr>
          <a:xfrm>
            <a:off x="10258816" y="-14340"/>
            <a:ext cx="1933184" cy="456601"/>
            <a:chOff x="1717902" y="-14340"/>
            <a:chExt cx="10474098" cy="2473890"/>
          </a:xfrm>
        </p:grpSpPr>
        <p:sp>
          <p:nvSpPr>
            <p:cNvPr id="22" name="任意多边形: 形状 21"/>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3" name="任意多边形: 形状 22"/>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4" name="组合 23"/>
          <p:cNvGrpSpPr/>
          <p:nvPr/>
        </p:nvGrpSpPr>
        <p:grpSpPr>
          <a:xfrm>
            <a:off x="0" y="138059"/>
            <a:ext cx="321733" cy="810207"/>
            <a:chOff x="-79079" y="0"/>
            <a:chExt cx="530352" cy="1060704"/>
          </a:xfrm>
        </p:grpSpPr>
        <p:sp>
          <p:nvSpPr>
            <p:cNvPr id="25" name="任意多边形: 形状 24"/>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6" name="任意多边形: 形状 25"/>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27" name="文本框 26"/>
          <p:cNvSpPr txBox="1"/>
          <p:nvPr/>
        </p:nvSpPr>
        <p:spPr>
          <a:xfrm>
            <a:off x="321945" y="281305"/>
            <a:ext cx="3522345" cy="583565"/>
          </a:xfrm>
          <a:prstGeom prst="rect">
            <a:avLst/>
          </a:prstGeom>
          <a:noFill/>
        </p:spPr>
        <p:txBody>
          <a:bodyPr wrap="square" rtlCol="0">
            <a:spAutoFit/>
          </a:bodyPr>
          <a:lstStyle/>
          <a:p>
            <a:pPr algn="dist"/>
            <a:r>
              <a:rPr lang="en-US" altLang="zh-CN" sz="3200" b="1" dirty="0">
                <a:solidFill>
                  <a:schemeClr val="tx1">
                    <a:lumMod val="75000"/>
                    <a:lumOff val="25000"/>
                  </a:schemeClr>
                </a:solidFill>
                <a:latin typeface="汉仪君黑-45简" panose="020B0604020202020204" charset="-122"/>
                <a:ea typeface="汉仪君黑-45简" panose="020B0604020202020204" charset="-122"/>
                <a:cs typeface="+mn-ea"/>
                <a:sym typeface="+mn-lt"/>
              </a:rPr>
              <a:t>——</a:t>
            </a:r>
            <a:r>
              <a:rPr lang="zh-CN" altLang="en-US" sz="3200" b="1" dirty="0">
                <a:solidFill>
                  <a:schemeClr val="tx1">
                    <a:lumMod val="75000"/>
                    <a:lumOff val="25000"/>
                  </a:schemeClr>
                </a:solidFill>
                <a:latin typeface="汉仪君黑-45简" panose="020B0604020202020204" charset="-122"/>
                <a:ea typeface="汉仪君黑-45简" panose="020B0604020202020204" charset="-122"/>
                <a:cs typeface="+mn-ea"/>
                <a:sym typeface="+mn-lt"/>
              </a:rPr>
              <a:t>结构化面试</a:t>
            </a:r>
            <a:endParaRPr lang="zh-CN" altLang="en-US" sz="3200" b="1"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a:spLocks noChangeArrowheads="1"/>
          </p:cNvSpPr>
          <p:nvPr/>
        </p:nvSpPr>
        <p:spPr bwMode="auto">
          <a:xfrm>
            <a:off x="321945" y="1854200"/>
            <a:ext cx="5653405"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zh-CN" altLang="en-US" sz="2400" dirty="0">
              <a:solidFill>
                <a:schemeClr val="tx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grpSp>
        <p:nvGrpSpPr>
          <p:cNvPr id="11" name="组合 10"/>
          <p:cNvGrpSpPr/>
          <p:nvPr/>
        </p:nvGrpSpPr>
        <p:grpSpPr>
          <a:xfrm>
            <a:off x="0" y="6401399"/>
            <a:ext cx="1933184" cy="456601"/>
            <a:chOff x="5813" y="5507421"/>
            <a:chExt cx="7708780" cy="1350579"/>
          </a:xfrm>
        </p:grpSpPr>
        <p:sp>
          <p:nvSpPr>
            <p:cNvPr id="12" name="等腰三角形 11"/>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0" name="等腰三角形 19"/>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1" name="组合 20"/>
          <p:cNvGrpSpPr/>
          <p:nvPr/>
        </p:nvGrpSpPr>
        <p:grpSpPr>
          <a:xfrm>
            <a:off x="10258816" y="-14340"/>
            <a:ext cx="1933184" cy="456601"/>
            <a:chOff x="1717902" y="-14340"/>
            <a:chExt cx="10474098" cy="2473890"/>
          </a:xfrm>
        </p:grpSpPr>
        <p:sp>
          <p:nvSpPr>
            <p:cNvPr id="22" name="任意多边形: 形状 21"/>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3" name="任意多边形: 形状 22"/>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4" name="组合 23"/>
          <p:cNvGrpSpPr/>
          <p:nvPr/>
        </p:nvGrpSpPr>
        <p:grpSpPr>
          <a:xfrm>
            <a:off x="0" y="138059"/>
            <a:ext cx="321733" cy="810207"/>
            <a:chOff x="-79079" y="0"/>
            <a:chExt cx="530352" cy="1060704"/>
          </a:xfrm>
        </p:grpSpPr>
        <p:sp>
          <p:nvSpPr>
            <p:cNvPr id="25" name="任意多边形: 形状 24"/>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6" name="任意多边形: 形状 25"/>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6" name="文本框 5"/>
          <p:cNvSpPr txBox="1"/>
          <p:nvPr>
            <p:custDataLst>
              <p:tags r:id="rId1"/>
            </p:custDataLst>
          </p:nvPr>
        </p:nvSpPr>
        <p:spPr>
          <a:xfrm>
            <a:off x="681355" y="266065"/>
            <a:ext cx="2618105" cy="645160"/>
          </a:xfrm>
          <a:prstGeom prst="rect">
            <a:avLst/>
          </a:prstGeom>
          <a:noFill/>
        </p:spPr>
        <p:txBody>
          <a:bodyPr wrap="square" rtlCol="0">
            <a:spAutoFit/>
          </a:bodyPr>
          <a:p>
            <a:r>
              <a:rPr lang="zh-CN" altLang="en-US" sz="3600" b="1" dirty="0">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冰山模型</a:t>
            </a:r>
            <a:endParaRPr lang="zh-CN" altLang="en-US" sz="3600" b="1" dirty="0">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7" name="矩形 6"/>
          <p:cNvSpPr/>
          <p:nvPr>
            <p:custDataLst>
              <p:tags r:id="rId2"/>
            </p:custDataLst>
          </p:nvPr>
        </p:nvSpPr>
        <p:spPr>
          <a:xfrm>
            <a:off x="469900" y="372745"/>
            <a:ext cx="114935" cy="476250"/>
          </a:xfrm>
          <a:prstGeom prst="rect">
            <a:avLst/>
          </a:prstGeom>
          <a:solidFill>
            <a:schemeClr val="accent2">
              <a:lumMod val="60000"/>
              <a:lumOff val="40000"/>
            </a:scheme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SimHei" panose="02010609060101010101" charset="-122"/>
              <a:ea typeface="SimHei" panose="02010609060101010101" charset="-122"/>
            </a:endParaRPr>
          </a:p>
        </p:txBody>
      </p:sp>
      <p:grpSp>
        <p:nvGrpSpPr>
          <p:cNvPr id="49" name="组合 48"/>
          <p:cNvGrpSpPr/>
          <p:nvPr>
            <p:custDataLst>
              <p:tags r:id="rId3"/>
            </p:custDataLst>
          </p:nvPr>
        </p:nvGrpSpPr>
        <p:grpSpPr>
          <a:xfrm>
            <a:off x="6837956" y="1655557"/>
            <a:ext cx="3114140" cy="4459666"/>
            <a:chOff x="7570231" y="1891297"/>
            <a:chExt cx="2674408" cy="3829942"/>
          </a:xfrm>
        </p:grpSpPr>
        <p:sp>
          <p:nvSpPr>
            <p:cNvPr id="4" name="任意多边形: 形状 11"/>
            <p:cNvSpPr/>
            <p:nvPr>
              <p:custDataLst>
                <p:tags r:id="rId4"/>
              </p:custDataLst>
            </p:nvPr>
          </p:nvSpPr>
          <p:spPr>
            <a:xfrm>
              <a:off x="8758761" y="1891297"/>
              <a:ext cx="381361" cy="704067"/>
            </a:xfrm>
            <a:custGeom>
              <a:avLst/>
              <a:gdLst>
                <a:gd name="connsiteX0" fmla="*/ 381361 w 381361"/>
                <a:gd name="connsiteY0" fmla="*/ 0 h 697717"/>
                <a:gd name="connsiteX1" fmla="*/ 359693 w 381361"/>
                <a:gd name="connsiteY1" fmla="*/ 697717 h 697717"/>
                <a:gd name="connsiteX2" fmla="*/ 0 w 381361"/>
                <a:gd name="connsiteY2" fmla="*/ 563374 h 697717"/>
                <a:gd name="connsiteX3" fmla="*/ 381361 w 381361"/>
                <a:gd name="connsiteY3" fmla="*/ 0 h 697717"/>
                <a:gd name="connsiteX0-1" fmla="*/ 381361 w 503626"/>
                <a:gd name="connsiteY0-2" fmla="*/ 0 h 716767"/>
                <a:gd name="connsiteX1-3" fmla="*/ 503626 w 503626"/>
                <a:gd name="connsiteY1-4" fmla="*/ 716767 h 716767"/>
                <a:gd name="connsiteX2-5" fmla="*/ 0 w 503626"/>
                <a:gd name="connsiteY2-6" fmla="*/ 563374 h 716767"/>
                <a:gd name="connsiteX3-7" fmla="*/ 381361 w 503626"/>
                <a:gd name="connsiteY3-8" fmla="*/ 0 h 716767"/>
                <a:gd name="connsiteX0-9" fmla="*/ 381361 w 381361"/>
                <a:gd name="connsiteY0-10" fmla="*/ 0 h 704067"/>
                <a:gd name="connsiteX1-11" fmla="*/ 370276 w 381361"/>
                <a:gd name="connsiteY1-12" fmla="*/ 704067 h 704067"/>
                <a:gd name="connsiteX2-13" fmla="*/ 0 w 381361"/>
                <a:gd name="connsiteY2-14" fmla="*/ 563374 h 704067"/>
                <a:gd name="connsiteX3-15" fmla="*/ 381361 w 381361"/>
                <a:gd name="connsiteY3-16" fmla="*/ 0 h 704067"/>
              </a:gdLst>
              <a:ahLst/>
              <a:cxnLst>
                <a:cxn ang="0">
                  <a:pos x="connsiteX0-1" y="connsiteY0-2"/>
                </a:cxn>
                <a:cxn ang="0">
                  <a:pos x="connsiteX1-3" y="connsiteY1-4"/>
                </a:cxn>
                <a:cxn ang="0">
                  <a:pos x="connsiteX2-5" y="connsiteY2-6"/>
                </a:cxn>
                <a:cxn ang="0">
                  <a:pos x="connsiteX3-7" y="connsiteY3-8"/>
                </a:cxn>
              </a:cxnLst>
              <a:rect l="l" t="t" r="r" b="b"/>
              <a:pathLst>
                <a:path w="381361" h="704067">
                  <a:moveTo>
                    <a:pt x="381361" y="0"/>
                  </a:moveTo>
                  <a:lnTo>
                    <a:pt x="370276" y="704067"/>
                  </a:lnTo>
                  <a:lnTo>
                    <a:pt x="0" y="563374"/>
                  </a:lnTo>
                  <a:lnTo>
                    <a:pt x="381361" y="0"/>
                  </a:lnTo>
                  <a:close/>
                </a:path>
              </a:pathLst>
            </a:custGeom>
            <a:solidFill>
              <a:srgbClr val="C4EDE7"/>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 name="任意多边形: 形状 12"/>
            <p:cNvSpPr/>
            <p:nvPr>
              <p:custDataLst>
                <p:tags r:id="rId5"/>
              </p:custDataLst>
            </p:nvPr>
          </p:nvSpPr>
          <p:spPr>
            <a:xfrm>
              <a:off x="9115925" y="1898540"/>
              <a:ext cx="419101" cy="703792"/>
            </a:xfrm>
            <a:custGeom>
              <a:avLst/>
              <a:gdLst>
                <a:gd name="connsiteX0" fmla="*/ 409575 w 409575"/>
                <a:gd name="connsiteY0" fmla="*/ 628650 h 711200"/>
                <a:gd name="connsiteX1" fmla="*/ 0 w 409575"/>
                <a:gd name="connsiteY1" fmla="*/ 711200 h 711200"/>
                <a:gd name="connsiteX2" fmla="*/ 19050 w 409575"/>
                <a:gd name="connsiteY2" fmla="*/ 0 h 711200"/>
                <a:gd name="connsiteX3" fmla="*/ 409575 w 409575"/>
                <a:gd name="connsiteY3" fmla="*/ 628650 h 711200"/>
                <a:gd name="connsiteX0-1" fmla="*/ 414338 w 414338"/>
                <a:gd name="connsiteY0-2" fmla="*/ 628650 h 711200"/>
                <a:gd name="connsiteX1-3" fmla="*/ 0 w 414338"/>
                <a:gd name="connsiteY1-4" fmla="*/ 711200 h 711200"/>
                <a:gd name="connsiteX2-5" fmla="*/ 23813 w 414338"/>
                <a:gd name="connsiteY2-6" fmla="*/ 0 h 711200"/>
                <a:gd name="connsiteX3-7" fmla="*/ 414338 w 414338"/>
                <a:gd name="connsiteY3-8" fmla="*/ 628650 h 711200"/>
                <a:gd name="connsiteX0-9" fmla="*/ 417513 w 417513"/>
                <a:gd name="connsiteY0-10" fmla="*/ 652462 h 711200"/>
                <a:gd name="connsiteX1-11" fmla="*/ 0 w 417513"/>
                <a:gd name="connsiteY1-12" fmla="*/ 711200 h 711200"/>
                <a:gd name="connsiteX2-13" fmla="*/ 23813 w 417513"/>
                <a:gd name="connsiteY2-14" fmla="*/ 0 h 711200"/>
                <a:gd name="connsiteX3-15" fmla="*/ 417513 w 417513"/>
                <a:gd name="connsiteY3-16" fmla="*/ 652462 h 711200"/>
                <a:gd name="connsiteX0-17" fmla="*/ 419101 w 419101"/>
                <a:gd name="connsiteY0-18" fmla="*/ 652462 h 727075"/>
                <a:gd name="connsiteX1-19" fmla="*/ 0 w 419101"/>
                <a:gd name="connsiteY1-20" fmla="*/ 727075 h 727075"/>
                <a:gd name="connsiteX2-21" fmla="*/ 25401 w 419101"/>
                <a:gd name="connsiteY2-22" fmla="*/ 0 h 727075"/>
                <a:gd name="connsiteX3-23" fmla="*/ 419101 w 419101"/>
                <a:gd name="connsiteY3-24" fmla="*/ 652462 h 727075"/>
                <a:gd name="connsiteX0-25" fmla="*/ 436034 w 436034"/>
                <a:gd name="connsiteY0-26" fmla="*/ 646112 h 720725"/>
                <a:gd name="connsiteX1-27" fmla="*/ 16933 w 436034"/>
                <a:gd name="connsiteY1-28" fmla="*/ 720725 h 720725"/>
                <a:gd name="connsiteX2-29" fmla="*/ 0 w 436034"/>
                <a:gd name="connsiteY2-30" fmla="*/ 0 h 720725"/>
                <a:gd name="connsiteX3-31" fmla="*/ 436034 w 436034"/>
                <a:gd name="connsiteY3-32" fmla="*/ 646112 h 720725"/>
                <a:gd name="connsiteX0-33" fmla="*/ 419101 w 419101"/>
                <a:gd name="connsiteY0-34" fmla="*/ 629179 h 703792"/>
                <a:gd name="connsiteX1-35" fmla="*/ 0 w 419101"/>
                <a:gd name="connsiteY1-36" fmla="*/ 703792 h 703792"/>
                <a:gd name="connsiteX2-37" fmla="*/ 23284 w 419101"/>
                <a:gd name="connsiteY2-38" fmla="*/ 0 h 703792"/>
                <a:gd name="connsiteX3-39" fmla="*/ 419101 w 419101"/>
                <a:gd name="connsiteY3-40" fmla="*/ 629179 h 703792"/>
              </a:gdLst>
              <a:ahLst/>
              <a:cxnLst>
                <a:cxn ang="0">
                  <a:pos x="connsiteX0-1" y="connsiteY0-2"/>
                </a:cxn>
                <a:cxn ang="0">
                  <a:pos x="connsiteX1-3" y="connsiteY1-4"/>
                </a:cxn>
                <a:cxn ang="0">
                  <a:pos x="connsiteX2-5" y="connsiteY2-6"/>
                </a:cxn>
                <a:cxn ang="0">
                  <a:pos x="connsiteX3-7" y="connsiteY3-8"/>
                </a:cxn>
              </a:cxnLst>
              <a:rect l="l" t="t" r="r" b="b"/>
              <a:pathLst>
                <a:path w="419101" h="703792">
                  <a:moveTo>
                    <a:pt x="419101" y="629179"/>
                  </a:moveTo>
                  <a:lnTo>
                    <a:pt x="0" y="703792"/>
                  </a:lnTo>
                  <a:lnTo>
                    <a:pt x="23284" y="0"/>
                  </a:lnTo>
                  <a:lnTo>
                    <a:pt x="419101" y="629179"/>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8" name="任意多边形: 形状 13"/>
            <p:cNvSpPr/>
            <p:nvPr>
              <p:custDataLst>
                <p:tags r:id="rId6"/>
              </p:custDataLst>
            </p:nvPr>
          </p:nvSpPr>
          <p:spPr>
            <a:xfrm>
              <a:off x="8552893" y="2448873"/>
              <a:ext cx="573616" cy="294216"/>
            </a:xfrm>
            <a:custGeom>
              <a:avLst/>
              <a:gdLst>
                <a:gd name="connsiteX0" fmla="*/ 268816 w 573616"/>
                <a:gd name="connsiteY0" fmla="*/ 0 h 294216"/>
                <a:gd name="connsiteX1" fmla="*/ 35983 w 573616"/>
                <a:gd name="connsiteY1" fmla="*/ 29633 h 294216"/>
                <a:gd name="connsiteX2" fmla="*/ 0 w 573616"/>
                <a:gd name="connsiteY2" fmla="*/ 294216 h 294216"/>
                <a:gd name="connsiteX3" fmla="*/ 573616 w 573616"/>
                <a:gd name="connsiteY3" fmla="*/ 139700 h 294216"/>
                <a:gd name="connsiteX4" fmla="*/ 268816 w 573616"/>
                <a:gd name="connsiteY4" fmla="*/ 0 h 294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616" h="294216">
                  <a:moveTo>
                    <a:pt x="268816" y="0"/>
                  </a:moveTo>
                  <a:lnTo>
                    <a:pt x="35983" y="29633"/>
                  </a:lnTo>
                  <a:lnTo>
                    <a:pt x="0" y="294216"/>
                  </a:lnTo>
                  <a:lnTo>
                    <a:pt x="573616" y="139700"/>
                  </a:lnTo>
                  <a:lnTo>
                    <a:pt x="268816" y="0"/>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9" name="任意多边形: 形状 14"/>
            <p:cNvSpPr/>
            <p:nvPr>
              <p:custDataLst>
                <p:tags r:id="rId7"/>
              </p:custDataLst>
            </p:nvPr>
          </p:nvSpPr>
          <p:spPr>
            <a:xfrm>
              <a:off x="9111693" y="2478506"/>
              <a:ext cx="745066" cy="226483"/>
            </a:xfrm>
            <a:custGeom>
              <a:avLst/>
              <a:gdLst>
                <a:gd name="connsiteX0" fmla="*/ 745066 w 745066"/>
                <a:gd name="connsiteY0" fmla="*/ 226483 h 226483"/>
                <a:gd name="connsiteX1" fmla="*/ 0 w 745066"/>
                <a:gd name="connsiteY1" fmla="*/ 114300 h 226483"/>
                <a:gd name="connsiteX2" fmla="*/ 550333 w 745066"/>
                <a:gd name="connsiteY2" fmla="*/ 0 h 226483"/>
                <a:gd name="connsiteX3" fmla="*/ 745066 w 745066"/>
                <a:gd name="connsiteY3" fmla="*/ 226483 h 226483"/>
              </a:gdLst>
              <a:ahLst/>
              <a:cxnLst>
                <a:cxn ang="0">
                  <a:pos x="connsiteX0" y="connsiteY0"/>
                </a:cxn>
                <a:cxn ang="0">
                  <a:pos x="connsiteX1" y="connsiteY1"/>
                </a:cxn>
                <a:cxn ang="0">
                  <a:pos x="connsiteX2" y="connsiteY2"/>
                </a:cxn>
                <a:cxn ang="0">
                  <a:pos x="connsiteX3" y="connsiteY3"/>
                </a:cxn>
              </a:cxnLst>
              <a:rect l="l" t="t" r="r" b="b"/>
              <a:pathLst>
                <a:path w="745066" h="226483">
                  <a:moveTo>
                    <a:pt x="745066" y="226483"/>
                  </a:moveTo>
                  <a:lnTo>
                    <a:pt x="0" y="114300"/>
                  </a:lnTo>
                  <a:lnTo>
                    <a:pt x="550333" y="0"/>
                  </a:lnTo>
                  <a:lnTo>
                    <a:pt x="745066" y="226483"/>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28" name="任意多边形: 形状 15"/>
            <p:cNvSpPr/>
            <p:nvPr>
              <p:custDataLst>
                <p:tags r:id="rId8"/>
              </p:custDataLst>
            </p:nvPr>
          </p:nvSpPr>
          <p:spPr>
            <a:xfrm>
              <a:off x="8552893" y="2571639"/>
              <a:ext cx="759883" cy="603250"/>
            </a:xfrm>
            <a:custGeom>
              <a:avLst/>
              <a:gdLst>
                <a:gd name="connsiteX0" fmla="*/ 759883 w 759883"/>
                <a:gd name="connsiteY0" fmla="*/ 340784 h 603250"/>
                <a:gd name="connsiteX1" fmla="*/ 558800 w 759883"/>
                <a:gd name="connsiteY1" fmla="*/ 0 h 603250"/>
                <a:gd name="connsiteX2" fmla="*/ 0 w 759883"/>
                <a:gd name="connsiteY2" fmla="*/ 167217 h 603250"/>
                <a:gd name="connsiteX3" fmla="*/ 402166 w 759883"/>
                <a:gd name="connsiteY3" fmla="*/ 603250 h 603250"/>
                <a:gd name="connsiteX4" fmla="*/ 759883 w 759883"/>
                <a:gd name="connsiteY4" fmla="*/ 340784 h 603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883" h="603250">
                  <a:moveTo>
                    <a:pt x="759883" y="340784"/>
                  </a:moveTo>
                  <a:lnTo>
                    <a:pt x="558800" y="0"/>
                  </a:lnTo>
                  <a:lnTo>
                    <a:pt x="0" y="167217"/>
                  </a:lnTo>
                  <a:lnTo>
                    <a:pt x="402166" y="603250"/>
                  </a:lnTo>
                  <a:lnTo>
                    <a:pt x="759883" y="340784"/>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29" name="任意多边形: 形状 16"/>
            <p:cNvSpPr/>
            <p:nvPr>
              <p:custDataLst>
                <p:tags r:id="rId9"/>
              </p:custDataLst>
            </p:nvPr>
          </p:nvSpPr>
          <p:spPr>
            <a:xfrm>
              <a:off x="9113809" y="2571639"/>
              <a:ext cx="840317" cy="393700"/>
            </a:xfrm>
            <a:custGeom>
              <a:avLst/>
              <a:gdLst>
                <a:gd name="connsiteX0" fmla="*/ 840317 w 840317"/>
                <a:gd name="connsiteY0" fmla="*/ 393700 h 393700"/>
                <a:gd name="connsiteX1" fmla="*/ 747184 w 840317"/>
                <a:gd name="connsiteY1" fmla="*/ 133350 h 393700"/>
                <a:gd name="connsiteX2" fmla="*/ 0 w 840317"/>
                <a:gd name="connsiteY2" fmla="*/ 0 h 393700"/>
                <a:gd name="connsiteX3" fmla="*/ 203200 w 840317"/>
                <a:gd name="connsiteY3" fmla="*/ 345017 h 393700"/>
                <a:gd name="connsiteX4" fmla="*/ 840317 w 840317"/>
                <a:gd name="connsiteY4" fmla="*/ 393700 h 393700"/>
                <a:gd name="connsiteX0-1" fmla="*/ 840317 w 840317"/>
                <a:gd name="connsiteY0-2" fmla="*/ 393700 h 393700"/>
                <a:gd name="connsiteX1-3" fmla="*/ 747184 w 840317"/>
                <a:gd name="connsiteY1-4" fmla="*/ 133350 h 393700"/>
                <a:gd name="connsiteX2-5" fmla="*/ 0 w 840317"/>
                <a:gd name="connsiteY2-6" fmla="*/ 0 h 393700"/>
                <a:gd name="connsiteX3-7" fmla="*/ 176212 w 840317"/>
                <a:gd name="connsiteY3-8" fmla="*/ 354542 h 393700"/>
                <a:gd name="connsiteX4-9" fmla="*/ 840317 w 840317"/>
                <a:gd name="connsiteY4-10" fmla="*/ 393700 h 3937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40317" h="393700">
                  <a:moveTo>
                    <a:pt x="840317" y="393700"/>
                  </a:moveTo>
                  <a:lnTo>
                    <a:pt x="747184" y="133350"/>
                  </a:lnTo>
                  <a:lnTo>
                    <a:pt x="0" y="0"/>
                  </a:lnTo>
                  <a:lnTo>
                    <a:pt x="176212" y="354542"/>
                  </a:lnTo>
                  <a:lnTo>
                    <a:pt x="840317" y="393700"/>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0" name="任意多边形: 形状 17"/>
            <p:cNvSpPr/>
            <p:nvPr>
              <p:custDataLst>
                <p:tags r:id="rId10"/>
              </p:custDataLst>
            </p:nvPr>
          </p:nvSpPr>
          <p:spPr>
            <a:xfrm>
              <a:off x="8175609" y="2698639"/>
              <a:ext cx="766234" cy="1325034"/>
            </a:xfrm>
            <a:custGeom>
              <a:avLst/>
              <a:gdLst>
                <a:gd name="connsiteX0" fmla="*/ 400050 w 766234"/>
                <a:gd name="connsiteY0" fmla="*/ 31750 h 1325034"/>
                <a:gd name="connsiteX1" fmla="*/ 0 w 766234"/>
                <a:gd name="connsiteY1" fmla="*/ 0 h 1325034"/>
                <a:gd name="connsiteX2" fmla="*/ 342900 w 766234"/>
                <a:gd name="connsiteY2" fmla="*/ 1325034 h 1325034"/>
                <a:gd name="connsiteX3" fmla="*/ 766234 w 766234"/>
                <a:gd name="connsiteY3" fmla="*/ 465667 h 1325034"/>
                <a:gd name="connsiteX4" fmla="*/ 400050 w 766234"/>
                <a:gd name="connsiteY4" fmla="*/ 31750 h 1325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234" h="1325034">
                  <a:moveTo>
                    <a:pt x="400050" y="31750"/>
                  </a:moveTo>
                  <a:lnTo>
                    <a:pt x="0" y="0"/>
                  </a:lnTo>
                  <a:lnTo>
                    <a:pt x="342900" y="1325034"/>
                  </a:lnTo>
                  <a:lnTo>
                    <a:pt x="766234" y="465667"/>
                  </a:lnTo>
                  <a:lnTo>
                    <a:pt x="400050" y="31750"/>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1" name="任意多边形: 形状 18"/>
            <p:cNvSpPr/>
            <p:nvPr>
              <p:custDataLst>
                <p:tags r:id="rId11"/>
              </p:custDataLst>
            </p:nvPr>
          </p:nvSpPr>
          <p:spPr>
            <a:xfrm>
              <a:off x="8936009" y="2893373"/>
              <a:ext cx="670984" cy="806450"/>
            </a:xfrm>
            <a:custGeom>
              <a:avLst/>
              <a:gdLst>
                <a:gd name="connsiteX0" fmla="*/ 370417 w 664634"/>
                <a:gd name="connsiteY0" fmla="*/ 0 h 800100"/>
                <a:gd name="connsiteX1" fmla="*/ 664634 w 664634"/>
                <a:gd name="connsiteY1" fmla="*/ 800100 h 800100"/>
                <a:gd name="connsiteX2" fmla="*/ 0 w 664634"/>
                <a:gd name="connsiteY2" fmla="*/ 275166 h 800100"/>
                <a:gd name="connsiteX3" fmla="*/ 370417 w 664634"/>
                <a:gd name="connsiteY3" fmla="*/ 0 h 800100"/>
                <a:gd name="connsiteX0-1" fmla="*/ 370417 w 783167"/>
                <a:gd name="connsiteY0-2" fmla="*/ 0 h 723900"/>
                <a:gd name="connsiteX1-3" fmla="*/ 783167 w 783167"/>
                <a:gd name="connsiteY1-4" fmla="*/ 723900 h 723900"/>
                <a:gd name="connsiteX2-5" fmla="*/ 0 w 783167"/>
                <a:gd name="connsiteY2-6" fmla="*/ 275166 h 723900"/>
                <a:gd name="connsiteX3-7" fmla="*/ 370417 w 783167"/>
                <a:gd name="connsiteY3-8" fmla="*/ 0 h 723900"/>
                <a:gd name="connsiteX0-9" fmla="*/ 370417 w 670984"/>
                <a:gd name="connsiteY0-10" fmla="*/ 0 h 806450"/>
                <a:gd name="connsiteX1-11" fmla="*/ 670984 w 670984"/>
                <a:gd name="connsiteY1-12" fmla="*/ 806450 h 806450"/>
                <a:gd name="connsiteX2-13" fmla="*/ 0 w 670984"/>
                <a:gd name="connsiteY2-14" fmla="*/ 275166 h 806450"/>
                <a:gd name="connsiteX3-15" fmla="*/ 370417 w 670984"/>
                <a:gd name="connsiteY3-16" fmla="*/ 0 h 806450"/>
              </a:gdLst>
              <a:ahLst/>
              <a:cxnLst>
                <a:cxn ang="0">
                  <a:pos x="connsiteX0-1" y="connsiteY0-2"/>
                </a:cxn>
                <a:cxn ang="0">
                  <a:pos x="connsiteX1-3" y="connsiteY1-4"/>
                </a:cxn>
                <a:cxn ang="0">
                  <a:pos x="connsiteX2-5" y="connsiteY2-6"/>
                </a:cxn>
                <a:cxn ang="0">
                  <a:pos x="connsiteX3-7" y="connsiteY3-8"/>
                </a:cxn>
              </a:cxnLst>
              <a:rect l="l" t="t" r="r" b="b"/>
              <a:pathLst>
                <a:path w="670984" h="806450">
                  <a:moveTo>
                    <a:pt x="370417" y="0"/>
                  </a:moveTo>
                  <a:lnTo>
                    <a:pt x="670984" y="806450"/>
                  </a:lnTo>
                  <a:lnTo>
                    <a:pt x="0" y="275166"/>
                  </a:lnTo>
                  <a:lnTo>
                    <a:pt x="370417" y="0"/>
                  </a:lnTo>
                  <a:close/>
                </a:path>
              </a:pathLst>
            </a:custGeom>
            <a:solidFill>
              <a:srgbClr val="55C3D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2" name="任意多边形: 形状 19"/>
            <p:cNvSpPr/>
            <p:nvPr>
              <p:custDataLst>
                <p:tags r:id="rId12"/>
              </p:custDataLst>
            </p:nvPr>
          </p:nvSpPr>
          <p:spPr>
            <a:xfrm>
              <a:off x="9282083" y="2899723"/>
              <a:ext cx="959909" cy="1001183"/>
            </a:xfrm>
            <a:custGeom>
              <a:avLst/>
              <a:gdLst>
                <a:gd name="connsiteX0" fmla="*/ 620184 w 950384"/>
                <a:gd name="connsiteY0" fmla="*/ 46566 h 1007533"/>
                <a:gd name="connsiteX1" fmla="*/ 882650 w 950384"/>
                <a:gd name="connsiteY1" fmla="*/ 395816 h 1007533"/>
                <a:gd name="connsiteX2" fmla="*/ 950384 w 950384"/>
                <a:gd name="connsiteY2" fmla="*/ 1007533 h 1007533"/>
                <a:gd name="connsiteX3" fmla="*/ 0 w 950384"/>
                <a:gd name="connsiteY3" fmla="*/ 0 h 1007533"/>
                <a:gd name="connsiteX4" fmla="*/ 620184 w 950384"/>
                <a:gd name="connsiteY4" fmla="*/ 46566 h 1007533"/>
                <a:gd name="connsiteX0-1" fmla="*/ 629709 w 959909"/>
                <a:gd name="connsiteY0-2" fmla="*/ 40216 h 1001183"/>
                <a:gd name="connsiteX1-3" fmla="*/ 892175 w 959909"/>
                <a:gd name="connsiteY1-4" fmla="*/ 389466 h 1001183"/>
                <a:gd name="connsiteX2-5" fmla="*/ 959909 w 959909"/>
                <a:gd name="connsiteY2-6" fmla="*/ 1001183 h 1001183"/>
                <a:gd name="connsiteX3-7" fmla="*/ 0 w 959909"/>
                <a:gd name="connsiteY3-8" fmla="*/ 0 h 1001183"/>
                <a:gd name="connsiteX4-9" fmla="*/ 629709 w 959909"/>
                <a:gd name="connsiteY4-10" fmla="*/ 40216 h 100118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59909" h="1001183">
                  <a:moveTo>
                    <a:pt x="629709" y="40216"/>
                  </a:moveTo>
                  <a:lnTo>
                    <a:pt x="892175" y="389466"/>
                  </a:lnTo>
                  <a:lnTo>
                    <a:pt x="959909" y="1001183"/>
                  </a:lnTo>
                  <a:lnTo>
                    <a:pt x="0" y="0"/>
                  </a:lnTo>
                  <a:lnTo>
                    <a:pt x="629709" y="40216"/>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3" name="任意多边形: 形状 21"/>
            <p:cNvSpPr/>
            <p:nvPr>
              <p:custDataLst>
                <p:tags r:id="rId13"/>
              </p:custDataLst>
            </p:nvPr>
          </p:nvSpPr>
          <p:spPr>
            <a:xfrm>
              <a:off x="8936009" y="3636323"/>
              <a:ext cx="666750" cy="654050"/>
            </a:xfrm>
            <a:custGeom>
              <a:avLst/>
              <a:gdLst>
                <a:gd name="connsiteX0" fmla="*/ 133350 w 666750"/>
                <a:gd name="connsiteY0" fmla="*/ 0 h 654050"/>
                <a:gd name="connsiteX1" fmla="*/ 666750 w 666750"/>
                <a:gd name="connsiteY1" fmla="*/ 57150 h 654050"/>
                <a:gd name="connsiteX2" fmla="*/ 599017 w 666750"/>
                <a:gd name="connsiteY2" fmla="*/ 472016 h 654050"/>
                <a:gd name="connsiteX3" fmla="*/ 0 w 666750"/>
                <a:gd name="connsiteY3" fmla="*/ 654050 h 654050"/>
                <a:gd name="connsiteX4" fmla="*/ 133350 w 666750"/>
                <a:gd name="connsiteY4" fmla="*/ 0 h 654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0" h="654050">
                  <a:moveTo>
                    <a:pt x="133350" y="0"/>
                  </a:moveTo>
                  <a:lnTo>
                    <a:pt x="666750" y="57150"/>
                  </a:lnTo>
                  <a:lnTo>
                    <a:pt x="599017" y="472016"/>
                  </a:lnTo>
                  <a:lnTo>
                    <a:pt x="0" y="654050"/>
                  </a:lnTo>
                  <a:lnTo>
                    <a:pt x="133350" y="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4" name="任意多边形: 形状 22"/>
            <p:cNvSpPr/>
            <p:nvPr>
              <p:custDataLst>
                <p:tags r:id="rId14"/>
              </p:custDataLst>
            </p:nvPr>
          </p:nvSpPr>
          <p:spPr>
            <a:xfrm>
              <a:off x="7848043" y="2702873"/>
              <a:ext cx="690033" cy="1320800"/>
            </a:xfrm>
            <a:custGeom>
              <a:avLst/>
              <a:gdLst>
                <a:gd name="connsiteX0" fmla="*/ 4233 w 690033"/>
                <a:gd name="connsiteY0" fmla="*/ 446616 h 1327150"/>
                <a:gd name="connsiteX1" fmla="*/ 342900 w 690033"/>
                <a:gd name="connsiteY1" fmla="*/ 0 h 1327150"/>
                <a:gd name="connsiteX2" fmla="*/ 690033 w 690033"/>
                <a:gd name="connsiteY2" fmla="*/ 1327150 h 1327150"/>
                <a:gd name="connsiteX3" fmla="*/ 0 w 690033"/>
                <a:gd name="connsiteY3" fmla="*/ 1102783 h 1327150"/>
                <a:gd name="connsiteX4" fmla="*/ 4233 w 690033"/>
                <a:gd name="connsiteY4" fmla="*/ 446616 h 1327150"/>
                <a:gd name="connsiteX0-1" fmla="*/ 4233 w 690033"/>
                <a:gd name="connsiteY0-2" fmla="*/ 440266 h 1320800"/>
                <a:gd name="connsiteX1-3" fmla="*/ 355600 w 690033"/>
                <a:gd name="connsiteY1-4" fmla="*/ 0 h 1320800"/>
                <a:gd name="connsiteX2-5" fmla="*/ 690033 w 690033"/>
                <a:gd name="connsiteY2-6" fmla="*/ 1320800 h 1320800"/>
                <a:gd name="connsiteX3-7" fmla="*/ 0 w 690033"/>
                <a:gd name="connsiteY3-8" fmla="*/ 1096433 h 1320800"/>
                <a:gd name="connsiteX4-9" fmla="*/ 4233 w 690033"/>
                <a:gd name="connsiteY4-10" fmla="*/ 440266 h 13208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0033" h="1320800">
                  <a:moveTo>
                    <a:pt x="4233" y="440266"/>
                  </a:moveTo>
                  <a:lnTo>
                    <a:pt x="355600" y="0"/>
                  </a:lnTo>
                  <a:lnTo>
                    <a:pt x="690033" y="1320800"/>
                  </a:lnTo>
                  <a:lnTo>
                    <a:pt x="0" y="1096433"/>
                  </a:lnTo>
                  <a:lnTo>
                    <a:pt x="4233" y="440266"/>
                  </a:lnTo>
                  <a:close/>
                </a:path>
              </a:pathLst>
            </a:custGeom>
            <a:solidFill>
              <a:srgbClr val="C4EDE7"/>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5" name="任意多边形: 形状 23"/>
            <p:cNvSpPr/>
            <p:nvPr>
              <p:custDataLst>
                <p:tags r:id="rId15"/>
              </p:custDataLst>
            </p:nvPr>
          </p:nvSpPr>
          <p:spPr>
            <a:xfrm>
              <a:off x="8944476" y="3153723"/>
              <a:ext cx="660400" cy="539750"/>
            </a:xfrm>
            <a:custGeom>
              <a:avLst/>
              <a:gdLst>
                <a:gd name="connsiteX0" fmla="*/ 0 w 660400"/>
                <a:gd name="connsiteY0" fmla="*/ 0 h 539750"/>
                <a:gd name="connsiteX1" fmla="*/ 129117 w 660400"/>
                <a:gd name="connsiteY1" fmla="*/ 493183 h 539750"/>
                <a:gd name="connsiteX2" fmla="*/ 660400 w 660400"/>
                <a:gd name="connsiteY2" fmla="*/ 539750 h 539750"/>
                <a:gd name="connsiteX3" fmla="*/ 0 w 660400"/>
                <a:gd name="connsiteY3" fmla="*/ 0 h 539750"/>
              </a:gdLst>
              <a:ahLst/>
              <a:cxnLst>
                <a:cxn ang="0">
                  <a:pos x="connsiteX0" y="connsiteY0"/>
                </a:cxn>
                <a:cxn ang="0">
                  <a:pos x="connsiteX1" y="connsiteY1"/>
                </a:cxn>
                <a:cxn ang="0">
                  <a:pos x="connsiteX2" y="connsiteY2"/>
                </a:cxn>
                <a:cxn ang="0">
                  <a:pos x="connsiteX3" y="connsiteY3"/>
                </a:cxn>
              </a:cxnLst>
              <a:rect l="l" t="t" r="r" b="b"/>
              <a:pathLst>
                <a:path w="660400" h="539750">
                  <a:moveTo>
                    <a:pt x="0" y="0"/>
                  </a:moveTo>
                  <a:lnTo>
                    <a:pt x="129117" y="493183"/>
                  </a:lnTo>
                  <a:lnTo>
                    <a:pt x="660400" y="539750"/>
                  </a:lnTo>
                  <a:lnTo>
                    <a:pt x="0" y="0"/>
                  </a:lnTo>
                  <a:close/>
                </a:path>
              </a:pathLst>
            </a:custGeom>
            <a:solidFill>
              <a:srgbClr val="55C3D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6" name="任意多边形: 形状 24"/>
            <p:cNvSpPr/>
            <p:nvPr>
              <p:custDataLst>
                <p:tags r:id="rId16"/>
              </p:custDataLst>
            </p:nvPr>
          </p:nvSpPr>
          <p:spPr>
            <a:xfrm>
              <a:off x="9306426" y="2916656"/>
              <a:ext cx="654050" cy="770468"/>
            </a:xfrm>
            <a:custGeom>
              <a:avLst/>
              <a:gdLst>
                <a:gd name="connsiteX0" fmla="*/ 0 w 654050"/>
                <a:gd name="connsiteY0" fmla="*/ 0 h 774700"/>
                <a:gd name="connsiteX1" fmla="*/ 654050 w 654050"/>
                <a:gd name="connsiteY1" fmla="*/ 660400 h 774700"/>
                <a:gd name="connsiteX2" fmla="*/ 275167 w 654050"/>
                <a:gd name="connsiteY2" fmla="*/ 774700 h 774700"/>
                <a:gd name="connsiteX3" fmla="*/ 0 w 654050"/>
                <a:gd name="connsiteY3" fmla="*/ 0 h 774700"/>
                <a:gd name="connsiteX0-1" fmla="*/ 0 w 654050"/>
                <a:gd name="connsiteY0-2" fmla="*/ 0 h 795867"/>
                <a:gd name="connsiteX1-3" fmla="*/ 654050 w 654050"/>
                <a:gd name="connsiteY1-4" fmla="*/ 660400 h 795867"/>
                <a:gd name="connsiteX2-5" fmla="*/ 91017 w 654050"/>
                <a:gd name="connsiteY2-6" fmla="*/ 795867 h 795867"/>
                <a:gd name="connsiteX3-7" fmla="*/ 0 w 654050"/>
                <a:gd name="connsiteY3-8" fmla="*/ 0 h 795867"/>
                <a:gd name="connsiteX0-9" fmla="*/ 0 w 654050"/>
                <a:gd name="connsiteY0-10" fmla="*/ 0 h 660400"/>
                <a:gd name="connsiteX1-11" fmla="*/ 654050 w 654050"/>
                <a:gd name="connsiteY1-12" fmla="*/ 660400 h 660400"/>
                <a:gd name="connsiteX2-13" fmla="*/ 505884 w 654050"/>
                <a:gd name="connsiteY2-14" fmla="*/ 620184 h 660400"/>
                <a:gd name="connsiteX3-15" fmla="*/ 0 w 654050"/>
                <a:gd name="connsiteY3-16" fmla="*/ 0 h 660400"/>
                <a:gd name="connsiteX0-17" fmla="*/ 0 w 654050"/>
                <a:gd name="connsiteY0-18" fmla="*/ 0 h 770468"/>
                <a:gd name="connsiteX1-19" fmla="*/ 654050 w 654050"/>
                <a:gd name="connsiteY1-20" fmla="*/ 660400 h 770468"/>
                <a:gd name="connsiteX2-21" fmla="*/ 287867 w 654050"/>
                <a:gd name="connsiteY2-22" fmla="*/ 770468 h 770468"/>
                <a:gd name="connsiteX3-23" fmla="*/ 0 w 654050"/>
                <a:gd name="connsiteY3-24" fmla="*/ 0 h 770468"/>
              </a:gdLst>
              <a:ahLst/>
              <a:cxnLst>
                <a:cxn ang="0">
                  <a:pos x="connsiteX0-1" y="connsiteY0-2"/>
                </a:cxn>
                <a:cxn ang="0">
                  <a:pos x="connsiteX1-3" y="connsiteY1-4"/>
                </a:cxn>
                <a:cxn ang="0">
                  <a:pos x="connsiteX2-5" y="connsiteY2-6"/>
                </a:cxn>
                <a:cxn ang="0">
                  <a:pos x="connsiteX3-7" y="connsiteY3-8"/>
                </a:cxn>
              </a:cxnLst>
              <a:rect l="l" t="t" r="r" b="b"/>
              <a:pathLst>
                <a:path w="654050" h="770468">
                  <a:moveTo>
                    <a:pt x="0" y="0"/>
                  </a:moveTo>
                  <a:lnTo>
                    <a:pt x="654050" y="660400"/>
                  </a:lnTo>
                  <a:lnTo>
                    <a:pt x="287867" y="770468"/>
                  </a:lnTo>
                  <a:lnTo>
                    <a:pt x="0" y="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7" name="任意多边形: 形状 25"/>
            <p:cNvSpPr/>
            <p:nvPr>
              <p:custDataLst>
                <p:tags r:id="rId17"/>
              </p:custDataLst>
            </p:nvPr>
          </p:nvSpPr>
          <p:spPr>
            <a:xfrm>
              <a:off x="8322176" y="2476389"/>
              <a:ext cx="275167" cy="254000"/>
            </a:xfrm>
            <a:custGeom>
              <a:avLst/>
              <a:gdLst>
                <a:gd name="connsiteX0" fmla="*/ 0 w 275167"/>
                <a:gd name="connsiteY0" fmla="*/ 239184 h 254000"/>
                <a:gd name="connsiteX1" fmla="*/ 275167 w 275167"/>
                <a:gd name="connsiteY1" fmla="*/ 0 h 254000"/>
                <a:gd name="connsiteX2" fmla="*/ 239183 w 275167"/>
                <a:gd name="connsiteY2" fmla="*/ 254000 h 254000"/>
                <a:gd name="connsiteX3" fmla="*/ 0 w 275167"/>
                <a:gd name="connsiteY3" fmla="*/ 239184 h 254000"/>
              </a:gdLst>
              <a:ahLst/>
              <a:cxnLst>
                <a:cxn ang="0">
                  <a:pos x="connsiteX0" y="connsiteY0"/>
                </a:cxn>
                <a:cxn ang="0">
                  <a:pos x="connsiteX1" y="connsiteY1"/>
                </a:cxn>
                <a:cxn ang="0">
                  <a:pos x="connsiteX2" y="connsiteY2"/>
                </a:cxn>
                <a:cxn ang="0">
                  <a:pos x="connsiteX3" y="connsiteY3"/>
                </a:cxn>
              </a:cxnLst>
              <a:rect l="l" t="t" r="r" b="b"/>
              <a:pathLst>
                <a:path w="275167" h="254000">
                  <a:moveTo>
                    <a:pt x="0" y="239184"/>
                  </a:moveTo>
                  <a:lnTo>
                    <a:pt x="275167" y="0"/>
                  </a:lnTo>
                  <a:lnTo>
                    <a:pt x="239183" y="254000"/>
                  </a:lnTo>
                  <a:lnTo>
                    <a:pt x="0" y="239184"/>
                  </a:lnTo>
                  <a:close/>
                </a:path>
              </a:pathLst>
            </a:custGeom>
            <a:solidFill>
              <a:srgbClr val="C4EDE7"/>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8" name="任意多边形: 形状 26"/>
            <p:cNvSpPr/>
            <p:nvPr>
              <p:custDataLst>
                <p:tags r:id="rId18"/>
              </p:custDataLst>
            </p:nvPr>
          </p:nvSpPr>
          <p:spPr>
            <a:xfrm>
              <a:off x="8516909" y="3145256"/>
              <a:ext cx="575734" cy="1145117"/>
            </a:xfrm>
            <a:custGeom>
              <a:avLst/>
              <a:gdLst>
                <a:gd name="connsiteX0" fmla="*/ 0 w 575734"/>
                <a:gd name="connsiteY0" fmla="*/ 857250 h 1145117"/>
                <a:gd name="connsiteX1" fmla="*/ 416984 w 575734"/>
                <a:gd name="connsiteY1" fmla="*/ 1145117 h 1145117"/>
                <a:gd name="connsiteX2" fmla="*/ 575734 w 575734"/>
                <a:gd name="connsiteY2" fmla="*/ 472017 h 1145117"/>
                <a:gd name="connsiteX3" fmla="*/ 431800 w 575734"/>
                <a:gd name="connsiteY3" fmla="*/ 0 h 1145117"/>
                <a:gd name="connsiteX4" fmla="*/ 0 w 575734"/>
                <a:gd name="connsiteY4" fmla="*/ 857250 h 1145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734" h="1145117">
                  <a:moveTo>
                    <a:pt x="0" y="857250"/>
                  </a:moveTo>
                  <a:lnTo>
                    <a:pt x="416984" y="1145117"/>
                  </a:lnTo>
                  <a:lnTo>
                    <a:pt x="575734" y="472017"/>
                  </a:lnTo>
                  <a:lnTo>
                    <a:pt x="431800" y="0"/>
                  </a:lnTo>
                  <a:lnTo>
                    <a:pt x="0" y="857250"/>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9" name="任意多边形: 形状 27"/>
            <p:cNvSpPr/>
            <p:nvPr>
              <p:custDataLst>
                <p:tags r:id="rId19"/>
              </p:custDataLst>
            </p:nvPr>
          </p:nvSpPr>
          <p:spPr>
            <a:xfrm>
              <a:off x="7625793" y="3138906"/>
              <a:ext cx="262466" cy="660400"/>
            </a:xfrm>
            <a:custGeom>
              <a:avLst/>
              <a:gdLst>
                <a:gd name="connsiteX0" fmla="*/ 239183 w 262466"/>
                <a:gd name="connsiteY0" fmla="*/ 0 h 660400"/>
                <a:gd name="connsiteX1" fmla="*/ 0 w 262466"/>
                <a:gd name="connsiteY1" fmla="*/ 120650 h 660400"/>
                <a:gd name="connsiteX2" fmla="*/ 40216 w 262466"/>
                <a:gd name="connsiteY2" fmla="*/ 647700 h 660400"/>
                <a:gd name="connsiteX3" fmla="*/ 262466 w 262466"/>
                <a:gd name="connsiteY3" fmla="*/ 660400 h 660400"/>
                <a:gd name="connsiteX4" fmla="*/ 239183 w 262466"/>
                <a:gd name="connsiteY4" fmla="*/ 0 h 66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466" h="660400">
                  <a:moveTo>
                    <a:pt x="239183" y="0"/>
                  </a:moveTo>
                  <a:lnTo>
                    <a:pt x="0" y="120650"/>
                  </a:lnTo>
                  <a:lnTo>
                    <a:pt x="40216" y="647700"/>
                  </a:lnTo>
                  <a:lnTo>
                    <a:pt x="262466" y="660400"/>
                  </a:lnTo>
                  <a:lnTo>
                    <a:pt x="239183" y="0"/>
                  </a:lnTo>
                  <a:close/>
                </a:path>
              </a:pathLst>
            </a:custGeom>
            <a:solidFill>
              <a:srgbClr val="D6F2E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0" name="任意多边形: 形状 29"/>
            <p:cNvSpPr/>
            <p:nvPr>
              <p:custDataLst>
                <p:tags r:id="rId20"/>
              </p:custDataLst>
            </p:nvPr>
          </p:nvSpPr>
          <p:spPr>
            <a:xfrm>
              <a:off x="7570759" y="3748506"/>
              <a:ext cx="338667" cy="186267"/>
            </a:xfrm>
            <a:custGeom>
              <a:avLst/>
              <a:gdLst>
                <a:gd name="connsiteX0" fmla="*/ 105834 w 338667"/>
                <a:gd name="connsiteY0" fmla="*/ 0 h 186267"/>
                <a:gd name="connsiteX1" fmla="*/ 0 w 338667"/>
                <a:gd name="connsiteY1" fmla="*/ 186267 h 186267"/>
                <a:gd name="connsiteX2" fmla="*/ 338667 w 338667"/>
                <a:gd name="connsiteY2" fmla="*/ 42333 h 186267"/>
                <a:gd name="connsiteX3" fmla="*/ 105834 w 338667"/>
                <a:gd name="connsiteY3" fmla="*/ 0 h 186267"/>
              </a:gdLst>
              <a:ahLst/>
              <a:cxnLst>
                <a:cxn ang="0">
                  <a:pos x="connsiteX0" y="connsiteY0"/>
                </a:cxn>
                <a:cxn ang="0">
                  <a:pos x="connsiteX1" y="connsiteY1"/>
                </a:cxn>
                <a:cxn ang="0">
                  <a:pos x="connsiteX2" y="connsiteY2"/>
                </a:cxn>
                <a:cxn ang="0">
                  <a:pos x="connsiteX3" y="connsiteY3"/>
                </a:cxn>
              </a:cxnLst>
              <a:rect l="l" t="t" r="r" b="b"/>
              <a:pathLst>
                <a:path w="338667" h="186267">
                  <a:moveTo>
                    <a:pt x="105834" y="0"/>
                  </a:moveTo>
                  <a:lnTo>
                    <a:pt x="0" y="186267"/>
                  </a:lnTo>
                  <a:lnTo>
                    <a:pt x="338667" y="42333"/>
                  </a:lnTo>
                  <a:lnTo>
                    <a:pt x="105834" y="0"/>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1" name="任意多边形: 形状 30"/>
            <p:cNvSpPr/>
            <p:nvPr>
              <p:custDataLst>
                <p:tags r:id="rId21"/>
              </p:custDataLst>
            </p:nvPr>
          </p:nvSpPr>
          <p:spPr>
            <a:xfrm>
              <a:off x="7759143" y="3786606"/>
              <a:ext cx="810683" cy="385233"/>
            </a:xfrm>
            <a:custGeom>
              <a:avLst/>
              <a:gdLst>
                <a:gd name="connsiteX0" fmla="*/ 0 w 810683"/>
                <a:gd name="connsiteY0" fmla="*/ 33867 h 385233"/>
                <a:gd name="connsiteX1" fmla="*/ 298450 w 810683"/>
                <a:gd name="connsiteY1" fmla="*/ 385233 h 385233"/>
                <a:gd name="connsiteX2" fmla="*/ 810683 w 810683"/>
                <a:gd name="connsiteY2" fmla="*/ 245533 h 385233"/>
                <a:gd name="connsiteX3" fmla="*/ 150283 w 810683"/>
                <a:gd name="connsiteY3" fmla="*/ 0 h 385233"/>
                <a:gd name="connsiteX4" fmla="*/ 0 w 810683"/>
                <a:gd name="connsiteY4" fmla="*/ 33867 h 385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683" h="385233">
                  <a:moveTo>
                    <a:pt x="0" y="33867"/>
                  </a:moveTo>
                  <a:lnTo>
                    <a:pt x="298450" y="385233"/>
                  </a:lnTo>
                  <a:lnTo>
                    <a:pt x="810683" y="245533"/>
                  </a:lnTo>
                  <a:lnTo>
                    <a:pt x="150283" y="0"/>
                  </a:lnTo>
                  <a:lnTo>
                    <a:pt x="0" y="33867"/>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2" name="任意多边形: 形状 31"/>
            <p:cNvSpPr/>
            <p:nvPr>
              <p:custDataLst>
                <p:tags r:id="rId22"/>
              </p:custDataLst>
            </p:nvPr>
          </p:nvSpPr>
          <p:spPr>
            <a:xfrm>
              <a:off x="9509626" y="3574939"/>
              <a:ext cx="560917" cy="910167"/>
            </a:xfrm>
            <a:custGeom>
              <a:avLst/>
              <a:gdLst>
                <a:gd name="connsiteX0" fmla="*/ 0 w 560917"/>
                <a:gd name="connsiteY0" fmla="*/ 493184 h 910167"/>
                <a:gd name="connsiteX1" fmla="*/ 298450 w 560917"/>
                <a:gd name="connsiteY1" fmla="*/ 910167 h 910167"/>
                <a:gd name="connsiteX2" fmla="*/ 560917 w 560917"/>
                <a:gd name="connsiteY2" fmla="*/ 592667 h 910167"/>
                <a:gd name="connsiteX3" fmla="*/ 376767 w 560917"/>
                <a:gd name="connsiteY3" fmla="*/ 0 h 910167"/>
                <a:gd name="connsiteX4" fmla="*/ 71967 w 560917"/>
                <a:gd name="connsiteY4" fmla="*/ 95250 h 910167"/>
                <a:gd name="connsiteX5" fmla="*/ 0 w 560917"/>
                <a:gd name="connsiteY5" fmla="*/ 493184 h 910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0917" h="910167">
                  <a:moveTo>
                    <a:pt x="0" y="493184"/>
                  </a:moveTo>
                  <a:lnTo>
                    <a:pt x="298450" y="910167"/>
                  </a:lnTo>
                  <a:lnTo>
                    <a:pt x="560917" y="592667"/>
                  </a:lnTo>
                  <a:lnTo>
                    <a:pt x="376767" y="0"/>
                  </a:lnTo>
                  <a:lnTo>
                    <a:pt x="71967" y="95250"/>
                  </a:lnTo>
                  <a:lnTo>
                    <a:pt x="0" y="493184"/>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3" name="任意多边形: 形状 32"/>
            <p:cNvSpPr/>
            <p:nvPr>
              <p:custDataLst>
                <p:tags r:id="rId23"/>
              </p:custDataLst>
            </p:nvPr>
          </p:nvSpPr>
          <p:spPr>
            <a:xfrm>
              <a:off x="8059709" y="4025789"/>
              <a:ext cx="876300" cy="251884"/>
            </a:xfrm>
            <a:custGeom>
              <a:avLst/>
              <a:gdLst>
                <a:gd name="connsiteX0" fmla="*/ 876300 w 876300"/>
                <a:gd name="connsiteY0" fmla="*/ 251884 h 251884"/>
                <a:gd name="connsiteX1" fmla="*/ 0 w 876300"/>
                <a:gd name="connsiteY1" fmla="*/ 131234 h 251884"/>
                <a:gd name="connsiteX2" fmla="*/ 503767 w 876300"/>
                <a:gd name="connsiteY2" fmla="*/ 0 h 251884"/>
                <a:gd name="connsiteX3" fmla="*/ 876300 w 876300"/>
                <a:gd name="connsiteY3" fmla="*/ 251884 h 251884"/>
              </a:gdLst>
              <a:ahLst/>
              <a:cxnLst>
                <a:cxn ang="0">
                  <a:pos x="connsiteX0" y="connsiteY0"/>
                </a:cxn>
                <a:cxn ang="0">
                  <a:pos x="connsiteX1" y="connsiteY1"/>
                </a:cxn>
                <a:cxn ang="0">
                  <a:pos x="connsiteX2" y="connsiteY2"/>
                </a:cxn>
                <a:cxn ang="0">
                  <a:pos x="connsiteX3" y="connsiteY3"/>
                </a:cxn>
              </a:cxnLst>
              <a:rect l="l" t="t" r="r" b="b"/>
              <a:pathLst>
                <a:path w="876300" h="251884">
                  <a:moveTo>
                    <a:pt x="876300" y="251884"/>
                  </a:moveTo>
                  <a:lnTo>
                    <a:pt x="0" y="131234"/>
                  </a:lnTo>
                  <a:lnTo>
                    <a:pt x="503767" y="0"/>
                  </a:lnTo>
                  <a:lnTo>
                    <a:pt x="876300" y="251884"/>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4" name="任意多边形: 形状 33"/>
            <p:cNvSpPr/>
            <p:nvPr>
              <p:custDataLst>
                <p:tags r:id="rId24"/>
              </p:custDataLst>
            </p:nvPr>
          </p:nvSpPr>
          <p:spPr>
            <a:xfrm>
              <a:off x="8914843" y="4093523"/>
              <a:ext cx="908050" cy="577850"/>
            </a:xfrm>
            <a:custGeom>
              <a:avLst/>
              <a:gdLst>
                <a:gd name="connsiteX0" fmla="*/ 649816 w 908050"/>
                <a:gd name="connsiteY0" fmla="*/ 0 h 577850"/>
                <a:gd name="connsiteX1" fmla="*/ 0 w 908050"/>
                <a:gd name="connsiteY1" fmla="*/ 171450 h 577850"/>
                <a:gd name="connsiteX2" fmla="*/ 287866 w 908050"/>
                <a:gd name="connsiteY2" fmla="*/ 524933 h 577850"/>
                <a:gd name="connsiteX3" fmla="*/ 554566 w 908050"/>
                <a:gd name="connsiteY3" fmla="*/ 577850 h 577850"/>
                <a:gd name="connsiteX4" fmla="*/ 908050 w 908050"/>
                <a:gd name="connsiteY4" fmla="*/ 372533 h 577850"/>
                <a:gd name="connsiteX5" fmla="*/ 649816 w 908050"/>
                <a:gd name="connsiteY5" fmla="*/ 0 h 57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050" h="577850">
                  <a:moveTo>
                    <a:pt x="649816" y="0"/>
                  </a:moveTo>
                  <a:lnTo>
                    <a:pt x="0" y="171450"/>
                  </a:lnTo>
                  <a:lnTo>
                    <a:pt x="287866" y="524933"/>
                  </a:lnTo>
                  <a:lnTo>
                    <a:pt x="554566" y="577850"/>
                  </a:lnTo>
                  <a:lnTo>
                    <a:pt x="908050" y="372533"/>
                  </a:lnTo>
                  <a:lnTo>
                    <a:pt x="649816" y="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5" name="任意多边形: 形状 34"/>
            <p:cNvSpPr/>
            <p:nvPr>
              <p:custDataLst>
                <p:tags r:id="rId25"/>
              </p:custDataLst>
            </p:nvPr>
          </p:nvSpPr>
          <p:spPr>
            <a:xfrm>
              <a:off x="7570231" y="3839523"/>
              <a:ext cx="286278" cy="175683"/>
            </a:xfrm>
            <a:custGeom>
              <a:avLst/>
              <a:gdLst>
                <a:gd name="connsiteX0" fmla="*/ 0 w 222250"/>
                <a:gd name="connsiteY0" fmla="*/ 99483 h 169333"/>
                <a:gd name="connsiteX1" fmla="*/ 95250 w 222250"/>
                <a:gd name="connsiteY1" fmla="*/ 169333 h 169333"/>
                <a:gd name="connsiteX2" fmla="*/ 222250 w 222250"/>
                <a:gd name="connsiteY2" fmla="*/ 0 h 169333"/>
                <a:gd name="connsiteX3" fmla="*/ 0 w 222250"/>
                <a:gd name="connsiteY3" fmla="*/ 99483 h 169333"/>
                <a:gd name="connsiteX0-1" fmla="*/ 0 w 227012"/>
                <a:gd name="connsiteY0-2" fmla="*/ 94721 h 169333"/>
                <a:gd name="connsiteX1-3" fmla="*/ 100012 w 227012"/>
                <a:gd name="connsiteY1-4" fmla="*/ 169333 h 169333"/>
                <a:gd name="connsiteX2-5" fmla="*/ 227012 w 227012"/>
                <a:gd name="connsiteY2-6" fmla="*/ 0 h 169333"/>
                <a:gd name="connsiteX3-7" fmla="*/ 0 w 227012"/>
                <a:gd name="connsiteY3-8" fmla="*/ 94721 h 169333"/>
                <a:gd name="connsiteX0-9" fmla="*/ 0 w 286278"/>
                <a:gd name="connsiteY0-10" fmla="*/ 94721 h 177800"/>
                <a:gd name="connsiteX1-11" fmla="*/ 286278 w 286278"/>
                <a:gd name="connsiteY1-12" fmla="*/ 177800 h 177800"/>
                <a:gd name="connsiteX2-13" fmla="*/ 227012 w 286278"/>
                <a:gd name="connsiteY2-14" fmla="*/ 0 h 177800"/>
                <a:gd name="connsiteX3-15" fmla="*/ 0 w 286278"/>
                <a:gd name="connsiteY3-16" fmla="*/ 94721 h 177800"/>
                <a:gd name="connsiteX0-17" fmla="*/ 0 w 286278"/>
                <a:gd name="connsiteY0-18" fmla="*/ 52387 h 135466"/>
                <a:gd name="connsiteX1-19" fmla="*/ 286278 w 286278"/>
                <a:gd name="connsiteY1-20" fmla="*/ 135466 h 135466"/>
                <a:gd name="connsiteX2-21" fmla="*/ 176212 w 286278"/>
                <a:gd name="connsiteY2-22" fmla="*/ 0 h 135466"/>
                <a:gd name="connsiteX3-23" fmla="*/ 0 w 286278"/>
                <a:gd name="connsiteY3-24" fmla="*/ 52387 h 135466"/>
                <a:gd name="connsiteX0-25" fmla="*/ 0 w 286278"/>
                <a:gd name="connsiteY0-26" fmla="*/ 82021 h 165100"/>
                <a:gd name="connsiteX1-27" fmla="*/ 286278 w 286278"/>
                <a:gd name="connsiteY1-28" fmla="*/ 165100 h 165100"/>
                <a:gd name="connsiteX2-29" fmla="*/ 203729 w 286278"/>
                <a:gd name="connsiteY2-30" fmla="*/ 0 h 165100"/>
                <a:gd name="connsiteX3-31" fmla="*/ 0 w 286278"/>
                <a:gd name="connsiteY3-32" fmla="*/ 82021 h 165100"/>
                <a:gd name="connsiteX0-33" fmla="*/ 0 w 286278"/>
                <a:gd name="connsiteY0-34" fmla="*/ 92604 h 175683"/>
                <a:gd name="connsiteX1-35" fmla="*/ 286278 w 286278"/>
                <a:gd name="connsiteY1-36" fmla="*/ 175683 h 175683"/>
                <a:gd name="connsiteX2-37" fmla="*/ 203729 w 286278"/>
                <a:gd name="connsiteY2-38" fmla="*/ 0 h 175683"/>
                <a:gd name="connsiteX3-39" fmla="*/ 0 w 286278"/>
                <a:gd name="connsiteY3-40" fmla="*/ 92604 h 175683"/>
              </a:gdLst>
              <a:ahLst/>
              <a:cxnLst>
                <a:cxn ang="0">
                  <a:pos x="connsiteX0-1" y="connsiteY0-2"/>
                </a:cxn>
                <a:cxn ang="0">
                  <a:pos x="connsiteX1-3" y="connsiteY1-4"/>
                </a:cxn>
                <a:cxn ang="0">
                  <a:pos x="connsiteX2-5" y="connsiteY2-6"/>
                </a:cxn>
                <a:cxn ang="0">
                  <a:pos x="connsiteX3-7" y="connsiteY3-8"/>
                </a:cxn>
              </a:cxnLst>
              <a:rect l="l" t="t" r="r" b="b"/>
              <a:pathLst>
                <a:path w="286278" h="175683">
                  <a:moveTo>
                    <a:pt x="0" y="92604"/>
                  </a:moveTo>
                  <a:lnTo>
                    <a:pt x="286278" y="175683"/>
                  </a:lnTo>
                  <a:lnTo>
                    <a:pt x="203729" y="0"/>
                  </a:lnTo>
                  <a:lnTo>
                    <a:pt x="0" y="92604"/>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6" name="任意多边形: 形状 35"/>
            <p:cNvSpPr/>
            <p:nvPr>
              <p:custDataLst>
                <p:tags r:id="rId26"/>
              </p:custDataLst>
            </p:nvPr>
          </p:nvSpPr>
          <p:spPr>
            <a:xfrm>
              <a:off x="7740093" y="3801423"/>
              <a:ext cx="472016" cy="662516"/>
            </a:xfrm>
            <a:custGeom>
              <a:avLst/>
              <a:gdLst>
                <a:gd name="connsiteX0" fmla="*/ 472016 w 472016"/>
                <a:gd name="connsiteY0" fmla="*/ 662516 h 662516"/>
                <a:gd name="connsiteX1" fmla="*/ 321733 w 472016"/>
                <a:gd name="connsiteY1" fmla="*/ 353483 h 662516"/>
                <a:gd name="connsiteX2" fmla="*/ 0 w 472016"/>
                <a:gd name="connsiteY2" fmla="*/ 0 h 662516"/>
                <a:gd name="connsiteX3" fmla="*/ 234950 w 472016"/>
                <a:gd name="connsiteY3" fmla="*/ 463550 h 662516"/>
                <a:gd name="connsiteX4" fmla="*/ 472016 w 472016"/>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016" h="662516">
                  <a:moveTo>
                    <a:pt x="472016" y="662516"/>
                  </a:moveTo>
                  <a:lnTo>
                    <a:pt x="321733" y="353483"/>
                  </a:lnTo>
                  <a:lnTo>
                    <a:pt x="0" y="0"/>
                  </a:lnTo>
                  <a:lnTo>
                    <a:pt x="234950" y="463550"/>
                  </a:lnTo>
                  <a:lnTo>
                    <a:pt x="472016" y="662516"/>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7" name="任意多边形: 形状 36"/>
            <p:cNvSpPr/>
            <p:nvPr>
              <p:custDataLst>
                <p:tags r:id="rId27"/>
              </p:custDataLst>
            </p:nvPr>
          </p:nvSpPr>
          <p:spPr>
            <a:xfrm>
              <a:off x="8665076" y="4248039"/>
              <a:ext cx="567267" cy="368300"/>
            </a:xfrm>
            <a:custGeom>
              <a:avLst/>
              <a:gdLst>
                <a:gd name="connsiteX0" fmla="*/ 567267 w 567267"/>
                <a:gd name="connsiteY0" fmla="*/ 368300 h 368300"/>
                <a:gd name="connsiteX1" fmla="*/ 0 w 567267"/>
                <a:gd name="connsiteY1" fmla="*/ 205317 h 368300"/>
                <a:gd name="connsiteX2" fmla="*/ 256117 w 567267"/>
                <a:gd name="connsiteY2" fmla="*/ 0 h 368300"/>
                <a:gd name="connsiteX3" fmla="*/ 567267 w 567267"/>
                <a:gd name="connsiteY3" fmla="*/ 368300 h 368300"/>
              </a:gdLst>
              <a:ahLst/>
              <a:cxnLst>
                <a:cxn ang="0">
                  <a:pos x="connsiteX0" y="connsiteY0"/>
                </a:cxn>
                <a:cxn ang="0">
                  <a:pos x="connsiteX1" y="connsiteY1"/>
                </a:cxn>
                <a:cxn ang="0">
                  <a:pos x="connsiteX2" y="connsiteY2"/>
                </a:cxn>
                <a:cxn ang="0">
                  <a:pos x="connsiteX3" y="connsiteY3"/>
                </a:cxn>
              </a:cxnLst>
              <a:rect l="l" t="t" r="r" b="b"/>
              <a:pathLst>
                <a:path w="567267" h="368300">
                  <a:moveTo>
                    <a:pt x="567267" y="368300"/>
                  </a:moveTo>
                  <a:lnTo>
                    <a:pt x="0" y="205317"/>
                  </a:lnTo>
                  <a:lnTo>
                    <a:pt x="256117" y="0"/>
                  </a:lnTo>
                  <a:lnTo>
                    <a:pt x="567267" y="36830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8" name="任意多边形: 形状 37"/>
            <p:cNvSpPr/>
            <p:nvPr>
              <p:custDataLst>
                <p:tags r:id="rId28"/>
              </p:custDataLst>
            </p:nvPr>
          </p:nvSpPr>
          <p:spPr>
            <a:xfrm>
              <a:off x="8057593" y="4146439"/>
              <a:ext cx="874183" cy="309034"/>
            </a:xfrm>
            <a:custGeom>
              <a:avLst/>
              <a:gdLst>
                <a:gd name="connsiteX0" fmla="*/ 139700 w 874183"/>
                <a:gd name="connsiteY0" fmla="*/ 309034 h 309034"/>
                <a:gd name="connsiteX1" fmla="*/ 637116 w 874183"/>
                <a:gd name="connsiteY1" fmla="*/ 306917 h 309034"/>
                <a:gd name="connsiteX2" fmla="*/ 874183 w 874183"/>
                <a:gd name="connsiteY2" fmla="*/ 112184 h 309034"/>
                <a:gd name="connsiteX3" fmla="*/ 0 w 874183"/>
                <a:gd name="connsiteY3" fmla="*/ 0 h 309034"/>
                <a:gd name="connsiteX4" fmla="*/ 139700 w 874183"/>
                <a:gd name="connsiteY4" fmla="*/ 309034 h 309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83" h="309034">
                  <a:moveTo>
                    <a:pt x="139700" y="309034"/>
                  </a:moveTo>
                  <a:lnTo>
                    <a:pt x="637116" y="306917"/>
                  </a:lnTo>
                  <a:lnTo>
                    <a:pt x="874183" y="112184"/>
                  </a:lnTo>
                  <a:lnTo>
                    <a:pt x="0" y="0"/>
                  </a:lnTo>
                  <a:lnTo>
                    <a:pt x="139700" y="309034"/>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0" name="任意多边形: 形状 38"/>
            <p:cNvSpPr/>
            <p:nvPr>
              <p:custDataLst>
                <p:tags r:id="rId29"/>
              </p:custDataLst>
            </p:nvPr>
          </p:nvSpPr>
          <p:spPr>
            <a:xfrm>
              <a:off x="7968693" y="4203589"/>
              <a:ext cx="438150" cy="863600"/>
            </a:xfrm>
            <a:custGeom>
              <a:avLst/>
              <a:gdLst>
                <a:gd name="connsiteX0" fmla="*/ 0 w 438150"/>
                <a:gd name="connsiteY0" fmla="*/ 0 h 863600"/>
                <a:gd name="connsiteX1" fmla="*/ 438150 w 438150"/>
                <a:gd name="connsiteY1" fmla="*/ 863600 h 863600"/>
                <a:gd name="connsiteX2" fmla="*/ 218016 w 438150"/>
                <a:gd name="connsiteY2" fmla="*/ 190500 h 863600"/>
                <a:gd name="connsiteX3" fmla="*/ 0 w 438150"/>
                <a:gd name="connsiteY3" fmla="*/ 0 h 863600"/>
              </a:gdLst>
              <a:ahLst/>
              <a:cxnLst>
                <a:cxn ang="0">
                  <a:pos x="connsiteX0" y="connsiteY0"/>
                </a:cxn>
                <a:cxn ang="0">
                  <a:pos x="connsiteX1" y="connsiteY1"/>
                </a:cxn>
                <a:cxn ang="0">
                  <a:pos x="connsiteX2" y="connsiteY2"/>
                </a:cxn>
                <a:cxn ang="0">
                  <a:pos x="connsiteX3" y="connsiteY3"/>
                </a:cxn>
              </a:cxnLst>
              <a:rect l="l" t="t" r="r" b="b"/>
              <a:pathLst>
                <a:path w="438150" h="863600">
                  <a:moveTo>
                    <a:pt x="0" y="0"/>
                  </a:moveTo>
                  <a:lnTo>
                    <a:pt x="438150" y="863600"/>
                  </a:lnTo>
                  <a:lnTo>
                    <a:pt x="218016" y="190500"/>
                  </a:lnTo>
                  <a:lnTo>
                    <a:pt x="0" y="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1" name="任意多边形: 形状 39"/>
            <p:cNvSpPr/>
            <p:nvPr>
              <p:custDataLst>
                <p:tags r:id="rId30"/>
              </p:custDataLst>
            </p:nvPr>
          </p:nvSpPr>
          <p:spPr>
            <a:xfrm>
              <a:off x="8157076" y="4375039"/>
              <a:ext cx="552450" cy="730250"/>
            </a:xfrm>
            <a:custGeom>
              <a:avLst/>
              <a:gdLst>
                <a:gd name="connsiteX0" fmla="*/ 552450 w 552450"/>
                <a:gd name="connsiteY0" fmla="*/ 52917 h 730250"/>
                <a:gd name="connsiteX1" fmla="*/ 260350 w 552450"/>
                <a:gd name="connsiteY1" fmla="*/ 730250 h 730250"/>
                <a:gd name="connsiteX2" fmla="*/ 0 w 552450"/>
                <a:gd name="connsiteY2" fmla="*/ 0 h 730250"/>
                <a:gd name="connsiteX3" fmla="*/ 552450 w 552450"/>
                <a:gd name="connsiteY3" fmla="*/ 52917 h 730250"/>
              </a:gdLst>
              <a:ahLst/>
              <a:cxnLst>
                <a:cxn ang="0">
                  <a:pos x="connsiteX0" y="connsiteY0"/>
                </a:cxn>
                <a:cxn ang="0">
                  <a:pos x="connsiteX1" y="connsiteY1"/>
                </a:cxn>
                <a:cxn ang="0">
                  <a:pos x="connsiteX2" y="connsiteY2"/>
                </a:cxn>
                <a:cxn ang="0">
                  <a:pos x="connsiteX3" y="connsiteY3"/>
                </a:cxn>
              </a:cxnLst>
              <a:rect l="l" t="t" r="r" b="b"/>
              <a:pathLst>
                <a:path w="552450" h="730250">
                  <a:moveTo>
                    <a:pt x="552450" y="52917"/>
                  </a:moveTo>
                  <a:lnTo>
                    <a:pt x="260350" y="730250"/>
                  </a:lnTo>
                  <a:lnTo>
                    <a:pt x="0" y="0"/>
                  </a:lnTo>
                  <a:lnTo>
                    <a:pt x="552450" y="52917"/>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2" name="任意多边形: 形状 40"/>
            <p:cNvSpPr/>
            <p:nvPr>
              <p:custDataLst>
                <p:tags r:id="rId31"/>
              </p:custDataLst>
            </p:nvPr>
          </p:nvSpPr>
          <p:spPr>
            <a:xfrm>
              <a:off x="8671426" y="4442773"/>
              <a:ext cx="795867" cy="552450"/>
            </a:xfrm>
            <a:custGeom>
              <a:avLst/>
              <a:gdLst>
                <a:gd name="connsiteX0" fmla="*/ 0 w 795867"/>
                <a:gd name="connsiteY0" fmla="*/ 0 h 552450"/>
                <a:gd name="connsiteX1" fmla="*/ 757767 w 795867"/>
                <a:gd name="connsiteY1" fmla="*/ 552450 h 552450"/>
                <a:gd name="connsiteX2" fmla="*/ 795867 w 795867"/>
                <a:gd name="connsiteY2" fmla="*/ 198966 h 552450"/>
                <a:gd name="connsiteX3" fmla="*/ 0 w 795867"/>
                <a:gd name="connsiteY3" fmla="*/ 0 h 552450"/>
              </a:gdLst>
              <a:ahLst/>
              <a:cxnLst>
                <a:cxn ang="0">
                  <a:pos x="connsiteX0" y="connsiteY0"/>
                </a:cxn>
                <a:cxn ang="0">
                  <a:pos x="connsiteX1" y="connsiteY1"/>
                </a:cxn>
                <a:cxn ang="0">
                  <a:pos x="connsiteX2" y="connsiteY2"/>
                </a:cxn>
                <a:cxn ang="0">
                  <a:pos x="connsiteX3" y="connsiteY3"/>
                </a:cxn>
              </a:cxnLst>
              <a:rect l="l" t="t" r="r" b="b"/>
              <a:pathLst>
                <a:path w="795867" h="552450">
                  <a:moveTo>
                    <a:pt x="0" y="0"/>
                  </a:moveTo>
                  <a:lnTo>
                    <a:pt x="757767" y="552450"/>
                  </a:lnTo>
                  <a:lnTo>
                    <a:pt x="795867" y="198966"/>
                  </a:lnTo>
                  <a:lnTo>
                    <a:pt x="0" y="0"/>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3" name="任意多边形: 形状 41"/>
            <p:cNvSpPr/>
            <p:nvPr>
              <p:custDataLst>
                <p:tags r:id="rId32"/>
              </p:custDataLst>
            </p:nvPr>
          </p:nvSpPr>
          <p:spPr>
            <a:xfrm>
              <a:off x="8414252" y="4430072"/>
              <a:ext cx="361950" cy="1274233"/>
            </a:xfrm>
            <a:custGeom>
              <a:avLst/>
              <a:gdLst>
                <a:gd name="connsiteX0" fmla="*/ 342900 w 342900"/>
                <a:gd name="connsiteY0" fmla="*/ 1274233 h 1274233"/>
                <a:gd name="connsiteX1" fmla="*/ 249767 w 342900"/>
                <a:gd name="connsiteY1" fmla="*/ 0 h 1274233"/>
                <a:gd name="connsiteX2" fmla="*/ 0 w 342900"/>
                <a:gd name="connsiteY2" fmla="*/ 709083 h 1274233"/>
                <a:gd name="connsiteX3" fmla="*/ 342900 w 342900"/>
                <a:gd name="connsiteY3" fmla="*/ 1274233 h 1274233"/>
                <a:gd name="connsiteX0-1" fmla="*/ 361950 w 361950"/>
                <a:gd name="connsiteY0-2" fmla="*/ 1274233 h 1274233"/>
                <a:gd name="connsiteX1-3" fmla="*/ 268817 w 361950"/>
                <a:gd name="connsiteY1-4" fmla="*/ 0 h 1274233"/>
                <a:gd name="connsiteX2-5" fmla="*/ 0 w 361950"/>
                <a:gd name="connsiteY2-6" fmla="*/ 666221 h 1274233"/>
                <a:gd name="connsiteX3-7" fmla="*/ 361950 w 361950"/>
                <a:gd name="connsiteY3-8" fmla="*/ 1274233 h 1274233"/>
              </a:gdLst>
              <a:ahLst/>
              <a:cxnLst>
                <a:cxn ang="0">
                  <a:pos x="connsiteX0-1" y="connsiteY0-2"/>
                </a:cxn>
                <a:cxn ang="0">
                  <a:pos x="connsiteX1-3" y="connsiteY1-4"/>
                </a:cxn>
                <a:cxn ang="0">
                  <a:pos x="connsiteX2-5" y="connsiteY2-6"/>
                </a:cxn>
                <a:cxn ang="0">
                  <a:pos x="connsiteX3-7" y="connsiteY3-8"/>
                </a:cxn>
              </a:cxnLst>
              <a:rect l="l" t="t" r="r" b="b"/>
              <a:pathLst>
                <a:path w="361950" h="1274233">
                  <a:moveTo>
                    <a:pt x="361950" y="1274233"/>
                  </a:moveTo>
                  <a:lnTo>
                    <a:pt x="268817" y="0"/>
                  </a:lnTo>
                  <a:lnTo>
                    <a:pt x="0" y="666221"/>
                  </a:lnTo>
                  <a:lnTo>
                    <a:pt x="361950" y="1274233"/>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4" name="任意多边形: 形状 42"/>
            <p:cNvSpPr/>
            <p:nvPr>
              <p:custDataLst>
                <p:tags r:id="rId33"/>
              </p:custDataLst>
            </p:nvPr>
          </p:nvSpPr>
          <p:spPr>
            <a:xfrm>
              <a:off x="8682009" y="4459706"/>
              <a:ext cx="228072" cy="1261533"/>
            </a:xfrm>
            <a:custGeom>
              <a:avLst/>
              <a:gdLst>
                <a:gd name="connsiteX0" fmla="*/ 0 w 201084"/>
                <a:gd name="connsiteY0" fmla="*/ 0 h 1261533"/>
                <a:gd name="connsiteX1" fmla="*/ 201084 w 201084"/>
                <a:gd name="connsiteY1" fmla="*/ 895350 h 1261533"/>
                <a:gd name="connsiteX2" fmla="*/ 93134 w 201084"/>
                <a:gd name="connsiteY2" fmla="*/ 1261533 h 1261533"/>
                <a:gd name="connsiteX3" fmla="*/ 0 w 201084"/>
                <a:gd name="connsiteY3" fmla="*/ 0 h 1261533"/>
                <a:gd name="connsiteX0-1" fmla="*/ 0 w 228072"/>
                <a:gd name="connsiteY0-2" fmla="*/ 0 h 1261533"/>
                <a:gd name="connsiteX1-3" fmla="*/ 228072 w 228072"/>
                <a:gd name="connsiteY1-4" fmla="*/ 876300 h 1261533"/>
                <a:gd name="connsiteX2-5" fmla="*/ 93134 w 228072"/>
                <a:gd name="connsiteY2-6" fmla="*/ 1261533 h 1261533"/>
                <a:gd name="connsiteX3-7" fmla="*/ 0 w 228072"/>
                <a:gd name="connsiteY3-8" fmla="*/ 0 h 1261533"/>
              </a:gdLst>
              <a:ahLst/>
              <a:cxnLst>
                <a:cxn ang="0">
                  <a:pos x="connsiteX0-1" y="connsiteY0-2"/>
                </a:cxn>
                <a:cxn ang="0">
                  <a:pos x="connsiteX1-3" y="connsiteY1-4"/>
                </a:cxn>
                <a:cxn ang="0">
                  <a:pos x="connsiteX2-5" y="connsiteY2-6"/>
                </a:cxn>
                <a:cxn ang="0">
                  <a:pos x="connsiteX3-7" y="connsiteY3-8"/>
                </a:cxn>
              </a:cxnLst>
              <a:rect l="l" t="t" r="r" b="b"/>
              <a:pathLst>
                <a:path w="228072" h="1261533">
                  <a:moveTo>
                    <a:pt x="0" y="0"/>
                  </a:moveTo>
                  <a:lnTo>
                    <a:pt x="228072" y="876300"/>
                  </a:lnTo>
                  <a:lnTo>
                    <a:pt x="93134" y="1261533"/>
                  </a:lnTo>
                  <a:lnTo>
                    <a:pt x="0" y="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5" name="任意多边形: 形状 43"/>
            <p:cNvSpPr/>
            <p:nvPr>
              <p:custDataLst>
                <p:tags r:id="rId34"/>
              </p:custDataLst>
            </p:nvPr>
          </p:nvSpPr>
          <p:spPr>
            <a:xfrm>
              <a:off x="8671426" y="4436423"/>
              <a:ext cx="279400" cy="1087966"/>
            </a:xfrm>
            <a:custGeom>
              <a:avLst/>
              <a:gdLst>
                <a:gd name="connsiteX0" fmla="*/ 0 w 279400"/>
                <a:gd name="connsiteY0" fmla="*/ 0 h 1087966"/>
                <a:gd name="connsiteX1" fmla="*/ 279400 w 279400"/>
                <a:gd name="connsiteY1" fmla="*/ 1087966 h 1087966"/>
                <a:gd name="connsiteX2" fmla="*/ 247650 w 279400"/>
                <a:gd name="connsiteY2" fmla="*/ 457200 h 1087966"/>
                <a:gd name="connsiteX3" fmla="*/ 0 w 279400"/>
                <a:gd name="connsiteY3" fmla="*/ 0 h 1087966"/>
              </a:gdLst>
              <a:ahLst/>
              <a:cxnLst>
                <a:cxn ang="0">
                  <a:pos x="connsiteX0" y="connsiteY0"/>
                </a:cxn>
                <a:cxn ang="0">
                  <a:pos x="connsiteX1" y="connsiteY1"/>
                </a:cxn>
                <a:cxn ang="0">
                  <a:pos x="connsiteX2" y="connsiteY2"/>
                </a:cxn>
                <a:cxn ang="0">
                  <a:pos x="connsiteX3" y="connsiteY3"/>
                </a:cxn>
              </a:cxnLst>
              <a:rect l="l" t="t" r="r" b="b"/>
              <a:pathLst>
                <a:path w="279400" h="1087966">
                  <a:moveTo>
                    <a:pt x="0" y="0"/>
                  </a:moveTo>
                  <a:lnTo>
                    <a:pt x="279400" y="1087966"/>
                  </a:lnTo>
                  <a:lnTo>
                    <a:pt x="247650" y="457200"/>
                  </a:lnTo>
                  <a:lnTo>
                    <a:pt x="0" y="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6" name="任意多边形: 形状 44"/>
            <p:cNvSpPr/>
            <p:nvPr>
              <p:custDataLst>
                <p:tags r:id="rId35"/>
              </p:custDataLst>
            </p:nvPr>
          </p:nvSpPr>
          <p:spPr>
            <a:xfrm>
              <a:off x="8674601" y="4437480"/>
              <a:ext cx="767292" cy="746125"/>
            </a:xfrm>
            <a:custGeom>
              <a:avLst/>
              <a:gdLst>
                <a:gd name="connsiteX0" fmla="*/ 719667 w 757767"/>
                <a:gd name="connsiteY0" fmla="*/ 742950 h 742950"/>
                <a:gd name="connsiteX1" fmla="*/ 757767 w 757767"/>
                <a:gd name="connsiteY1" fmla="*/ 546100 h 742950"/>
                <a:gd name="connsiteX2" fmla="*/ 0 w 757767"/>
                <a:gd name="connsiteY2" fmla="*/ 0 h 742950"/>
                <a:gd name="connsiteX3" fmla="*/ 234950 w 757767"/>
                <a:gd name="connsiteY3" fmla="*/ 488950 h 742950"/>
                <a:gd name="connsiteX4" fmla="*/ 719667 w 757767"/>
                <a:gd name="connsiteY4" fmla="*/ 742950 h 742950"/>
                <a:gd name="connsiteX0-1" fmla="*/ 729192 w 767292"/>
                <a:gd name="connsiteY0-2" fmla="*/ 746125 h 746125"/>
                <a:gd name="connsiteX1-3" fmla="*/ 767292 w 767292"/>
                <a:gd name="connsiteY1-4" fmla="*/ 549275 h 746125"/>
                <a:gd name="connsiteX2-5" fmla="*/ 0 w 767292"/>
                <a:gd name="connsiteY2-6" fmla="*/ 0 h 746125"/>
                <a:gd name="connsiteX3-7" fmla="*/ 244475 w 767292"/>
                <a:gd name="connsiteY3-8" fmla="*/ 492125 h 746125"/>
                <a:gd name="connsiteX4-9" fmla="*/ 729192 w 767292"/>
                <a:gd name="connsiteY4-10" fmla="*/ 746125 h 7461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67292" h="746125">
                  <a:moveTo>
                    <a:pt x="729192" y="746125"/>
                  </a:moveTo>
                  <a:lnTo>
                    <a:pt x="767292" y="549275"/>
                  </a:lnTo>
                  <a:lnTo>
                    <a:pt x="0" y="0"/>
                  </a:lnTo>
                  <a:lnTo>
                    <a:pt x="244475" y="492125"/>
                  </a:lnTo>
                  <a:lnTo>
                    <a:pt x="729192" y="746125"/>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7" name="任意多边形: 形状 45"/>
            <p:cNvSpPr/>
            <p:nvPr>
              <p:custDataLst>
                <p:tags r:id="rId36"/>
              </p:custDataLst>
            </p:nvPr>
          </p:nvSpPr>
          <p:spPr>
            <a:xfrm>
              <a:off x="8900026" y="4878806"/>
              <a:ext cx="501650" cy="685800"/>
            </a:xfrm>
            <a:custGeom>
              <a:avLst/>
              <a:gdLst>
                <a:gd name="connsiteX0" fmla="*/ 59267 w 501650"/>
                <a:gd name="connsiteY0" fmla="*/ 685800 h 685800"/>
                <a:gd name="connsiteX1" fmla="*/ 501650 w 501650"/>
                <a:gd name="connsiteY1" fmla="*/ 302683 h 685800"/>
                <a:gd name="connsiteX2" fmla="*/ 0 w 501650"/>
                <a:gd name="connsiteY2" fmla="*/ 0 h 685800"/>
                <a:gd name="connsiteX3" fmla="*/ 59267 w 501650"/>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01650" h="685800">
                  <a:moveTo>
                    <a:pt x="59267" y="685800"/>
                  </a:moveTo>
                  <a:lnTo>
                    <a:pt x="501650" y="302683"/>
                  </a:lnTo>
                  <a:lnTo>
                    <a:pt x="0" y="0"/>
                  </a:lnTo>
                  <a:lnTo>
                    <a:pt x="59267" y="68580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8" name="任意多边形: 形状 46"/>
            <p:cNvSpPr/>
            <p:nvPr>
              <p:custDataLst>
                <p:tags r:id="rId37"/>
              </p:custDataLst>
            </p:nvPr>
          </p:nvSpPr>
          <p:spPr>
            <a:xfrm>
              <a:off x="9877926" y="3575469"/>
              <a:ext cx="366713" cy="590550"/>
            </a:xfrm>
            <a:custGeom>
              <a:avLst/>
              <a:gdLst>
                <a:gd name="connsiteX0" fmla="*/ 0 w 366713"/>
                <a:gd name="connsiteY0" fmla="*/ 4762 h 590550"/>
                <a:gd name="connsiteX1" fmla="*/ 61913 w 366713"/>
                <a:gd name="connsiteY1" fmla="*/ 0 h 590550"/>
                <a:gd name="connsiteX2" fmla="*/ 366713 w 366713"/>
                <a:gd name="connsiteY2" fmla="*/ 328612 h 590550"/>
                <a:gd name="connsiteX3" fmla="*/ 179388 w 366713"/>
                <a:gd name="connsiteY3" fmla="*/ 590550 h 590550"/>
                <a:gd name="connsiteX4" fmla="*/ 0 w 366713"/>
                <a:gd name="connsiteY4" fmla="*/ 4762 h 590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3" h="590550">
                  <a:moveTo>
                    <a:pt x="0" y="4762"/>
                  </a:moveTo>
                  <a:lnTo>
                    <a:pt x="61913" y="0"/>
                  </a:lnTo>
                  <a:lnTo>
                    <a:pt x="366713" y="328612"/>
                  </a:lnTo>
                  <a:lnTo>
                    <a:pt x="179388" y="590550"/>
                  </a:lnTo>
                  <a:lnTo>
                    <a:pt x="0" y="4762"/>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grpSp>
      <p:sp>
        <p:nvSpPr>
          <p:cNvPr id="59" name="矩形 58"/>
          <p:cNvSpPr/>
          <p:nvPr>
            <p:custDataLst>
              <p:tags r:id="rId38"/>
            </p:custDataLst>
          </p:nvPr>
        </p:nvSpPr>
        <p:spPr>
          <a:xfrm>
            <a:off x="6226175" y="3125470"/>
            <a:ext cx="4689475" cy="3258820"/>
          </a:xfrm>
          <a:prstGeom prst="rect">
            <a:avLst/>
          </a:prstGeom>
          <a:gradFill flip="none" rotWithShape="1">
            <a:gsLst>
              <a:gs pos="97000">
                <a:srgbClr val="4472C4">
                  <a:lumMod val="0"/>
                  <a:lumOff val="100000"/>
                  <a:alpha val="0"/>
                </a:srgbClr>
              </a:gs>
              <a:gs pos="83000">
                <a:srgbClr val="4472C4">
                  <a:lumMod val="0"/>
                  <a:lumOff val="100000"/>
                  <a:alpha val="0"/>
                </a:srgbClr>
              </a:gs>
              <a:gs pos="28000">
                <a:srgbClr val="0C93B5"/>
              </a:gs>
            </a:gsLst>
            <a:path path="circle">
              <a:fillToRect l="50000" t="-80000" r="50000" b="180000"/>
            </a:path>
            <a:tileRect/>
          </a:gra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60" name="文本框 59"/>
          <p:cNvSpPr txBox="1"/>
          <p:nvPr>
            <p:custDataLst>
              <p:tags r:id="rId39"/>
            </p:custDataLst>
          </p:nvPr>
        </p:nvSpPr>
        <p:spPr>
          <a:xfrm>
            <a:off x="746625" y="2103413"/>
            <a:ext cx="5238901" cy="337185"/>
          </a:xfrm>
          <a:prstGeom prst="rect">
            <a:avLst/>
          </a:prstGeom>
          <a:noFill/>
        </p:spPr>
        <p:txBody>
          <a:bodyPr wrap="square" rtlCol="0" anchor="ctr" anchorCtr="0">
            <a:spAutoFit/>
          </a:bodyPr>
          <a:p>
            <a:pPr marL="285750" indent="-285750">
              <a:buFont typeface="Wingdings" panose="05000000000000000000" charset="0"/>
              <a:buChar char="Ø"/>
            </a:pPr>
            <a:r>
              <a:rPr lang="en-US" altLang="zh-CN" sz="16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行为：外在的行动和表现</a:t>
            </a:r>
            <a:endParaRPr lang="en-US" altLang="zh-CN" sz="16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1" name="文本框 60"/>
          <p:cNvSpPr txBox="1"/>
          <p:nvPr>
            <p:custDataLst>
              <p:tags r:id="rId40"/>
            </p:custDataLst>
          </p:nvPr>
        </p:nvSpPr>
        <p:spPr>
          <a:xfrm>
            <a:off x="718185" y="2615565"/>
            <a:ext cx="5370830" cy="410845"/>
          </a:xfrm>
          <a:prstGeom prst="rect">
            <a:avLst/>
          </a:prstGeom>
          <a:noFill/>
        </p:spPr>
        <p:txBody>
          <a:bodyPr wrap="square" rtlCol="0" anchor="t" anchorCtr="0">
            <a:spAutoFit/>
          </a:bodyPr>
          <a:p>
            <a:pPr marL="285750" indent="-285750">
              <a:lnSpc>
                <a:spcPct val="130000"/>
              </a:lnSpc>
              <a:buFont typeface="Wingdings" panose="05000000000000000000" charset="0"/>
              <a:buChar char="Ø"/>
            </a:pP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知识与技能：对特定领域的了解和对实践的掌握</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p:txBody>
      </p:sp>
      <p:sp>
        <p:nvSpPr>
          <p:cNvPr id="62" name="文本框 61"/>
          <p:cNvSpPr txBox="1"/>
          <p:nvPr>
            <p:custDataLst>
              <p:tags r:id="rId41"/>
            </p:custDataLst>
          </p:nvPr>
        </p:nvSpPr>
        <p:spPr>
          <a:xfrm>
            <a:off x="718050" y="3320356"/>
            <a:ext cx="5238901" cy="337185"/>
          </a:xfrm>
          <a:prstGeom prst="rect">
            <a:avLst/>
          </a:prstGeom>
          <a:noFill/>
        </p:spPr>
        <p:txBody>
          <a:bodyPr wrap="square" rtlCol="0" anchor="ctr" anchorCtr="0">
            <a:spAutoFit/>
          </a:bodyPr>
          <a:p>
            <a:pPr marL="285750" indent="-285750">
              <a:buFont typeface="Wingdings" panose="05000000000000000000" charset="0"/>
              <a:buChar char="Ø"/>
            </a:pPr>
            <a:r>
              <a:rPr lang="en-US" altLang="zh-CN" sz="16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价值观：对待特定事务的偏好和判断</a:t>
            </a:r>
            <a:endParaRPr lang="en-US" altLang="zh-CN" sz="16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3" name="文本框 62"/>
          <p:cNvSpPr txBox="1"/>
          <p:nvPr>
            <p:custDataLst>
              <p:tags r:id="rId42"/>
            </p:custDataLst>
          </p:nvPr>
        </p:nvSpPr>
        <p:spPr>
          <a:xfrm>
            <a:off x="737100" y="3826759"/>
            <a:ext cx="5238901" cy="410845"/>
          </a:xfrm>
          <a:prstGeom prst="rect">
            <a:avLst/>
          </a:prstGeom>
          <a:noFill/>
        </p:spPr>
        <p:txBody>
          <a:bodyPr wrap="square" rtlCol="0" anchor="t" anchorCtr="0">
            <a:spAutoFit/>
          </a:bodyPr>
          <a:p>
            <a:pPr marL="285750" indent="-285750">
              <a:lnSpc>
                <a:spcPct val="130000"/>
              </a:lnSpc>
              <a:buFont typeface="Wingdings" panose="05000000000000000000" charset="0"/>
              <a:buChar char="Ø"/>
            </a:pP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自我形象：对自己的看法，内在的自我认同</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p:txBody>
      </p:sp>
      <p:sp>
        <p:nvSpPr>
          <p:cNvPr id="64" name="文本框 63"/>
          <p:cNvSpPr txBox="1"/>
          <p:nvPr>
            <p:custDataLst>
              <p:tags r:id="rId43"/>
            </p:custDataLst>
          </p:nvPr>
        </p:nvSpPr>
        <p:spPr>
          <a:xfrm>
            <a:off x="689475" y="4442895"/>
            <a:ext cx="5238901" cy="337185"/>
          </a:xfrm>
          <a:prstGeom prst="rect">
            <a:avLst/>
          </a:prstGeom>
          <a:noFill/>
        </p:spPr>
        <p:txBody>
          <a:bodyPr wrap="square" rtlCol="0" anchor="ctr" anchorCtr="0">
            <a:spAutoFit/>
          </a:bodyPr>
          <a:p>
            <a:pPr marL="285750" indent="-285750">
              <a:buFont typeface="Wingdings" panose="05000000000000000000" charset="0"/>
              <a:buChar char="Ø"/>
            </a:pPr>
            <a:r>
              <a:rPr lang="en-US" altLang="zh-CN" sz="16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个性与特质：持续而稳定的行为与心理特征</a:t>
            </a:r>
            <a:endParaRPr lang="en-US" altLang="zh-CN" sz="16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5" name="文本框 64"/>
          <p:cNvSpPr txBox="1"/>
          <p:nvPr>
            <p:custDataLst>
              <p:tags r:id="rId44"/>
            </p:custDataLst>
          </p:nvPr>
        </p:nvSpPr>
        <p:spPr>
          <a:xfrm>
            <a:off x="689475" y="4949297"/>
            <a:ext cx="5238901" cy="730885"/>
          </a:xfrm>
          <a:prstGeom prst="rect">
            <a:avLst/>
          </a:prstGeom>
          <a:noFill/>
        </p:spPr>
        <p:txBody>
          <a:bodyPr wrap="square" rtlCol="0" anchor="t" anchorCtr="0">
            <a:spAutoFit/>
          </a:bodyPr>
          <a:p>
            <a:pPr marL="285750" indent="-285750">
              <a:lnSpc>
                <a:spcPct val="130000"/>
              </a:lnSpc>
              <a:buFont typeface="Wingdings" panose="05000000000000000000" charset="0"/>
              <a:buChar char="Ø"/>
            </a:pP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内驱力与动机：内心自然持续而强烈的想法或偏好，它将驱动、引导和决定一个人的外在行动</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p:txBody>
      </p:sp>
      <p:sp>
        <p:nvSpPr>
          <p:cNvPr id="66" name="文本框 65"/>
          <p:cNvSpPr txBox="1"/>
          <p:nvPr>
            <p:custDataLst>
              <p:tags r:id="rId45"/>
            </p:custDataLst>
          </p:nvPr>
        </p:nvSpPr>
        <p:spPr>
          <a:xfrm>
            <a:off x="10450830" y="2184400"/>
            <a:ext cx="1528445" cy="429895"/>
          </a:xfrm>
          <a:prstGeom prst="rect">
            <a:avLst/>
          </a:prstGeom>
          <a:noFill/>
        </p:spPr>
        <p:txBody>
          <a:bodyPr wrap="square" rtlCol="0" anchor="ctr" anchorCtr="0">
            <a:sp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01 技能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7" name="文本框 66"/>
          <p:cNvSpPr txBox="1"/>
          <p:nvPr>
            <p:custDataLst>
              <p:tags r:id="rId46"/>
            </p:custDataLst>
          </p:nvPr>
        </p:nvSpPr>
        <p:spPr>
          <a:xfrm>
            <a:off x="10450830" y="2649855"/>
            <a:ext cx="1241425" cy="429895"/>
          </a:xfrm>
          <a:prstGeom prst="rect">
            <a:avLst/>
          </a:prstGeom>
          <a:noFill/>
        </p:spPr>
        <p:txBody>
          <a:bodyPr wrap="square" rtlCol="0" anchor="ctr" anchorCtr="0">
            <a:sp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02 </a:t>
            </a:r>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知识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endParaRPr>
          </a:p>
        </p:txBody>
      </p:sp>
      <p:sp>
        <p:nvSpPr>
          <p:cNvPr id="68" name="文本框 67"/>
          <p:cNvSpPr txBox="1"/>
          <p:nvPr>
            <p:custDataLst>
              <p:tags r:id="rId47"/>
            </p:custDataLst>
          </p:nvPr>
        </p:nvSpPr>
        <p:spPr>
          <a:xfrm>
            <a:off x="10435590" y="3150235"/>
            <a:ext cx="1178560" cy="429895"/>
          </a:xfrm>
          <a:prstGeom prst="rect">
            <a:avLst/>
          </a:prstGeom>
          <a:noFill/>
        </p:spPr>
        <p:txBody>
          <a:bodyPr wrap="square" rtlCol="0" anchor="ctr" anchorCtr="0">
            <a:sp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03 价值观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9" name="文本框 68"/>
          <p:cNvSpPr txBox="1"/>
          <p:nvPr>
            <p:custDataLst>
              <p:tags r:id="rId48"/>
            </p:custDataLst>
          </p:nvPr>
        </p:nvSpPr>
        <p:spPr>
          <a:xfrm>
            <a:off x="10454640" y="3565525"/>
            <a:ext cx="1451610" cy="429895"/>
          </a:xfrm>
          <a:prstGeom prst="rect">
            <a:avLst/>
          </a:prstGeom>
          <a:noFill/>
        </p:spPr>
        <p:txBody>
          <a:bodyPr wrap="square" rtlCol="0" anchor="ctr" anchorCtr="0">
            <a:sp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04 </a:t>
            </a:r>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自我形象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endParaRPr>
          </a:p>
        </p:txBody>
      </p:sp>
      <p:sp>
        <p:nvSpPr>
          <p:cNvPr id="70" name="文本框 69"/>
          <p:cNvSpPr txBox="1"/>
          <p:nvPr>
            <p:custDataLst>
              <p:tags r:id="rId49"/>
            </p:custDataLst>
          </p:nvPr>
        </p:nvSpPr>
        <p:spPr>
          <a:xfrm>
            <a:off x="10454640" y="3995420"/>
            <a:ext cx="1451610" cy="429895"/>
          </a:xfrm>
          <a:prstGeom prst="rect">
            <a:avLst/>
          </a:prstGeom>
          <a:noFill/>
        </p:spPr>
        <p:txBody>
          <a:bodyPr wrap="square" rtlCol="0" anchor="ctr" anchorCtr="0">
            <a:sp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05 </a:t>
            </a:r>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特质/倾向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endParaRPr>
          </a:p>
        </p:txBody>
      </p:sp>
      <p:sp>
        <p:nvSpPr>
          <p:cNvPr id="71" name="文本框 70"/>
          <p:cNvSpPr txBox="1"/>
          <p:nvPr>
            <p:custDataLst>
              <p:tags r:id="rId50"/>
            </p:custDataLst>
          </p:nvPr>
        </p:nvSpPr>
        <p:spPr>
          <a:xfrm>
            <a:off x="8221980" y="2661285"/>
            <a:ext cx="720725" cy="429895"/>
          </a:xfrm>
          <a:prstGeom prst="rect">
            <a:avLst/>
          </a:prstGeom>
          <a:noFill/>
        </p:spPr>
        <p:txBody>
          <a:bodyPr wrap="square" rtlCol="0" anchor="ctr" anchorCtr="0">
            <a:spAutoFit/>
          </a:bodyPr>
          <a:p>
            <a:r>
              <a:rPr lang="zh-CN" altLang="en-US"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冰山上</a:t>
            </a:r>
            <a:r>
              <a:rPr lang="en-US" altLang="zh-CN"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r>
              <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72" name="文本框 71"/>
          <p:cNvSpPr txBox="1"/>
          <p:nvPr>
            <p:custDataLst>
              <p:tags r:id="rId51"/>
            </p:custDataLst>
          </p:nvPr>
        </p:nvSpPr>
        <p:spPr>
          <a:xfrm>
            <a:off x="8221980" y="3150235"/>
            <a:ext cx="720725" cy="429895"/>
          </a:xfrm>
          <a:prstGeom prst="rect">
            <a:avLst/>
          </a:prstGeom>
          <a:noFill/>
        </p:spPr>
        <p:txBody>
          <a:bodyPr wrap="square" rtlCol="0" anchor="ctr" anchorCtr="0">
            <a:spAutoFit/>
          </a:bodyPr>
          <a:p>
            <a:r>
              <a:rPr lang="zh-CN" altLang="en-US"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冰山下</a:t>
            </a:r>
            <a:r>
              <a:rPr lang="en-US" altLang="zh-CN"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r>
              <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4488767"/>
            <a:ext cx="10030995" cy="2369233"/>
            <a:chOff x="5813" y="5507421"/>
            <a:chExt cx="7708780" cy="1350579"/>
          </a:xfrm>
        </p:grpSpPr>
        <p:sp>
          <p:nvSpPr>
            <p:cNvPr id="10" name="等腰三角形 9"/>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11" name="等腰三角形 10"/>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12" name="组合 11"/>
          <p:cNvGrpSpPr/>
          <p:nvPr/>
        </p:nvGrpSpPr>
        <p:grpSpPr>
          <a:xfrm>
            <a:off x="2161004" y="-14340"/>
            <a:ext cx="10030995" cy="2369233"/>
            <a:chOff x="1717902" y="-14340"/>
            <a:chExt cx="10474098" cy="2473890"/>
          </a:xfrm>
        </p:grpSpPr>
        <p:sp>
          <p:nvSpPr>
            <p:cNvPr id="13" name="任意多边形: 形状 12"/>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14" name="任意多边形: 形状 13"/>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汉仪君黑-45简" panose="020B0604020202020204" charset="-122"/>
                <a:ea typeface="汉仪君黑-45简" panose="020B0604020202020204" charset="-122"/>
                <a:cs typeface="+mn-ea"/>
                <a:sym typeface="+mn-lt"/>
              </a:endParaRPr>
            </a:p>
          </p:txBody>
        </p:sp>
      </p:grpSp>
      <p:sp>
        <p:nvSpPr>
          <p:cNvPr id="3" name="文本框 2"/>
          <p:cNvSpPr txBox="1"/>
          <p:nvPr/>
        </p:nvSpPr>
        <p:spPr>
          <a:xfrm>
            <a:off x="1242695" y="2599055"/>
            <a:ext cx="4740910" cy="829945"/>
          </a:xfrm>
          <a:prstGeom prst="rect">
            <a:avLst/>
          </a:prstGeom>
          <a:noFill/>
        </p:spPr>
        <p:txBody>
          <a:bodyPr wrap="square" rtlCol="0">
            <a:spAutoFit/>
          </a:bodyPr>
          <a:lstStyle/>
          <a:p>
            <a:pPr algn="dist"/>
            <a:r>
              <a:rPr lang="zh-CN" altLang="en-US" sz="4800" dirty="0">
                <a:solidFill>
                  <a:srgbClr val="E0836A"/>
                </a:solidFill>
                <a:latin typeface="汉仪君黑-45简" panose="020B0604020202020204" charset="-122"/>
                <a:ea typeface="汉仪君黑-45简" panose="020B0604020202020204" charset="-122"/>
                <a:sym typeface="汉仪君黑-45简" panose="020B0604020202020204" charset="-122"/>
              </a:rPr>
              <a:t>简历识别问题</a:t>
            </a:r>
            <a:endParaRPr lang="zh-CN" altLang="en-US" sz="4800" dirty="0">
              <a:solidFill>
                <a:srgbClr val="E0836A"/>
              </a:solidFill>
              <a:latin typeface="汉仪君黑-45简" panose="020B0604020202020204" charset="-122"/>
              <a:ea typeface="汉仪君黑-45简" panose="020B0604020202020204" charset="-122"/>
              <a:sym typeface="汉仪君黑-45简" panose="020B0604020202020204" charset="-122"/>
            </a:endParaRPr>
          </a:p>
        </p:txBody>
      </p:sp>
      <p:sp>
        <p:nvSpPr>
          <p:cNvPr id="16" name="矩形 15"/>
          <p:cNvSpPr/>
          <p:nvPr/>
        </p:nvSpPr>
        <p:spPr>
          <a:xfrm>
            <a:off x="1401022" y="3428818"/>
            <a:ext cx="5621866" cy="4140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案例为</a:t>
            </a:r>
            <a:r>
              <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收集的</a:t>
            </a:r>
            <a:r>
              <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行业现象</a:t>
            </a:r>
            <a:endPar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endParaRPr>
          </a:p>
        </p:txBody>
      </p:sp>
      <p:pic>
        <p:nvPicPr>
          <p:cNvPr id="17" name="图形 81"/>
          <p:cNvPicPr>
            <a:picLocks noChangeAspect="1"/>
          </p:cNvPicPr>
          <p:nvPr/>
        </p:nvPicPr>
        <p:blipFill>
          <a:blip r:embed="rId1">
            <a:extLst>
              <a:ext uri="{28A0092B-C50C-407E-A947-70E740481C1C}">
                <a14:useLocalDpi xmlns:a14="http://schemas.microsoft.com/office/drawing/2010/main" val="0"/>
              </a:ext>
            </a:extLst>
          </a:blip>
          <a:srcRect l="70491" t="81740" r="23080" b="320"/>
          <a:stretch>
            <a:fillRect/>
          </a:stretch>
        </p:blipFill>
        <p:spPr>
          <a:xfrm>
            <a:off x="6417736" y="921855"/>
            <a:ext cx="5080000" cy="5926668"/>
          </a:xfrm>
          <a:custGeom>
            <a:avLst/>
            <a:gdLst>
              <a:gd name="connsiteX0" fmla="*/ 0 w 783772"/>
              <a:gd name="connsiteY0" fmla="*/ 0 h 914400"/>
              <a:gd name="connsiteX1" fmla="*/ 783772 w 783772"/>
              <a:gd name="connsiteY1" fmla="*/ 0 h 914400"/>
              <a:gd name="connsiteX2" fmla="*/ 783772 w 783772"/>
              <a:gd name="connsiteY2" fmla="*/ 914400 h 914400"/>
              <a:gd name="connsiteX3" fmla="*/ 0 w 783772"/>
              <a:gd name="connsiteY3" fmla="*/ 914400 h 914400"/>
              <a:gd name="connsiteX4" fmla="*/ 0 w 783772"/>
              <a:gd name="connsiteY4" fmla="*/ 0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772" h="914400">
                <a:moveTo>
                  <a:pt x="0" y="0"/>
                </a:moveTo>
                <a:lnTo>
                  <a:pt x="783772" y="0"/>
                </a:lnTo>
                <a:lnTo>
                  <a:pt x="783772" y="914400"/>
                </a:lnTo>
                <a:lnTo>
                  <a:pt x="0" y="914400"/>
                </a:lnTo>
                <a:lnTo>
                  <a:pt x="0" y="0"/>
                </a:lnTo>
                <a:close/>
              </a:path>
            </a:pathLst>
          </a:custGeom>
        </p:spPr>
      </p:pic>
      <p:sp>
        <p:nvSpPr>
          <p:cNvPr id="18" name="文本框 17"/>
          <p:cNvSpPr txBox="1"/>
          <p:nvPr/>
        </p:nvSpPr>
        <p:spPr>
          <a:xfrm>
            <a:off x="8263463" y="2488476"/>
            <a:ext cx="1953795" cy="1198880"/>
          </a:xfrm>
          <a:prstGeom prst="rect">
            <a:avLst/>
          </a:prstGeom>
          <a:noFill/>
        </p:spPr>
        <p:txBody>
          <a:bodyPr wrap="square" rtlCol="0">
            <a:spAutoFit/>
          </a:bodyPr>
          <a:lstStyle/>
          <a:p>
            <a:pPr algn="ctr"/>
            <a:r>
              <a:rPr lang="en-US" altLang="zh-CN" sz="7200" dirty="0">
                <a:solidFill>
                  <a:srgbClr val="E0836A"/>
                </a:solidFill>
                <a:latin typeface="汉仪君黑-45简" panose="020B0604020202020204" charset="-122"/>
                <a:ea typeface="汉仪君黑-45简" panose="020B0604020202020204" charset="-122"/>
                <a:sym typeface="汉仪君黑-45简" panose="020B0604020202020204" charset="-122"/>
              </a:rPr>
              <a:t>05</a:t>
            </a:r>
            <a:endParaRPr lang="en-US" altLang="zh-CN" sz="7200" dirty="0">
              <a:solidFill>
                <a:srgbClr val="E0836A"/>
              </a:solidFill>
              <a:latin typeface="汉仪君黑-45简" panose="020B0604020202020204" charset="-122"/>
              <a:ea typeface="汉仪君黑-45简" panose="020B0604020202020204" charset="-122"/>
              <a:sym typeface="汉仪君黑-45简" panose="020B0604020202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对角圆角 1"/>
          <p:cNvSpPr/>
          <p:nvPr/>
        </p:nvSpPr>
        <p:spPr>
          <a:xfrm>
            <a:off x="4573502" y="2152654"/>
            <a:ext cx="2801789" cy="3247251"/>
          </a:xfrm>
          <a:prstGeom prst="round2DiagRect">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 name="文本框 2"/>
          <p:cNvSpPr txBox="1">
            <a:spLocks noChangeArrowheads="1"/>
          </p:cNvSpPr>
          <p:nvPr/>
        </p:nvSpPr>
        <p:spPr bwMode="auto">
          <a:xfrm>
            <a:off x="4744004" y="3307164"/>
            <a:ext cx="162177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zh-CN" altLang="en-US" sz="2000" dirty="0">
                <a:solidFill>
                  <a:srgbClr val="E0836A"/>
                </a:solidFill>
                <a:latin typeface="汉仪君黑-45简" panose="020B0604020202020204" charset="-122"/>
                <a:ea typeface="汉仪君黑-45简" panose="020B0604020202020204" charset="-122"/>
                <a:cs typeface="+mn-ea"/>
                <a:sym typeface="+mn-lt"/>
              </a:rPr>
              <a:t>过程监控</a:t>
            </a:r>
            <a:endParaRPr lang="zh-CN" altLang="en-US" sz="2000" dirty="0">
              <a:solidFill>
                <a:srgbClr val="E0836A"/>
              </a:solidFill>
              <a:latin typeface="汉仪君黑-45简" panose="020B0604020202020204" charset="-122"/>
              <a:ea typeface="汉仪君黑-45简" panose="020B0604020202020204" charset="-122"/>
              <a:cs typeface="+mn-ea"/>
              <a:sym typeface="+mn-lt"/>
            </a:endParaRPr>
          </a:p>
        </p:txBody>
      </p:sp>
      <p:sp>
        <p:nvSpPr>
          <p:cNvPr id="4" name="文本框 3"/>
          <p:cNvSpPr txBox="1">
            <a:spLocks noChangeArrowheads="1"/>
          </p:cNvSpPr>
          <p:nvPr/>
        </p:nvSpPr>
        <p:spPr bwMode="auto">
          <a:xfrm>
            <a:off x="4744004" y="3731796"/>
            <a:ext cx="2491509"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nSpc>
                <a:spcPct val="150000"/>
              </a:lnSpc>
            </a:pPr>
            <a:r>
              <a:rPr lang="zh-CN" altLang="en-US" sz="1600">
                <a:latin typeface="汉仪君黑-45简" panose="020B0604020202020204" charset="-122"/>
                <a:ea typeface="汉仪君黑-45简" panose="020B0604020202020204" charset="-122"/>
                <a:sym typeface="汉仪君黑-45简" panose="020B0604020202020204" charset="-122"/>
              </a:rPr>
              <a:t>面试过程中对简历熟悉度不够导致沟通过程卡壳。</a:t>
            </a:r>
            <a:endParaRPr lang="zh-CN" altLang="en-US" sz="1600">
              <a:latin typeface="汉仪君黑-45简" panose="020B0604020202020204" charset="-122"/>
              <a:ea typeface="汉仪君黑-45简" panose="020B0604020202020204" charset="-122"/>
              <a:sym typeface="汉仪君黑-45简" panose="020B0604020202020204" charset="-122"/>
            </a:endParaRPr>
          </a:p>
          <a:p>
            <a:pPr>
              <a:lnSpc>
                <a:spcPct val="150000"/>
              </a:lnSpc>
            </a:pPr>
            <a:endParaRPr lang="zh-CN" altLang="en-US" sz="1600" dirty="0">
              <a:solidFill>
                <a:srgbClr val="0D0D0D"/>
              </a:solidFill>
              <a:latin typeface="汉仪君黑-45简" panose="020B0604020202020204" charset="-122"/>
              <a:ea typeface="汉仪君黑-45简" panose="020B0604020202020204" charset="-122"/>
              <a:cs typeface="+mn-ea"/>
              <a:sym typeface="+mn-lt"/>
            </a:endParaRPr>
          </a:p>
        </p:txBody>
      </p:sp>
      <p:sp>
        <p:nvSpPr>
          <p:cNvPr id="5" name="任意多边形: 形状 4"/>
          <p:cNvSpPr/>
          <p:nvPr/>
        </p:nvSpPr>
        <p:spPr>
          <a:xfrm>
            <a:off x="6494815" y="2160027"/>
            <a:ext cx="880477" cy="880475"/>
          </a:xfrm>
          <a:custGeom>
            <a:avLst/>
            <a:gdLst>
              <a:gd name="connsiteX0" fmla="*/ 0 w 557463"/>
              <a:gd name="connsiteY0" fmla="*/ 0 h 557462"/>
              <a:gd name="connsiteX1" fmla="*/ 557463 w 557463"/>
              <a:gd name="connsiteY1" fmla="*/ 0 h 557462"/>
              <a:gd name="connsiteX2" fmla="*/ 557463 w 557463"/>
              <a:gd name="connsiteY2" fmla="*/ 557462 h 557462"/>
              <a:gd name="connsiteX3" fmla="*/ 557462 w 557463"/>
              <a:gd name="connsiteY3" fmla="*/ 557462 h 557462"/>
              <a:gd name="connsiteX4" fmla="*/ 0 w 557463"/>
              <a:gd name="connsiteY4" fmla="*/ 0 h 557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463" h="557462">
                <a:moveTo>
                  <a:pt x="0" y="0"/>
                </a:moveTo>
                <a:lnTo>
                  <a:pt x="557463" y="0"/>
                </a:lnTo>
                <a:lnTo>
                  <a:pt x="557463" y="557462"/>
                </a:lnTo>
                <a:lnTo>
                  <a:pt x="557462" y="557462"/>
                </a:lnTo>
                <a:cubicBezTo>
                  <a:pt x="249584" y="557462"/>
                  <a:pt x="0" y="307878"/>
                  <a:pt x="0" y="0"/>
                </a:cubicBez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latin typeface="汉仪君黑-45简" panose="020B0604020202020204" charset="-122"/>
              <a:ea typeface="汉仪君黑-45简" panose="020B0604020202020204" charset="-122"/>
              <a:cs typeface="+mn-ea"/>
              <a:sym typeface="+mn-lt"/>
            </a:endParaRPr>
          </a:p>
        </p:txBody>
      </p:sp>
      <p:sp>
        <p:nvSpPr>
          <p:cNvPr id="6" name="矩形: 对角圆角 5"/>
          <p:cNvSpPr/>
          <p:nvPr/>
        </p:nvSpPr>
        <p:spPr>
          <a:xfrm>
            <a:off x="8038773" y="2152654"/>
            <a:ext cx="2801789" cy="3247251"/>
          </a:xfrm>
          <a:prstGeom prst="round2DiagRect">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7" name="任意多边形: 形状 6"/>
          <p:cNvSpPr/>
          <p:nvPr/>
        </p:nvSpPr>
        <p:spPr>
          <a:xfrm>
            <a:off x="9960086" y="2160027"/>
            <a:ext cx="880477" cy="880475"/>
          </a:xfrm>
          <a:custGeom>
            <a:avLst/>
            <a:gdLst>
              <a:gd name="connsiteX0" fmla="*/ 0 w 557463"/>
              <a:gd name="connsiteY0" fmla="*/ 0 h 557462"/>
              <a:gd name="connsiteX1" fmla="*/ 557463 w 557463"/>
              <a:gd name="connsiteY1" fmla="*/ 0 h 557462"/>
              <a:gd name="connsiteX2" fmla="*/ 557463 w 557463"/>
              <a:gd name="connsiteY2" fmla="*/ 557462 h 557462"/>
              <a:gd name="connsiteX3" fmla="*/ 557462 w 557463"/>
              <a:gd name="connsiteY3" fmla="*/ 557462 h 557462"/>
              <a:gd name="connsiteX4" fmla="*/ 0 w 557463"/>
              <a:gd name="connsiteY4" fmla="*/ 0 h 557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463" h="557462">
                <a:moveTo>
                  <a:pt x="0" y="0"/>
                </a:moveTo>
                <a:lnTo>
                  <a:pt x="557463" y="0"/>
                </a:lnTo>
                <a:lnTo>
                  <a:pt x="557463" y="557462"/>
                </a:lnTo>
                <a:lnTo>
                  <a:pt x="557462" y="557462"/>
                </a:lnTo>
                <a:cubicBezTo>
                  <a:pt x="249584" y="557462"/>
                  <a:pt x="0" y="307878"/>
                  <a:pt x="0" y="0"/>
                </a:cubicBez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latin typeface="汉仪君黑-45简" panose="020B0604020202020204" charset="-122"/>
              <a:ea typeface="汉仪君黑-45简" panose="020B0604020202020204" charset="-122"/>
              <a:cs typeface="+mn-ea"/>
              <a:sym typeface="+mn-lt"/>
            </a:endParaRPr>
          </a:p>
        </p:txBody>
      </p:sp>
      <p:sp>
        <p:nvSpPr>
          <p:cNvPr id="8" name="文本框 7"/>
          <p:cNvSpPr txBox="1">
            <a:spLocks noChangeArrowheads="1"/>
          </p:cNvSpPr>
          <p:nvPr/>
        </p:nvSpPr>
        <p:spPr bwMode="auto">
          <a:xfrm>
            <a:off x="8213878" y="3307164"/>
            <a:ext cx="162177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zh-CN" altLang="en-US" sz="2000" dirty="0">
                <a:solidFill>
                  <a:srgbClr val="E0836A"/>
                </a:solidFill>
                <a:latin typeface="汉仪君黑-45简" panose="020B0604020202020204" charset="-122"/>
                <a:ea typeface="汉仪君黑-45简" panose="020B0604020202020204" charset="-122"/>
                <a:cs typeface="+mn-ea"/>
                <a:sym typeface="+mn-lt"/>
              </a:rPr>
              <a:t>结论</a:t>
            </a:r>
            <a:endParaRPr lang="zh-CN" altLang="en-US" sz="2000" dirty="0">
              <a:solidFill>
                <a:srgbClr val="E0836A"/>
              </a:solidFill>
              <a:latin typeface="汉仪君黑-45简" panose="020B0604020202020204" charset="-122"/>
              <a:ea typeface="汉仪君黑-45简" panose="020B0604020202020204" charset="-122"/>
              <a:cs typeface="+mn-ea"/>
              <a:sym typeface="+mn-lt"/>
            </a:endParaRPr>
          </a:p>
        </p:txBody>
      </p:sp>
      <p:sp>
        <p:nvSpPr>
          <p:cNvPr id="9" name="文本框 8"/>
          <p:cNvSpPr txBox="1">
            <a:spLocks noChangeArrowheads="1"/>
          </p:cNvSpPr>
          <p:nvPr/>
        </p:nvSpPr>
        <p:spPr bwMode="auto">
          <a:xfrm>
            <a:off x="8213878" y="3762276"/>
            <a:ext cx="2491509"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nSpc>
                <a:spcPct val="130000"/>
              </a:lnSpc>
            </a:pPr>
            <a:r>
              <a:rPr lang="zh-CN" altLang="en-US" sz="1600">
                <a:latin typeface="汉仪君黑-45简" panose="020B0604020202020204" charset="-122"/>
                <a:ea typeface="汉仪君黑-45简" panose="020B0604020202020204" charset="-122"/>
                <a:sym typeface="汉仪君黑-45简" panose="020B0604020202020204" charset="-122"/>
              </a:rPr>
              <a:t>面试结束无法作出明确判断，经常处于似是而非的结论中。</a:t>
            </a:r>
            <a:endParaRPr lang="zh-CN" altLang="en-US" sz="1600" dirty="0">
              <a:solidFill>
                <a:srgbClr val="0D0D0D"/>
              </a:solidFill>
              <a:latin typeface="汉仪君黑-45简" panose="020B0604020202020204" charset="-122"/>
              <a:ea typeface="汉仪君黑-45简" panose="020B0604020202020204" charset="-122"/>
              <a:cs typeface="+mn-ea"/>
              <a:sym typeface="汉仪君黑-45简" panose="020B0604020202020204" charset="-122"/>
            </a:endParaRPr>
          </a:p>
        </p:txBody>
      </p:sp>
      <p:sp>
        <p:nvSpPr>
          <p:cNvPr id="10" name="矩形: 对角圆角 9"/>
          <p:cNvSpPr/>
          <p:nvPr/>
        </p:nvSpPr>
        <p:spPr>
          <a:xfrm>
            <a:off x="1128552" y="2152654"/>
            <a:ext cx="2801789" cy="3247251"/>
          </a:xfrm>
          <a:prstGeom prst="round2DiagRect">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1" name="文本框 10"/>
          <p:cNvSpPr txBox="1">
            <a:spLocks noChangeArrowheads="1"/>
          </p:cNvSpPr>
          <p:nvPr/>
        </p:nvSpPr>
        <p:spPr bwMode="auto">
          <a:xfrm>
            <a:off x="1299053" y="3307164"/>
            <a:ext cx="162177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zh-CN" altLang="en-US" sz="2000" dirty="0">
                <a:solidFill>
                  <a:srgbClr val="E0836A"/>
                </a:solidFill>
                <a:latin typeface="汉仪君黑-45简" panose="020B0604020202020204" charset="-122"/>
                <a:ea typeface="汉仪君黑-45简" panose="020B0604020202020204" charset="-122"/>
                <a:cs typeface="+mn-ea"/>
                <a:sym typeface="+mn-lt"/>
              </a:rPr>
              <a:t>前置工作</a:t>
            </a:r>
            <a:endParaRPr lang="zh-CN" altLang="en-US" sz="2000" dirty="0">
              <a:solidFill>
                <a:srgbClr val="E0836A"/>
              </a:solidFill>
              <a:latin typeface="汉仪君黑-45简" panose="020B0604020202020204" charset="-122"/>
              <a:ea typeface="汉仪君黑-45简" panose="020B0604020202020204" charset="-122"/>
              <a:cs typeface="+mn-ea"/>
              <a:sym typeface="+mn-lt"/>
            </a:endParaRPr>
          </a:p>
        </p:txBody>
      </p:sp>
      <p:sp>
        <p:nvSpPr>
          <p:cNvPr id="12" name="文本框 11"/>
          <p:cNvSpPr txBox="1">
            <a:spLocks noChangeArrowheads="1"/>
          </p:cNvSpPr>
          <p:nvPr/>
        </p:nvSpPr>
        <p:spPr bwMode="auto">
          <a:xfrm>
            <a:off x="1299053" y="3762276"/>
            <a:ext cx="2491509" cy="4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SimSun"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SimSun"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nSpc>
                <a:spcPct val="130000"/>
              </a:lnSpc>
            </a:pPr>
            <a:r>
              <a:rPr lang="zh-CN" altLang="en-US" sz="1600">
                <a:latin typeface="汉仪君黑-45简" panose="020B0604020202020204" charset="-122"/>
                <a:ea typeface="汉仪君黑-45简" panose="020B0604020202020204" charset="-122"/>
                <a:sym typeface="汉仪君黑-45简" panose="020B0604020202020204" charset="-122"/>
              </a:rPr>
              <a:t>事先查看简历，提炼问题</a:t>
            </a:r>
            <a:endParaRPr lang="zh-CN" altLang="en-US" sz="1600" dirty="0">
              <a:solidFill>
                <a:srgbClr val="0D0D0D"/>
              </a:solidFill>
              <a:latin typeface="汉仪君黑-45简" panose="020B0604020202020204" charset="-122"/>
              <a:ea typeface="汉仪君黑-45简" panose="020B0604020202020204" charset="-122"/>
              <a:cs typeface="+mn-ea"/>
              <a:sym typeface="汉仪君黑-45简" panose="020B0604020202020204" charset="-122"/>
            </a:endParaRPr>
          </a:p>
        </p:txBody>
      </p:sp>
      <p:sp>
        <p:nvSpPr>
          <p:cNvPr id="13" name="任意多边形: 形状 12"/>
          <p:cNvSpPr/>
          <p:nvPr/>
        </p:nvSpPr>
        <p:spPr>
          <a:xfrm>
            <a:off x="3049864" y="2160027"/>
            <a:ext cx="880477" cy="880475"/>
          </a:xfrm>
          <a:custGeom>
            <a:avLst/>
            <a:gdLst>
              <a:gd name="connsiteX0" fmla="*/ 0 w 557463"/>
              <a:gd name="connsiteY0" fmla="*/ 0 h 557462"/>
              <a:gd name="connsiteX1" fmla="*/ 557463 w 557463"/>
              <a:gd name="connsiteY1" fmla="*/ 0 h 557462"/>
              <a:gd name="connsiteX2" fmla="*/ 557463 w 557463"/>
              <a:gd name="connsiteY2" fmla="*/ 557462 h 557462"/>
              <a:gd name="connsiteX3" fmla="*/ 557462 w 557463"/>
              <a:gd name="connsiteY3" fmla="*/ 557462 h 557462"/>
              <a:gd name="connsiteX4" fmla="*/ 0 w 557463"/>
              <a:gd name="connsiteY4" fmla="*/ 0 h 557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463" h="557462">
                <a:moveTo>
                  <a:pt x="0" y="0"/>
                </a:moveTo>
                <a:lnTo>
                  <a:pt x="557463" y="0"/>
                </a:lnTo>
                <a:lnTo>
                  <a:pt x="557463" y="557462"/>
                </a:lnTo>
                <a:lnTo>
                  <a:pt x="557462" y="557462"/>
                </a:lnTo>
                <a:cubicBezTo>
                  <a:pt x="249584" y="557462"/>
                  <a:pt x="0" y="307878"/>
                  <a:pt x="0" y="0"/>
                </a:cubicBez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latin typeface="汉仪君黑-45简" panose="020B0604020202020204" charset="-122"/>
              <a:ea typeface="汉仪君黑-45简" panose="020B0604020202020204" charset="-122"/>
              <a:cs typeface="+mn-ea"/>
              <a:sym typeface="+mn-lt"/>
            </a:endParaRPr>
          </a:p>
        </p:txBody>
      </p:sp>
      <p:pic>
        <p:nvPicPr>
          <p:cNvPr id="14" name="图形 3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967" r="76354" b="32331"/>
          <a:stretch>
            <a:fillRect/>
          </a:stretch>
        </p:blipFill>
        <p:spPr>
          <a:xfrm>
            <a:off x="3275810" y="2152578"/>
            <a:ext cx="522904" cy="701907"/>
          </a:xfrm>
          <a:custGeom>
            <a:avLst/>
            <a:gdLst>
              <a:gd name="connsiteX0" fmla="*/ 0 w 997745"/>
              <a:gd name="connsiteY0" fmla="*/ 0 h 1338600"/>
              <a:gd name="connsiteX1" fmla="*/ 997745 w 997745"/>
              <a:gd name="connsiteY1" fmla="*/ 0 h 1338600"/>
              <a:gd name="connsiteX2" fmla="*/ 997745 w 997745"/>
              <a:gd name="connsiteY2" fmla="*/ 1338600 h 1338600"/>
              <a:gd name="connsiteX3" fmla="*/ 0 w 997745"/>
              <a:gd name="connsiteY3" fmla="*/ 1338600 h 1338600"/>
              <a:gd name="connsiteX4" fmla="*/ 0 w 997745"/>
              <a:gd name="connsiteY4" fmla="*/ 0 h 133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745" h="1338600">
                <a:moveTo>
                  <a:pt x="0" y="0"/>
                </a:moveTo>
                <a:lnTo>
                  <a:pt x="997745" y="0"/>
                </a:lnTo>
                <a:lnTo>
                  <a:pt x="997745" y="1338600"/>
                </a:lnTo>
                <a:lnTo>
                  <a:pt x="0" y="1338600"/>
                </a:lnTo>
                <a:lnTo>
                  <a:pt x="0" y="0"/>
                </a:lnTo>
                <a:close/>
              </a:path>
            </a:pathLst>
          </a:custGeom>
        </p:spPr>
      </p:pic>
      <p:pic>
        <p:nvPicPr>
          <p:cNvPr id="15" name="图形 3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24729" t="33967" r="50542" b="32331"/>
          <a:stretch>
            <a:fillRect/>
          </a:stretch>
        </p:blipFill>
        <p:spPr>
          <a:xfrm>
            <a:off x="6694629" y="2152578"/>
            <a:ext cx="547225" cy="701907"/>
          </a:xfrm>
          <a:custGeom>
            <a:avLst/>
            <a:gdLst>
              <a:gd name="connsiteX0" fmla="*/ 0 w 1043464"/>
              <a:gd name="connsiteY0" fmla="*/ 0 h 1338600"/>
              <a:gd name="connsiteX1" fmla="*/ 1043464 w 1043464"/>
              <a:gd name="connsiteY1" fmla="*/ 0 h 1338600"/>
              <a:gd name="connsiteX2" fmla="*/ 1043464 w 1043464"/>
              <a:gd name="connsiteY2" fmla="*/ 1338600 h 1338600"/>
              <a:gd name="connsiteX3" fmla="*/ 0 w 1043464"/>
              <a:gd name="connsiteY3" fmla="*/ 1338600 h 1338600"/>
              <a:gd name="connsiteX4" fmla="*/ 0 w 1043464"/>
              <a:gd name="connsiteY4" fmla="*/ 0 h 133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464" h="1338600">
                <a:moveTo>
                  <a:pt x="0" y="0"/>
                </a:moveTo>
                <a:lnTo>
                  <a:pt x="1043464" y="0"/>
                </a:lnTo>
                <a:lnTo>
                  <a:pt x="1043464" y="1338600"/>
                </a:lnTo>
                <a:lnTo>
                  <a:pt x="0" y="1338600"/>
                </a:lnTo>
                <a:lnTo>
                  <a:pt x="0" y="0"/>
                </a:lnTo>
                <a:close/>
              </a:path>
            </a:pathLst>
          </a:custGeom>
        </p:spPr>
      </p:pic>
      <p:pic>
        <p:nvPicPr>
          <p:cNvPr id="16" name="图形 4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50542" t="70135" r="23351"/>
          <a:stretch>
            <a:fillRect/>
          </a:stretch>
        </p:blipFill>
        <p:spPr>
          <a:xfrm>
            <a:off x="10158089" y="2192465"/>
            <a:ext cx="577383" cy="622134"/>
          </a:xfrm>
          <a:custGeom>
            <a:avLst/>
            <a:gdLst>
              <a:gd name="connsiteX0" fmla="*/ 0 w 1101635"/>
              <a:gd name="connsiteY0" fmla="*/ 0 h 1186201"/>
              <a:gd name="connsiteX1" fmla="*/ 1101635 w 1101635"/>
              <a:gd name="connsiteY1" fmla="*/ 0 h 1186201"/>
              <a:gd name="connsiteX2" fmla="*/ 1101635 w 1101635"/>
              <a:gd name="connsiteY2" fmla="*/ 1186201 h 1186201"/>
              <a:gd name="connsiteX3" fmla="*/ 0 w 1101635"/>
              <a:gd name="connsiteY3" fmla="*/ 1186201 h 1186201"/>
              <a:gd name="connsiteX4" fmla="*/ 0 w 1101635"/>
              <a:gd name="connsiteY4" fmla="*/ 0 h 1186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1635" h="1186201">
                <a:moveTo>
                  <a:pt x="0" y="0"/>
                </a:moveTo>
                <a:lnTo>
                  <a:pt x="1101635" y="0"/>
                </a:lnTo>
                <a:lnTo>
                  <a:pt x="1101635" y="1186201"/>
                </a:lnTo>
                <a:lnTo>
                  <a:pt x="0" y="1186201"/>
                </a:lnTo>
                <a:lnTo>
                  <a:pt x="0" y="0"/>
                </a:lnTo>
                <a:close/>
              </a:path>
            </a:pathLst>
          </a:custGeom>
        </p:spPr>
      </p:pic>
      <p:grpSp>
        <p:nvGrpSpPr>
          <p:cNvPr id="23" name="组合 22"/>
          <p:cNvGrpSpPr/>
          <p:nvPr/>
        </p:nvGrpSpPr>
        <p:grpSpPr>
          <a:xfrm>
            <a:off x="0" y="138059"/>
            <a:ext cx="321733" cy="810207"/>
            <a:chOff x="-79079" y="0"/>
            <a:chExt cx="530352" cy="1060704"/>
          </a:xfrm>
        </p:grpSpPr>
        <p:sp>
          <p:nvSpPr>
            <p:cNvPr id="24" name="任意多边形: 形状 23"/>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5" name="任意多边形: 形状 24"/>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26" name="文本框 25"/>
          <p:cNvSpPr txBox="1"/>
          <p:nvPr/>
        </p:nvSpPr>
        <p:spPr>
          <a:xfrm>
            <a:off x="321945" y="281305"/>
            <a:ext cx="4933315" cy="521970"/>
          </a:xfrm>
          <a:prstGeom prst="rect">
            <a:avLst/>
          </a:prstGeom>
          <a:noFill/>
        </p:spPr>
        <p:txBody>
          <a:bodyPr wrap="square" rtlCol="0">
            <a:spAutoFit/>
          </a:body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通过简历上的痕迹识别问题</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grpSp>
        <p:nvGrpSpPr>
          <p:cNvPr id="27" name="组合 26"/>
          <p:cNvGrpSpPr/>
          <p:nvPr/>
        </p:nvGrpSpPr>
        <p:grpSpPr>
          <a:xfrm>
            <a:off x="0" y="6401399"/>
            <a:ext cx="1933184" cy="456601"/>
            <a:chOff x="5813" y="5507421"/>
            <a:chExt cx="7708780" cy="1350579"/>
          </a:xfrm>
        </p:grpSpPr>
        <p:sp>
          <p:nvSpPr>
            <p:cNvPr id="28" name="等腰三角形 27"/>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9" name="等腰三角形 28"/>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30" name="组合 29"/>
          <p:cNvGrpSpPr/>
          <p:nvPr/>
        </p:nvGrpSpPr>
        <p:grpSpPr>
          <a:xfrm>
            <a:off x="10258816" y="-14340"/>
            <a:ext cx="1933184" cy="456601"/>
            <a:chOff x="1717902" y="-14340"/>
            <a:chExt cx="10474098" cy="2473890"/>
          </a:xfrm>
        </p:grpSpPr>
        <p:sp>
          <p:nvSpPr>
            <p:cNvPr id="31" name="任意多边形: 形状 30"/>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2" name="任意多边形: 形状 31"/>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a:spLocks noChangeArrowheads="1"/>
          </p:cNvSpPr>
          <p:nvPr/>
        </p:nvSpPr>
        <p:spPr bwMode="auto">
          <a:xfrm>
            <a:off x="321945" y="1854200"/>
            <a:ext cx="5653405"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zh-CN" altLang="en-US" sz="2400" dirty="0">
              <a:solidFill>
                <a:schemeClr val="tx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grpSp>
        <p:nvGrpSpPr>
          <p:cNvPr id="11" name="组合 10"/>
          <p:cNvGrpSpPr/>
          <p:nvPr/>
        </p:nvGrpSpPr>
        <p:grpSpPr>
          <a:xfrm>
            <a:off x="0" y="6401399"/>
            <a:ext cx="1933184" cy="456601"/>
            <a:chOff x="5813" y="5507421"/>
            <a:chExt cx="7708780" cy="1350579"/>
          </a:xfrm>
        </p:grpSpPr>
        <p:sp>
          <p:nvSpPr>
            <p:cNvPr id="12" name="等腰三角形 11"/>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0" name="等腰三角形 19"/>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1" name="组合 20"/>
          <p:cNvGrpSpPr/>
          <p:nvPr/>
        </p:nvGrpSpPr>
        <p:grpSpPr>
          <a:xfrm>
            <a:off x="10258816" y="-14340"/>
            <a:ext cx="1933184" cy="456601"/>
            <a:chOff x="1717902" y="-14340"/>
            <a:chExt cx="10474098" cy="2473890"/>
          </a:xfrm>
        </p:grpSpPr>
        <p:sp>
          <p:nvSpPr>
            <p:cNvPr id="22" name="任意多边形: 形状 21"/>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3" name="任意多边形: 形状 22"/>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4" name="组合 23"/>
          <p:cNvGrpSpPr/>
          <p:nvPr/>
        </p:nvGrpSpPr>
        <p:grpSpPr>
          <a:xfrm>
            <a:off x="0" y="138059"/>
            <a:ext cx="321733" cy="810207"/>
            <a:chOff x="-79079" y="0"/>
            <a:chExt cx="530352" cy="1060704"/>
          </a:xfrm>
        </p:grpSpPr>
        <p:sp>
          <p:nvSpPr>
            <p:cNvPr id="25" name="任意多边形: 形状 24"/>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6" name="任意多边形: 形状 25"/>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6" name="文本框 5"/>
          <p:cNvSpPr txBox="1"/>
          <p:nvPr>
            <p:custDataLst>
              <p:tags r:id="rId1"/>
            </p:custDataLst>
          </p:nvPr>
        </p:nvSpPr>
        <p:spPr>
          <a:xfrm>
            <a:off x="681355" y="266065"/>
            <a:ext cx="2618105" cy="645160"/>
          </a:xfrm>
          <a:prstGeom prst="rect">
            <a:avLst/>
          </a:prstGeom>
          <a:noFill/>
        </p:spPr>
        <p:txBody>
          <a:bodyPr wrap="square" rtlCol="0">
            <a:spAutoFit/>
          </a:bodyPr>
          <a:p>
            <a:r>
              <a:rPr lang="zh-CN" altLang="en-US" sz="3600" b="1" dirty="0">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冰山模型</a:t>
            </a:r>
            <a:endParaRPr lang="zh-CN" altLang="en-US" sz="3600" b="1" dirty="0">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7" name="矩形 6"/>
          <p:cNvSpPr/>
          <p:nvPr>
            <p:custDataLst>
              <p:tags r:id="rId2"/>
            </p:custDataLst>
          </p:nvPr>
        </p:nvSpPr>
        <p:spPr>
          <a:xfrm>
            <a:off x="469900" y="372745"/>
            <a:ext cx="114935" cy="476250"/>
          </a:xfrm>
          <a:prstGeom prst="rect">
            <a:avLst/>
          </a:prstGeom>
          <a:solidFill>
            <a:schemeClr val="accent2">
              <a:lumMod val="60000"/>
              <a:lumOff val="40000"/>
            </a:scheme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SimHei" panose="02010609060101010101" charset="-122"/>
              <a:ea typeface="SimHei" panose="02010609060101010101" charset="-122"/>
            </a:endParaRPr>
          </a:p>
        </p:txBody>
      </p:sp>
      <p:grpSp>
        <p:nvGrpSpPr>
          <p:cNvPr id="49" name="组合 48"/>
          <p:cNvGrpSpPr/>
          <p:nvPr>
            <p:custDataLst>
              <p:tags r:id="rId3"/>
            </p:custDataLst>
          </p:nvPr>
        </p:nvGrpSpPr>
        <p:grpSpPr>
          <a:xfrm>
            <a:off x="7178675" y="253365"/>
            <a:ext cx="2773045" cy="3971925"/>
            <a:chOff x="7570231" y="1891297"/>
            <a:chExt cx="2674408" cy="3829942"/>
          </a:xfrm>
        </p:grpSpPr>
        <p:sp>
          <p:nvSpPr>
            <p:cNvPr id="4" name="任意多边形: 形状 11"/>
            <p:cNvSpPr/>
            <p:nvPr>
              <p:custDataLst>
                <p:tags r:id="rId4"/>
              </p:custDataLst>
            </p:nvPr>
          </p:nvSpPr>
          <p:spPr>
            <a:xfrm>
              <a:off x="8758761" y="1891297"/>
              <a:ext cx="381361" cy="704067"/>
            </a:xfrm>
            <a:custGeom>
              <a:avLst/>
              <a:gdLst>
                <a:gd name="connsiteX0" fmla="*/ 381361 w 381361"/>
                <a:gd name="connsiteY0" fmla="*/ 0 h 697717"/>
                <a:gd name="connsiteX1" fmla="*/ 359693 w 381361"/>
                <a:gd name="connsiteY1" fmla="*/ 697717 h 697717"/>
                <a:gd name="connsiteX2" fmla="*/ 0 w 381361"/>
                <a:gd name="connsiteY2" fmla="*/ 563374 h 697717"/>
                <a:gd name="connsiteX3" fmla="*/ 381361 w 381361"/>
                <a:gd name="connsiteY3" fmla="*/ 0 h 697717"/>
                <a:gd name="connsiteX0-1" fmla="*/ 381361 w 503626"/>
                <a:gd name="connsiteY0-2" fmla="*/ 0 h 716767"/>
                <a:gd name="connsiteX1-3" fmla="*/ 503626 w 503626"/>
                <a:gd name="connsiteY1-4" fmla="*/ 716767 h 716767"/>
                <a:gd name="connsiteX2-5" fmla="*/ 0 w 503626"/>
                <a:gd name="connsiteY2-6" fmla="*/ 563374 h 716767"/>
                <a:gd name="connsiteX3-7" fmla="*/ 381361 w 503626"/>
                <a:gd name="connsiteY3-8" fmla="*/ 0 h 716767"/>
                <a:gd name="connsiteX0-9" fmla="*/ 381361 w 381361"/>
                <a:gd name="connsiteY0-10" fmla="*/ 0 h 704067"/>
                <a:gd name="connsiteX1-11" fmla="*/ 370276 w 381361"/>
                <a:gd name="connsiteY1-12" fmla="*/ 704067 h 704067"/>
                <a:gd name="connsiteX2-13" fmla="*/ 0 w 381361"/>
                <a:gd name="connsiteY2-14" fmla="*/ 563374 h 704067"/>
                <a:gd name="connsiteX3-15" fmla="*/ 381361 w 381361"/>
                <a:gd name="connsiteY3-16" fmla="*/ 0 h 704067"/>
              </a:gdLst>
              <a:ahLst/>
              <a:cxnLst>
                <a:cxn ang="0">
                  <a:pos x="connsiteX0-1" y="connsiteY0-2"/>
                </a:cxn>
                <a:cxn ang="0">
                  <a:pos x="connsiteX1-3" y="connsiteY1-4"/>
                </a:cxn>
                <a:cxn ang="0">
                  <a:pos x="connsiteX2-5" y="connsiteY2-6"/>
                </a:cxn>
                <a:cxn ang="0">
                  <a:pos x="connsiteX3-7" y="connsiteY3-8"/>
                </a:cxn>
              </a:cxnLst>
              <a:rect l="l" t="t" r="r" b="b"/>
              <a:pathLst>
                <a:path w="381361" h="704067">
                  <a:moveTo>
                    <a:pt x="381361" y="0"/>
                  </a:moveTo>
                  <a:lnTo>
                    <a:pt x="370276" y="704067"/>
                  </a:lnTo>
                  <a:lnTo>
                    <a:pt x="0" y="563374"/>
                  </a:lnTo>
                  <a:lnTo>
                    <a:pt x="381361" y="0"/>
                  </a:lnTo>
                  <a:close/>
                </a:path>
              </a:pathLst>
            </a:custGeom>
            <a:solidFill>
              <a:srgbClr val="C4EDE7"/>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 name="任意多边形: 形状 12"/>
            <p:cNvSpPr/>
            <p:nvPr>
              <p:custDataLst>
                <p:tags r:id="rId5"/>
              </p:custDataLst>
            </p:nvPr>
          </p:nvSpPr>
          <p:spPr>
            <a:xfrm>
              <a:off x="9115925" y="1898540"/>
              <a:ext cx="419101" cy="703792"/>
            </a:xfrm>
            <a:custGeom>
              <a:avLst/>
              <a:gdLst>
                <a:gd name="connsiteX0" fmla="*/ 409575 w 409575"/>
                <a:gd name="connsiteY0" fmla="*/ 628650 h 711200"/>
                <a:gd name="connsiteX1" fmla="*/ 0 w 409575"/>
                <a:gd name="connsiteY1" fmla="*/ 711200 h 711200"/>
                <a:gd name="connsiteX2" fmla="*/ 19050 w 409575"/>
                <a:gd name="connsiteY2" fmla="*/ 0 h 711200"/>
                <a:gd name="connsiteX3" fmla="*/ 409575 w 409575"/>
                <a:gd name="connsiteY3" fmla="*/ 628650 h 711200"/>
                <a:gd name="connsiteX0-1" fmla="*/ 414338 w 414338"/>
                <a:gd name="connsiteY0-2" fmla="*/ 628650 h 711200"/>
                <a:gd name="connsiteX1-3" fmla="*/ 0 w 414338"/>
                <a:gd name="connsiteY1-4" fmla="*/ 711200 h 711200"/>
                <a:gd name="connsiteX2-5" fmla="*/ 23813 w 414338"/>
                <a:gd name="connsiteY2-6" fmla="*/ 0 h 711200"/>
                <a:gd name="connsiteX3-7" fmla="*/ 414338 w 414338"/>
                <a:gd name="connsiteY3-8" fmla="*/ 628650 h 711200"/>
                <a:gd name="connsiteX0-9" fmla="*/ 417513 w 417513"/>
                <a:gd name="connsiteY0-10" fmla="*/ 652462 h 711200"/>
                <a:gd name="connsiteX1-11" fmla="*/ 0 w 417513"/>
                <a:gd name="connsiteY1-12" fmla="*/ 711200 h 711200"/>
                <a:gd name="connsiteX2-13" fmla="*/ 23813 w 417513"/>
                <a:gd name="connsiteY2-14" fmla="*/ 0 h 711200"/>
                <a:gd name="connsiteX3-15" fmla="*/ 417513 w 417513"/>
                <a:gd name="connsiteY3-16" fmla="*/ 652462 h 711200"/>
                <a:gd name="connsiteX0-17" fmla="*/ 419101 w 419101"/>
                <a:gd name="connsiteY0-18" fmla="*/ 652462 h 727075"/>
                <a:gd name="connsiteX1-19" fmla="*/ 0 w 419101"/>
                <a:gd name="connsiteY1-20" fmla="*/ 727075 h 727075"/>
                <a:gd name="connsiteX2-21" fmla="*/ 25401 w 419101"/>
                <a:gd name="connsiteY2-22" fmla="*/ 0 h 727075"/>
                <a:gd name="connsiteX3-23" fmla="*/ 419101 w 419101"/>
                <a:gd name="connsiteY3-24" fmla="*/ 652462 h 727075"/>
                <a:gd name="connsiteX0-25" fmla="*/ 436034 w 436034"/>
                <a:gd name="connsiteY0-26" fmla="*/ 646112 h 720725"/>
                <a:gd name="connsiteX1-27" fmla="*/ 16933 w 436034"/>
                <a:gd name="connsiteY1-28" fmla="*/ 720725 h 720725"/>
                <a:gd name="connsiteX2-29" fmla="*/ 0 w 436034"/>
                <a:gd name="connsiteY2-30" fmla="*/ 0 h 720725"/>
                <a:gd name="connsiteX3-31" fmla="*/ 436034 w 436034"/>
                <a:gd name="connsiteY3-32" fmla="*/ 646112 h 720725"/>
                <a:gd name="connsiteX0-33" fmla="*/ 419101 w 419101"/>
                <a:gd name="connsiteY0-34" fmla="*/ 629179 h 703792"/>
                <a:gd name="connsiteX1-35" fmla="*/ 0 w 419101"/>
                <a:gd name="connsiteY1-36" fmla="*/ 703792 h 703792"/>
                <a:gd name="connsiteX2-37" fmla="*/ 23284 w 419101"/>
                <a:gd name="connsiteY2-38" fmla="*/ 0 h 703792"/>
                <a:gd name="connsiteX3-39" fmla="*/ 419101 w 419101"/>
                <a:gd name="connsiteY3-40" fmla="*/ 629179 h 703792"/>
              </a:gdLst>
              <a:ahLst/>
              <a:cxnLst>
                <a:cxn ang="0">
                  <a:pos x="connsiteX0-1" y="connsiteY0-2"/>
                </a:cxn>
                <a:cxn ang="0">
                  <a:pos x="connsiteX1-3" y="connsiteY1-4"/>
                </a:cxn>
                <a:cxn ang="0">
                  <a:pos x="connsiteX2-5" y="connsiteY2-6"/>
                </a:cxn>
                <a:cxn ang="0">
                  <a:pos x="connsiteX3-7" y="connsiteY3-8"/>
                </a:cxn>
              </a:cxnLst>
              <a:rect l="l" t="t" r="r" b="b"/>
              <a:pathLst>
                <a:path w="419101" h="703792">
                  <a:moveTo>
                    <a:pt x="419101" y="629179"/>
                  </a:moveTo>
                  <a:lnTo>
                    <a:pt x="0" y="703792"/>
                  </a:lnTo>
                  <a:lnTo>
                    <a:pt x="23284" y="0"/>
                  </a:lnTo>
                  <a:lnTo>
                    <a:pt x="419101" y="629179"/>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8" name="任意多边形: 形状 13"/>
            <p:cNvSpPr/>
            <p:nvPr>
              <p:custDataLst>
                <p:tags r:id="rId6"/>
              </p:custDataLst>
            </p:nvPr>
          </p:nvSpPr>
          <p:spPr>
            <a:xfrm>
              <a:off x="8552893" y="2448873"/>
              <a:ext cx="573616" cy="294216"/>
            </a:xfrm>
            <a:custGeom>
              <a:avLst/>
              <a:gdLst>
                <a:gd name="connsiteX0" fmla="*/ 268816 w 573616"/>
                <a:gd name="connsiteY0" fmla="*/ 0 h 294216"/>
                <a:gd name="connsiteX1" fmla="*/ 35983 w 573616"/>
                <a:gd name="connsiteY1" fmla="*/ 29633 h 294216"/>
                <a:gd name="connsiteX2" fmla="*/ 0 w 573616"/>
                <a:gd name="connsiteY2" fmla="*/ 294216 h 294216"/>
                <a:gd name="connsiteX3" fmla="*/ 573616 w 573616"/>
                <a:gd name="connsiteY3" fmla="*/ 139700 h 294216"/>
                <a:gd name="connsiteX4" fmla="*/ 268816 w 573616"/>
                <a:gd name="connsiteY4" fmla="*/ 0 h 294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616" h="294216">
                  <a:moveTo>
                    <a:pt x="268816" y="0"/>
                  </a:moveTo>
                  <a:lnTo>
                    <a:pt x="35983" y="29633"/>
                  </a:lnTo>
                  <a:lnTo>
                    <a:pt x="0" y="294216"/>
                  </a:lnTo>
                  <a:lnTo>
                    <a:pt x="573616" y="139700"/>
                  </a:lnTo>
                  <a:lnTo>
                    <a:pt x="268816" y="0"/>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9" name="任意多边形: 形状 14"/>
            <p:cNvSpPr/>
            <p:nvPr>
              <p:custDataLst>
                <p:tags r:id="rId7"/>
              </p:custDataLst>
            </p:nvPr>
          </p:nvSpPr>
          <p:spPr>
            <a:xfrm>
              <a:off x="9111693" y="2478506"/>
              <a:ext cx="745066" cy="226483"/>
            </a:xfrm>
            <a:custGeom>
              <a:avLst/>
              <a:gdLst>
                <a:gd name="connsiteX0" fmla="*/ 745066 w 745066"/>
                <a:gd name="connsiteY0" fmla="*/ 226483 h 226483"/>
                <a:gd name="connsiteX1" fmla="*/ 0 w 745066"/>
                <a:gd name="connsiteY1" fmla="*/ 114300 h 226483"/>
                <a:gd name="connsiteX2" fmla="*/ 550333 w 745066"/>
                <a:gd name="connsiteY2" fmla="*/ 0 h 226483"/>
                <a:gd name="connsiteX3" fmla="*/ 745066 w 745066"/>
                <a:gd name="connsiteY3" fmla="*/ 226483 h 226483"/>
              </a:gdLst>
              <a:ahLst/>
              <a:cxnLst>
                <a:cxn ang="0">
                  <a:pos x="connsiteX0" y="connsiteY0"/>
                </a:cxn>
                <a:cxn ang="0">
                  <a:pos x="connsiteX1" y="connsiteY1"/>
                </a:cxn>
                <a:cxn ang="0">
                  <a:pos x="connsiteX2" y="connsiteY2"/>
                </a:cxn>
                <a:cxn ang="0">
                  <a:pos x="connsiteX3" y="connsiteY3"/>
                </a:cxn>
              </a:cxnLst>
              <a:rect l="l" t="t" r="r" b="b"/>
              <a:pathLst>
                <a:path w="745066" h="226483">
                  <a:moveTo>
                    <a:pt x="745066" y="226483"/>
                  </a:moveTo>
                  <a:lnTo>
                    <a:pt x="0" y="114300"/>
                  </a:lnTo>
                  <a:lnTo>
                    <a:pt x="550333" y="0"/>
                  </a:lnTo>
                  <a:lnTo>
                    <a:pt x="745066" y="226483"/>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28" name="任意多边形: 形状 15"/>
            <p:cNvSpPr/>
            <p:nvPr>
              <p:custDataLst>
                <p:tags r:id="rId8"/>
              </p:custDataLst>
            </p:nvPr>
          </p:nvSpPr>
          <p:spPr>
            <a:xfrm>
              <a:off x="8552893" y="2571639"/>
              <a:ext cx="759883" cy="603250"/>
            </a:xfrm>
            <a:custGeom>
              <a:avLst/>
              <a:gdLst>
                <a:gd name="connsiteX0" fmla="*/ 759883 w 759883"/>
                <a:gd name="connsiteY0" fmla="*/ 340784 h 603250"/>
                <a:gd name="connsiteX1" fmla="*/ 558800 w 759883"/>
                <a:gd name="connsiteY1" fmla="*/ 0 h 603250"/>
                <a:gd name="connsiteX2" fmla="*/ 0 w 759883"/>
                <a:gd name="connsiteY2" fmla="*/ 167217 h 603250"/>
                <a:gd name="connsiteX3" fmla="*/ 402166 w 759883"/>
                <a:gd name="connsiteY3" fmla="*/ 603250 h 603250"/>
                <a:gd name="connsiteX4" fmla="*/ 759883 w 759883"/>
                <a:gd name="connsiteY4" fmla="*/ 340784 h 603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883" h="603250">
                  <a:moveTo>
                    <a:pt x="759883" y="340784"/>
                  </a:moveTo>
                  <a:lnTo>
                    <a:pt x="558800" y="0"/>
                  </a:lnTo>
                  <a:lnTo>
                    <a:pt x="0" y="167217"/>
                  </a:lnTo>
                  <a:lnTo>
                    <a:pt x="402166" y="603250"/>
                  </a:lnTo>
                  <a:lnTo>
                    <a:pt x="759883" y="340784"/>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29" name="任意多边形: 形状 16"/>
            <p:cNvSpPr/>
            <p:nvPr>
              <p:custDataLst>
                <p:tags r:id="rId9"/>
              </p:custDataLst>
            </p:nvPr>
          </p:nvSpPr>
          <p:spPr>
            <a:xfrm>
              <a:off x="9113809" y="2571639"/>
              <a:ext cx="840317" cy="393700"/>
            </a:xfrm>
            <a:custGeom>
              <a:avLst/>
              <a:gdLst>
                <a:gd name="connsiteX0" fmla="*/ 840317 w 840317"/>
                <a:gd name="connsiteY0" fmla="*/ 393700 h 393700"/>
                <a:gd name="connsiteX1" fmla="*/ 747184 w 840317"/>
                <a:gd name="connsiteY1" fmla="*/ 133350 h 393700"/>
                <a:gd name="connsiteX2" fmla="*/ 0 w 840317"/>
                <a:gd name="connsiteY2" fmla="*/ 0 h 393700"/>
                <a:gd name="connsiteX3" fmla="*/ 203200 w 840317"/>
                <a:gd name="connsiteY3" fmla="*/ 345017 h 393700"/>
                <a:gd name="connsiteX4" fmla="*/ 840317 w 840317"/>
                <a:gd name="connsiteY4" fmla="*/ 393700 h 393700"/>
                <a:gd name="connsiteX0-1" fmla="*/ 840317 w 840317"/>
                <a:gd name="connsiteY0-2" fmla="*/ 393700 h 393700"/>
                <a:gd name="connsiteX1-3" fmla="*/ 747184 w 840317"/>
                <a:gd name="connsiteY1-4" fmla="*/ 133350 h 393700"/>
                <a:gd name="connsiteX2-5" fmla="*/ 0 w 840317"/>
                <a:gd name="connsiteY2-6" fmla="*/ 0 h 393700"/>
                <a:gd name="connsiteX3-7" fmla="*/ 176212 w 840317"/>
                <a:gd name="connsiteY3-8" fmla="*/ 354542 h 393700"/>
                <a:gd name="connsiteX4-9" fmla="*/ 840317 w 840317"/>
                <a:gd name="connsiteY4-10" fmla="*/ 393700 h 3937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40317" h="393700">
                  <a:moveTo>
                    <a:pt x="840317" y="393700"/>
                  </a:moveTo>
                  <a:lnTo>
                    <a:pt x="747184" y="133350"/>
                  </a:lnTo>
                  <a:lnTo>
                    <a:pt x="0" y="0"/>
                  </a:lnTo>
                  <a:lnTo>
                    <a:pt x="176212" y="354542"/>
                  </a:lnTo>
                  <a:lnTo>
                    <a:pt x="840317" y="393700"/>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0" name="任意多边形: 形状 17"/>
            <p:cNvSpPr/>
            <p:nvPr>
              <p:custDataLst>
                <p:tags r:id="rId10"/>
              </p:custDataLst>
            </p:nvPr>
          </p:nvSpPr>
          <p:spPr>
            <a:xfrm>
              <a:off x="8175609" y="2698639"/>
              <a:ext cx="766234" cy="1325034"/>
            </a:xfrm>
            <a:custGeom>
              <a:avLst/>
              <a:gdLst>
                <a:gd name="connsiteX0" fmla="*/ 400050 w 766234"/>
                <a:gd name="connsiteY0" fmla="*/ 31750 h 1325034"/>
                <a:gd name="connsiteX1" fmla="*/ 0 w 766234"/>
                <a:gd name="connsiteY1" fmla="*/ 0 h 1325034"/>
                <a:gd name="connsiteX2" fmla="*/ 342900 w 766234"/>
                <a:gd name="connsiteY2" fmla="*/ 1325034 h 1325034"/>
                <a:gd name="connsiteX3" fmla="*/ 766234 w 766234"/>
                <a:gd name="connsiteY3" fmla="*/ 465667 h 1325034"/>
                <a:gd name="connsiteX4" fmla="*/ 400050 w 766234"/>
                <a:gd name="connsiteY4" fmla="*/ 31750 h 1325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234" h="1325034">
                  <a:moveTo>
                    <a:pt x="400050" y="31750"/>
                  </a:moveTo>
                  <a:lnTo>
                    <a:pt x="0" y="0"/>
                  </a:lnTo>
                  <a:lnTo>
                    <a:pt x="342900" y="1325034"/>
                  </a:lnTo>
                  <a:lnTo>
                    <a:pt x="766234" y="465667"/>
                  </a:lnTo>
                  <a:lnTo>
                    <a:pt x="400050" y="31750"/>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1" name="任意多边形: 形状 18"/>
            <p:cNvSpPr/>
            <p:nvPr>
              <p:custDataLst>
                <p:tags r:id="rId11"/>
              </p:custDataLst>
            </p:nvPr>
          </p:nvSpPr>
          <p:spPr>
            <a:xfrm>
              <a:off x="8936009" y="2893373"/>
              <a:ext cx="670984" cy="806450"/>
            </a:xfrm>
            <a:custGeom>
              <a:avLst/>
              <a:gdLst>
                <a:gd name="connsiteX0" fmla="*/ 370417 w 664634"/>
                <a:gd name="connsiteY0" fmla="*/ 0 h 800100"/>
                <a:gd name="connsiteX1" fmla="*/ 664634 w 664634"/>
                <a:gd name="connsiteY1" fmla="*/ 800100 h 800100"/>
                <a:gd name="connsiteX2" fmla="*/ 0 w 664634"/>
                <a:gd name="connsiteY2" fmla="*/ 275166 h 800100"/>
                <a:gd name="connsiteX3" fmla="*/ 370417 w 664634"/>
                <a:gd name="connsiteY3" fmla="*/ 0 h 800100"/>
                <a:gd name="connsiteX0-1" fmla="*/ 370417 w 783167"/>
                <a:gd name="connsiteY0-2" fmla="*/ 0 h 723900"/>
                <a:gd name="connsiteX1-3" fmla="*/ 783167 w 783167"/>
                <a:gd name="connsiteY1-4" fmla="*/ 723900 h 723900"/>
                <a:gd name="connsiteX2-5" fmla="*/ 0 w 783167"/>
                <a:gd name="connsiteY2-6" fmla="*/ 275166 h 723900"/>
                <a:gd name="connsiteX3-7" fmla="*/ 370417 w 783167"/>
                <a:gd name="connsiteY3-8" fmla="*/ 0 h 723900"/>
                <a:gd name="connsiteX0-9" fmla="*/ 370417 w 670984"/>
                <a:gd name="connsiteY0-10" fmla="*/ 0 h 806450"/>
                <a:gd name="connsiteX1-11" fmla="*/ 670984 w 670984"/>
                <a:gd name="connsiteY1-12" fmla="*/ 806450 h 806450"/>
                <a:gd name="connsiteX2-13" fmla="*/ 0 w 670984"/>
                <a:gd name="connsiteY2-14" fmla="*/ 275166 h 806450"/>
                <a:gd name="connsiteX3-15" fmla="*/ 370417 w 670984"/>
                <a:gd name="connsiteY3-16" fmla="*/ 0 h 806450"/>
              </a:gdLst>
              <a:ahLst/>
              <a:cxnLst>
                <a:cxn ang="0">
                  <a:pos x="connsiteX0-1" y="connsiteY0-2"/>
                </a:cxn>
                <a:cxn ang="0">
                  <a:pos x="connsiteX1-3" y="connsiteY1-4"/>
                </a:cxn>
                <a:cxn ang="0">
                  <a:pos x="connsiteX2-5" y="connsiteY2-6"/>
                </a:cxn>
                <a:cxn ang="0">
                  <a:pos x="connsiteX3-7" y="connsiteY3-8"/>
                </a:cxn>
              </a:cxnLst>
              <a:rect l="l" t="t" r="r" b="b"/>
              <a:pathLst>
                <a:path w="670984" h="806450">
                  <a:moveTo>
                    <a:pt x="370417" y="0"/>
                  </a:moveTo>
                  <a:lnTo>
                    <a:pt x="670984" y="806450"/>
                  </a:lnTo>
                  <a:lnTo>
                    <a:pt x="0" y="275166"/>
                  </a:lnTo>
                  <a:lnTo>
                    <a:pt x="370417" y="0"/>
                  </a:lnTo>
                  <a:close/>
                </a:path>
              </a:pathLst>
            </a:custGeom>
            <a:solidFill>
              <a:srgbClr val="55C3D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2" name="任意多边形: 形状 19"/>
            <p:cNvSpPr/>
            <p:nvPr>
              <p:custDataLst>
                <p:tags r:id="rId12"/>
              </p:custDataLst>
            </p:nvPr>
          </p:nvSpPr>
          <p:spPr>
            <a:xfrm>
              <a:off x="9282083" y="2899723"/>
              <a:ext cx="959909" cy="1001183"/>
            </a:xfrm>
            <a:custGeom>
              <a:avLst/>
              <a:gdLst>
                <a:gd name="connsiteX0" fmla="*/ 620184 w 950384"/>
                <a:gd name="connsiteY0" fmla="*/ 46566 h 1007533"/>
                <a:gd name="connsiteX1" fmla="*/ 882650 w 950384"/>
                <a:gd name="connsiteY1" fmla="*/ 395816 h 1007533"/>
                <a:gd name="connsiteX2" fmla="*/ 950384 w 950384"/>
                <a:gd name="connsiteY2" fmla="*/ 1007533 h 1007533"/>
                <a:gd name="connsiteX3" fmla="*/ 0 w 950384"/>
                <a:gd name="connsiteY3" fmla="*/ 0 h 1007533"/>
                <a:gd name="connsiteX4" fmla="*/ 620184 w 950384"/>
                <a:gd name="connsiteY4" fmla="*/ 46566 h 1007533"/>
                <a:gd name="connsiteX0-1" fmla="*/ 629709 w 959909"/>
                <a:gd name="connsiteY0-2" fmla="*/ 40216 h 1001183"/>
                <a:gd name="connsiteX1-3" fmla="*/ 892175 w 959909"/>
                <a:gd name="connsiteY1-4" fmla="*/ 389466 h 1001183"/>
                <a:gd name="connsiteX2-5" fmla="*/ 959909 w 959909"/>
                <a:gd name="connsiteY2-6" fmla="*/ 1001183 h 1001183"/>
                <a:gd name="connsiteX3-7" fmla="*/ 0 w 959909"/>
                <a:gd name="connsiteY3-8" fmla="*/ 0 h 1001183"/>
                <a:gd name="connsiteX4-9" fmla="*/ 629709 w 959909"/>
                <a:gd name="connsiteY4-10" fmla="*/ 40216 h 100118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59909" h="1001183">
                  <a:moveTo>
                    <a:pt x="629709" y="40216"/>
                  </a:moveTo>
                  <a:lnTo>
                    <a:pt x="892175" y="389466"/>
                  </a:lnTo>
                  <a:lnTo>
                    <a:pt x="959909" y="1001183"/>
                  </a:lnTo>
                  <a:lnTo>
                    <a:pt x="0" y="0"/>
                  </a:lnTo>
                  <a:lnTo>
                    <a:pt x="629709" y="40216"/>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3" name="任意多边形: 形状 21"/>
            <p:cNvSpPr/>
            <p:nvPr>
              <p:custDataLst>
                <p:tags r:id="rId13"/>
              </p:custDataLst>
            </p:nvPr>
          </p:nvSpPr>
          <p:spPr>
            <a:xfrm>
              <a:off x="8936009" y="3636323"/>
              <a:ext cx="666750" cy="654050"/>
            </a:xfrm>
            <a:custGeom>
              <a:avLst/>
              <a:gdLst>
                <a:gd name="connsiteX0" fmla="*/ 133350 w 666750"/>
                <a:gd name="connsiteY0" fmla="*/ 0 h 654050"/>
                <a:gd name="connsiteX1" fmla="*/ 666750 w 666750"/>
                <a:gd name="connsiteY1" fmla="*/ 57150 h 654050"/>
                <a:gd name="connsiteX2" fmla="*/ 599017 w 666750"/>
                <a:gd name="connsiteY2" fmla="*/ 472016 h 654050"/>
                <a:gd name="connsiteX3" fmla="*/ 0 w 666750"/>
                <a:gd name="connsiteY3" fmla="*/ 654050 h 654050"/>
                <a:gd name="connsiteX4" fmla="*/ 133350 w 666750"/>
                <a:gd name="connsiteY4" fmla="*/ 0 h 654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0" h="654050">
                  <a:moveTo>
                    <a:pt x="133350" y="0"/>
                  </a:moveTo>
                  <a:lnTo>
                    <a:pt x="666750" y="57150"/>
                  </a:lnTo>
                  <a:lnTo>
                    <a:pt x="599017" y="472016"/>
                  </a:lnTo>
                  <a:lnTo>
                    <a:pt x="0" y="654050"/>
                  </a:lnTo>
                  <a:lnTo>
                    <a:pt x="133350" y="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4" name="任意多边形: 形状 22"/>
            <p:cNvSpPr/>
            <p:nvPr>
              <p:custDataLst>
                <p:tags r:id="rId14"/>
              </p:custDataLst>
            </p:nvPr>
          </p:nvSpPr>
          <p:spPr>
            <a:xfrm>
              <a:off x="7848043" y="2702873"/>
              <a:ext cx="690033" cy="1320800"/>
            </a:xfrm>
            <a:custGeom>
              <a:avLst/>
              <a:gdLst>
                <a:gd name="connsiteX0" fmla="*/ 4233 w 690033"/>
                <a:gd name="connsiteY0" fmla="*/ 446616 h 1327150"/>
                <a:gd name="connsiteX1" fmla="*/ 342900 w 690033"/>
                <a:gd name="connsiteY1" fmla="*/ 0 h 1327150"/>
                <a:gd name="connsiteX2" fmla="*/ 690033 w 690033"/>
                <a:gd name="connsiteY2" fmla="*/ 1327150 h 1327150"/>
                <a:gd name="connsiteX3" fmla="*/ 0 w 690033"/>
                <a:gd name="connsiteY3" fmla="*/ 1102783 h 1327150"/>
                <a:gd name="connsiteX4" fmla="*/ 4233 w 690033"/>
                <a:gd name="connsiteY4" fmla="*/ 446616 h 1327150"/>
                <a:gd name="connsiteX0-1" fmla="*/ 4233 w 690033"/>
                <a:gd name="connsiteY0-2" fmla="*/ 440266 h 1320800"/>
                <a:gd name="connsiteX1-3" fmla="*/ 355600 w 690033"/>
                <a:gd name="connsiteY1-4" fmla="*/ 0 h 1320800"/>
                <a:gd name="connsiteX2-5" fmla="*/ 690033 w 690033"/>
                <a:gd name="connsiteY2-6" fmla="*/ 1320800 h 1320800"/>
                <a:gd name="connsiteX3-7" fmla="*/ 0 w 690033"/>
                <a:gd name="connsiteY3-8" fmla="*/ 1096433 h 1320800"/>
                <a:gd name="connsiteX4-9" fmla="*/ 4233 w 690033"/>
                <a:gd name="connsiteY4-10" fmla="*/ 440266 h 13208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0033" h="1320800">
                  <a:moveTo>
                    <a:pt x="4233" y="440266"/>
                  </a:moveTo>
                  <a:lnTo>
                    <a:pt x="355600" y="0"/>
                  </a:lnTo>
                  <a:lnTo>
                    <a:pt x="690033" y="1320800"/>
                  </a:lnTo>
                  <a:lnTo>
                    <a:pt x="0" y="1096433"/>
                  </a:lnTo>
                  <a:lnTo>
                    <a:pt x="4233" y="440266"/>
                  </a:lnTo>
                  <a:close/>
                </a:path>
              </a:pathLst>
            </a:custGeom>
            <a:solidFill>
              <a:srgbClr val="C4EDE7"/>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5" name="任意多边形: 形状 23"/>
            <p:cNvSpPr/>
            <p:nvPr>
              <p:custDataLst>
                <p:tags r:id="rId15"/>
              </p:custDataLst>
            </p:nvPr>
          </p:nvSpPr>
          <p:spPr>
            <a:xfrm>
              <a:off x="8944476" y="3153723"/>
              <a:ext cx="660400" cy="539750"/>
            </a:xfrm>
            <a:custGeom>
              <a:avLst/>
              <a:gdLst>
                <a:gd name="connsiteX0" fmla="*/ 0 w 660400"/>
                <a:gd name="connsiteY0" fmla="*/ 0 h 539750"/>
                <a:gd name="connsiteX1" fmla="*/ 129117 w 660400"/>
                <a:gd name="connsiteY1" fmla="*/ 493183 h 539750"/>
                <a:gd name="connsiteX2" fmla="*/ 660400 w 660400"/>
                <a:gd name="connsiteY2" fmla="*/ 539750 h 539750"/>
                <a:gd name="connsiteX3" fmla="*/ 0 w 660400"/>
                <a:gd name="connsiteY3" fmla="*/ 0 h 539750"/>
              </a:gdLst>
              <a:ahLst/>
              <a:cxnLst>
                <a:cxn ang="0">
                  <a:pos x="connsiteX0" y="connsiteY0"/>
                </a:cxn>
                <a:cxn ang="0">
                  <a:pos x="connsiteX1" y="connsiteY1"/>
                </a:cxn>
                <a:cxn ang="0">
                  <a:pos x="connsiteX2" y="connsiteY2"/>
                </a:cxn>
                <a:cxn ang="0">
                  <a:pos x="connsiteX3" y="connsiteY3"/>
                </a:cxn>
              </a:cxnLst>
              <a:rect l="l" t="t" r="r" b="b"/>
              <a:pathLst>
                <a:path w="660400" h="539750">
                  <a:moveTo>
                    <a:pt x="0" y="0"/>
                  </a:moveTo>
                  <a:lnTo>
                    <a:pt x="129117" y="493183"/>
                  </a:lnTo>
                  <a:lnTo>
                    <a:pt x="660400" y="539750"/>
                  </a:lnTo>
                  <a:lnTo>
                    <a:pt x="0" y="0"/>
                  </a:lnTo>
                  <a:close/>
                </a:path>
              </a:pathLst>
            </a:custGeom>
            <a:solidFill>
              <a:srgbClr val="55C3D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6" name="任意多边形: 形状 24"/>
            <p:cNvSpPr/>
            <p:nvPr>
              <p:custDataLst>
                <p:tags r:id="rId16"/>
              </p:custDataLst>
            </p:nvPr>
          </p:nvSpPr>
          <p:spPr>
            <a:xfrm>
              <a:off x="9306426" y="2916656"/>
              <a:ext cx="654050" cy="770468"/>
            </a:xfrm>
            <a:custGeom>
              <a:avLst/>
              <a:gdLst>
                <a:gd name="connsiteX0" fmla="*/ 0 w 654050"/>
                <a:gd name="connsiteY0" fmla="*/ 0 h 774700"/>
                <a:gd name="connsiteX1" fmla="*/ 654050 w 654050"/>
                <a:gd name="connsiteY1" fmla="*/ 660400 h 774700"/>
                <a:gd name="connsiteX2" fmla="*/ 275167 w 654050"/>
                <a:gd name="connsiteY2" fmla="*/ 774700 h 774700"/>
                <a:gd name="connsiteX3" fmla="*/ 0 w 654050"/>
                <a:gd name="connsiteY3" fmla="*/ 0 h 774700"/>
                <a:gd name="connsiteX0-1" fmla="*/ 0 w 654050"/>
                <a:gd name="connsiteY0-2" fmla="*/ 0 h 795867"/>
                <a:gd name="connsiteX1-3" fmla="*/ 654050 w 654050"/>
                <a:gd name="connsiteY1-4" fmla="*/ 660400 h 795867"/>
                <a:gd name="connsiteX2-5" fmla="*/ 91017 w 654050"/>
                <a:gd name="connsiteY2-6" fmla="*/ 795867 h 795867"/>
                <a:gd name="connsiteX3-7" fmla="*/ 0 w 654050"/>
                <a:gd name="connsiteY3-8" fmla="*/ 0 h 795867"/>
                <a:gd name="connsiteX0-9" fmla="*/ 0 w 654050"/>
                <a:gd name="connsiteY0-10" fmla="*/ 0 h 660400"/>
                <a:gd name="connsiteX1-11" fmla="*/ 654050 w 654050"/>
                <a:gd name="connsiteY1-12" fmla="*/ 660400 h 660400"/>
                <a:gd name="connsiteX2-13" fmla="*/ 505884 w 654050"/>
                <a:gd name="connsiteY2-14" fmla="*/ 620184 h 660400"/>
                <a:gd name="connsiteX3-15" fmla="*/ 0 w 654050"/>
                <a:gd name="connsiteY3-16" fmla="*/ 0 h 660400"/>
                <a:gd name="connsiteX0-17" fmla="*/ 0 w 654050"/>
                <a:gd name="connsiteY0-18" fmla="*/ 0 h 770468"/>
                <a:gd name="connsiteX1-19" fmla="*/ 654050 w 654050"/>
                <a:gd name="connsiteY1-20" fmla="*/ 660400 h 770468"/>
                <a:gd name="connsiteX2-21" fmla="*/ 287867 w 654050"/>
                <a:gd name="connsiteY2-22" fmla="*/ 770468 h 770468"/>
                <a:gd name="connsiteX3-23" fmla="*/ 0 w 654050"/>
                <a:gd name="connsiteY3-24" fmla="*/ 0 h 770468"/>
              </a:gdLst>
              <a:ahLst/>
              <a:cxnLst>
                <a:cxn ang="0">
                  <a:pos x="connsiteX0-1" y="connsiteY0-2"/>
                </a:cxn>
                <a:cxn ang="0">
                  <a:pos x="connsiteX1-3" y="connsiteY1-4"/>
                </a:cxn>
                <a:cxn ang="0">
                  <a:pos x="connsiteX2-5" y="connsiteY2-6"/>
                </a:cxn>
                <a:cxn ang="0">
                  <a:pos x="connsiteX3-7" y="connsiteY3-8"/>
                </a:cxn>
              </a:cxnLst>
              <a:rect l="l" t="t" r="r" b="b"/>
              <a:pathLst>
                <a:path w="654050" h="770468">
                  <a:moveTo>
                    <a:pt x="0" y="0"/>
                  </a:moveTo>
                  <a:lnTo>
                    <a:pt x="654050" y="660400"/>
                  </a:lnTo>
                  <a:lnTo>
                    <a:pt x="287867" y="770468"/>
                  </a:lnTo>
                  <a:lnTo>
                    <a:pt x="0" y="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7" name="任意多边形: 形状 25"/>
            <p:cNvSpPr/>
            <p:nvPr>
              <p:custDataLst>
                <p:tags r:id="rId17"/>
              </p:custDataLst>
            </p:nvPr>
          </p:nvSpPr>
          <p:spPr>
            <a:xfrm>
              <a:off x="8322176" y="2476389"/>
              <a:ext cx="275167" cy="254000"/>
            </a:xfrm>
            <a:custGeom>
              <a:avLst/>
              <a:gdLst>
                <a:gd name="connsiteX0" fmla="*/ 0 w 275167"/>
                <a:gd name="connsiteY0" fmla="*/ 239184 h 254000"/>
                <a:gd name="connsiteX1" fmla="*/ 275167 w 275167"/>
                <a:gd name="connsiteY1" fmla="*/ 0 h 254000"/>
                <a:gd name="connsiteX2" fmla="*/ 239183 w 275167"/>
                <a:gd name="connsiteY2" fmla="*/ 254000 h 254000"/>
                <a:gd name="connsiteX3" fmla="*/ 0 w 275167"/>
                <a:gd name="connsiteY3" fmla="*/ 239184 h 254000"/>
              </a:gdLst>
              <a:ahLst/>
              <a:cxnLst>
                <a:cxn ang="0">
                  <a:pos x="connsiteX0" y="connsiteY0"/>
                </a:cxn>
                <a:cxn ang="0">
                  <a:pos x="connsiteX1" y="connsiteY1"/>
                </a:cxn>
                <a:cxn ang="0">
                  <a:pos x="connsiteX2" y="connsiteY2"/>
                </a:cxn>
                <a:cxn ang="0">
                  <a:pos x="connsiteX3" y="connsiteY3"/>
                </a:cxn>
              </a:cxnLst>
              <a:rect l="l" t="t" r="r" b="b"/>
              <a:pathLst>
                <a:path w="275167" h="254000">
                  <a:moveTo>
                    <a:pt x="0" y="239184"/>
                  </a:moveTo>
                  <a:lnTo>
                    <a:pt x="275167" y="0"/>
                  </a:lnTo>
                  <a:lnTo>
                    <a:pt x="239183" y="254000"/>
                  </a:lnTo>
                  <a:lnTo>
                    <a:pt x="0" y="239184"/>
                  </a:lnTo>
                  <a:close/>
                </a:path>
              </a:pathLst>
            </a:custGeom>
            <a:solidFill>
              <a:srgbClr val="C4EDE7"/>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8" name="任意多边形: 形状 26"/>
            <p:cNvSpPr/>
            <p:nvPr>
              <p:custDataLst>
                <p:tags r:id="rId18"/>
              </p:custDataLst>
            </p:nvPr>
          </p:nvSpPr>
          <p:spPr>
            <a:xfrm>
              <a:off x="8516909" y="3145256"/>
              <a:ext cx="575734" cy="1145117"/>
            </a:xfrm>
            <a:custGeom>
              <a:avLst/>
              <a:gdLst>
                <a:gd name="connsiteX0" fmla="*/ 0 w 575734"/>
                <a:gd name="connsiteY0" fmla="*/ 857250 h 1145117"/>
                <a:gd name="connsiteX1" fmla="*/ 416984 w 575734"/>
                <a:gd name="connsiteY1" fmla="*/ 1145117 h 1145117"/>
                <a:gd name="connsiteX2" fmla="*/ 575734 w 575734"/>
                <a:gd name="connsiteY2" fmla="*/ 472017 h 1145117"/>
                <a:gd name="connsiteX3" fmla="*/ 431800 w 575734"/>
                <a:gd name="connsiteY3" fmla="*/ 0 h 1145117"/>
                <a:gd name="connsiteX4" fmla="*/ 0 w 575734"/>
                <a:gd name="connsiteY4" fmla="*/ 857250 h 1145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734" h="1145117">
                  <a:moveTo>
                    <a:pt x="0" y="857250"/>
                  </a:moveTo>
                  <a:lnTo>
                    <a:pt x="416984" y="1145117"/>
                  </a:lnTo>
                  <a:lnTo>
                    <a:pt x="575734" y="472017"/>
                  </a:lnTo>
                  <a:lnTo>
                    <a:pt x="431800" y="0"/>
                  </a:lnTo>
                  <a:lnTo>
                    <a:pt x="0" y="857250"/>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9" name="任意多边形: 形状 27"/>
            <p:cNvSpPr/>
            <p:nvPr>
              <p:custDataLst>
                <p:tags r:id="rId19"/>
              </p:custDataLst>
            </p:nvPr>
          </p:nvSpPr>
          <p:spPr>
            <a:xfrm>
              <a:off x="7625793" y="3138906"/>
              <a:ext cx="262466" cy="660400"/>
            </a:xfrm>
            <a:custGeom>
              <a:avLst/>
              <a:gdLst>
                <a:gd name="connsiteX0" fmla="*/ 239183 w 262466"/>
                <a:gd name="connsiteY0" fmla="*/ 0 h 660400"/>
                <a:gd name="connsiteX1" fmla="*/ 0 w 262466"/>
                <a:gd name="connsiteY1" fmla="*/ 120650 h 660400"/>
                <a:gd name="connsiteX2" fmla="*/ 40216 w 262466"/>
                <a:gd name="connsiteY2" fmla="*/ 647700 h 660400"/>
                <a:gd name="connsiteX3" fmla="*/ 262466 w 262466"/>
                <a:gd name="connsiteY3" fmla="*/ 660400 h 660400"/>
                <a:gd name="connsiteX4" fmla="*/ 239183 w 262466"/>
                <a:gd name="connsiteY4" fmla="*/ 0 h 66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466" h="660400">
                  <a:moveTo>
                    <a:pt x="239183" y="0"/>
                  </a:moveTo>
                  <a:lnTo>
                    <a:pt x="0" y="120650"/>
                  </a:lnTo>
                  <a:lnTo>
                    <a:pt x="40216" y="647700"/>
                  </a:lnTo>
                  <a:lnTo>
                    <a:pt x="262466" y="660400"/>
                  </a:lnTo>
                  <a:lnTo>
                    <a:pt x="239183" y="0"/>
                  </a:lnTo>
                  <a:close/>
                </a:path>
              </a:pathLst>
            </a:custGeom>
            <a:solidFill>
              <a:srgbClr val="D6F2E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0" name="任意多边形: 形状 29"/>
            <p:cNvSpPr/>
            <p:nvPr>
              <p:custDataLst>
                <p:tags r:id="rId20"/>
              </p:custDataLst>
            </p:nvPr>
          </p:nvSpPr>
          <p:spPr>
            <a:xfrm>
              <a:off x="7570759" y="3748506"/>
              <a:ext cx="338667" cy="186267"/>
            </a:xfrm>
            <a:custGeom>
              <a:avLst/>
              <a:gdLst>
                <a:gd name="connsiteX0" fmla="*/ 105834 w 338667"/>
                <a:gd name="connsiteY0" fmla="*/ 0 h 186267"/>
                <a:gd name="connsiteX1" fmla="*/ 0 w 338667"/>
                <a:gd name="connsiteY1" fmla="*/ 186267 h 186267"/>
                <a:gd name="connsiteX2" fmla="*/ 338667 w 338667"/>
                <a:gd name="connsiteY2" fmla="*/ 42333 h 186267"/>
                <a:gd name="connsiteX3" fmla="*/ 105834 w 338667"/>
                <a:gd name="connsiteY3" fmla="*/ 0 h 186267"/>
              </a:gdLst>
              <a:ahLst/>
              <a:cxnLst>
                <a:cxn ang="0">
                  <a:pos x="connsiteX0" y="connsiteY0"/>
                </a:cxn>
                <a:cxn ang="0">
                  <a:pos x="connsiteX1" y="connsiteY1"/>
                </a:cxn>
                <a:cxn ang="0">
                  <a:pos x="connsiteX2" y="connsiteY2"/>
                </a:cxn>
                <a:cxn ang="0">
                  <a:pos x="connsiteX3" y="connsiteY3"/>
                </a:cxn>
              </a:cxnLst>
              <a:rect l="l" t="t" r="r" b="b"/>
              <a:pathLst>
                <a:path w="338667" h="186267">
                  <a:moveTo>
                    <a:pt x="105834" y="0"/>
                  </a:moveTo>
                  <a:lnTo>
                    <a:pt x="0" y="186267"/>
                  </a:lnTo>
                  <a:lnTo>
                    <a:pt x="338667" y="42333"/>
                  </a:lnTo>
                  <a:lnTo>
                    <a:pt x="105834" y="0"/>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1" name="任意多边形: 形状 30"/>
            <p:cNvSpPr/>
            <p:nvPr>
              <p:custDataLst>
                <p:tags r:id="rId21"/>
              </p:custDataLst>
            </p:nvPr>
          </p:nvSpPr>
          <p:spPr>
            <a:xfrm>
              <a:off x="7759143" y="3786606"/>
              <a:ext cx="810683" cy="385233"/>
            </a:xfrm>
            <a:custGeom>
              <a:avLst/>
              <a:gdLst>
                <a:gd name="connsiteX0" fmla="*/ 0 w 810683"/>
                <a:gd name="connsiteY0" fmla="*/ 33867 h 385233"/>
                <a:gd name="connsiteX1" fmla="*/ 298450 w 810683"/>
                <a:gd name="connsiteY1" fmla="*/ 385233 h 385233"/>
                <a:gd name="connsiteX2" fmla="*/ 810683 w 810683"/>
                <a:gd name="connsiteY2" fmla="*/ 245533 h 385233"/>
                <a:gd name="connsiteX3" fmla="*/ 150283 w 810683"/>
                <a:gd name="connsiteY3" fmla="*/ 0 h 385233"/>
                <a:gd name="connsiteX4" fmla="*/ 0 w 810683"/>
                <a:gd name="connsiteY4" fmla="*/ 33867 h 385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683" h="385233">
                  <a:moveTo>
                    <a:pt x="0" y="33867"/>
                  </a:moveTo>
                  <a:lnTo>
                    <a:pt x="298450" y="385233"/>
                  </a:lnTo>
                  <a:lnTo>
                    <a:pt x="810683" y="245533"/>
                  </a:lnTo>
                  <a:lnTo>
                    <a:pt x="150283" y="0"/>
                  </a:lnTo>
                  <a:lnTo>
                    <a:pt x="0" y="33867"/>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2" name="任意多边形: 形状 31"/>
            <p:cNvSpPr/>
            <p:nvPr>
              <p:custDataLst>
                <p:tags r:id="rId22"/>
              </p:custDataLst>
            </p:nvPr>
          </p:nvSpPr>
          <p:spPr>
            <a:xfrm>
              <a:off x="9509626" y="3574939"/>
              <a:ext cx="560917" cy="910167"/>
            </a:xfrm>
            <a:custGeom>
              <a:avLst/>
              <a:gdLst>
                <a:gd name="connsiteX0" fmla="*/ 0 w 560917"/>
                <a:gd name="connsiteY0" fmla="*/ 493184 h 910167"/>
                <a:gd name="connsiteX1" fmla="*/ 298450 w 560917"/>
                <a:gd name="connsiteY1" fmla="*/ 910167 h 910167"/>
                <a:gd name="connsiteX2" fmla="*/ 560917 w 560917"/>
                <a:gd name="connsiteY2" fmla="*/ 592667 h 910167"/>
                <a:gd name="connsiteX3" fmla="*/ 376767 w 560917"/>
                <a:gd name="connsiteY3" fmla="*/ 0 h 910167"/>
                <a:gd name="connsiteX4" fmla="*/ 71967 w 560917"/>
                <a:gd name="connsiteY4" fmla="*/ 95250 h 910167"/>
                <a:gd name="connsiteX5" fmla="*/ 0 w 560917"/>
                <a:gd name="connsiteY5" fmla="*/ 493184 h 910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0917" h="910167">
                  <a:moveTo>
                    <a:pt x="0" y="493184"/>
                  </a:moveTo>
                  <a:lnTo>
                    <a:pt x="298450" y="910167"/>
                  </a:lnTo>
                  <a:lnTo>
                    <a:pt x="560917" y="592667"/>
                  </a:lnTo>
                  <a:lnTo>
                    <a:pt x="376767" y="0"/>
                  </a:lnTo>
                  <a:lnTo>
                    <a:pt x="71967" y="95250"/>
                  </a:lnTo>
                  <a:lnTo>
                    <a:pt x="0" y="493184"/>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3" name="任意多边形: 形状 32"/>
            <p:cNvSpPr/>
            <p:nvPr>
              <p:custDataLst>
                <p:tags r:id="rId23"/>
              </p:custDataLst>
            </p:nvPr>
          </p:nvSpPr>
          <p:spPr>
            <a:xfrm>
              <a:off x="8059709" y="4025789"/>
              <a:ext cx="876300" cy="251884"/>
            </a:xfrm>
            <a:custGeom>
              <a:avLst/>
              <a:gdLst>
                <a:gd name="connsiteX0" fmla="*/ 876300 w 876300"/>
                <a:gd name="connsiteY0" fmla="*/ 251884 h 251884"/>
                <a:gd name="connsiteX1" fmla="*/ 0 w 876300"/>
                <a:gd name="connsiteY1" fmla="*/ 131234 h 251884"/>
                <a:gd name="connsiteX2" fmla="*/ 503767 w 876300"/>
                <a:gd name="connsiteY2" fmla="*/ 0 h 251884"/>
                <a:gd name="connsiteX3" fmla="*/ 876300 w 876300"/>
                <a:gd name="connsiteY3" fmla="*/ 251884 h 251884"/>
              </a:gdLst>
              <a:ahLst/>
              <a:cxnLst>
                <a:cxn ang="0">
                  <a:pos x="connsiteX0" y="connsiteY0"/>
                </a:cxn>
                <a:cxn ang="0">
                  <a:pos x="connsiteX1" y="connsiteY1"/>
                </a:cxn>
                <a:cxn ang="0">
                  <a:pos x="connsiteX2" y="connsiteY2"/>
                </a:cxn>
                <a:cxn ang="0">
                  <a:pos x="connsiteX3" y="connsiteY3"/>
                </a:cxn>
              </a:cxnLst>
              <a:rect l="l" t="t" r="r" b="b"/>
              <a:pathLst>
                <a:path w="876300" h="251884">
                  <a:moveTo>
                    <a:pt x="876300" y="251884"/>
                  </a:moveTo>
                  <a:lnTo>
                    <a:pt x="0" y="131234"/>
                  </a:lnTo>
                  <a:lnTo>
                    <a:pt x="503767" y="0"/>
                  </a:lnTo>
                  <a:lnTo>
                    <a:pt x="876300" y="251884"/>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4" name="任意多边形: 形状 33"/>
            <p:cNvSpPr/>
            <p:nvPr>
              <p:custDataLst>
                <p:tags r:id="rId24"/>
              </p:custDataLst>
            </p:nvPr>
          </p:nvSpPr>
          <p:spPr>
            <a:xfrm>
              <a:off x="8914843" y="4093523"/>
              <a:ext cx="908050" cy="577850"/>
            </a:xfrm>
            <a:custGeom>
              <a:avLst/>
              <a:gdLst>
                <a:gd name="connsiteX0" fmla="*/ 649816 w 908050"/>
                <a:gd name="connsiteY0" fmla="*/ 0 h 577850"/>
                <a:gd name="connsiteX1" fmla="*/ 0 w 908050"/>
                <a:gd name="connsiteY1" fmla="*/ 171450 h 577850"/>
                <a:gd name="connsiteX2" fmla="*/ 287866 w 908050"/>
                <a:gd name="connsiteY2" fmla="*/ 524933 h 577850"/>
                <a:gd name="connsiteX3" fmla="*/ 554566 w 908050"/>
                <a:gd name="connsiteY3" fmla="*/ 577850 h 577850"/>
                <a:gd name="connsiteX4" fmla="*/ 908050 w 908050"/>
                <a:gd name="connsiteY4" fmla="*/ 372533 h 577850"/>
                <a:gd name="connsiteX5" fmla="*/ 649816 w 908050"/>
                <a:gd name="connsiteY5" fmla="*/ 0 h 57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050" h="577850">
                  <a:moveTo>
                    <a:pt x="649816" y="0"/>
                  </a:moveTo>
                  <a:lnTo>
                    <a:pt x="0" y="171450"/>
                  </a:lnTo>
                  <a:lnTo>
                    <a:pt x="287866" y="524933"/>
                  </a:lnTo>
                  <a:lnTo>
                    <a:pt x="554566" y="577850"/>
                  </a:lnTo>
                  <a:lnTo>
                    <a:pt x="908050" y="372533"/>
                  </a:lnTo>
                  <a:lnTo>
                    <a:pt x="649816" y="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5" name="任意多边形: 形状 34"/>
            <p:cNvSpPr/>
            <p:nvPr>
              <p:custDataLst>
                <p:tags r:id="rId25"/>
              </p:custDataLst>
            </p:nvPr>
          </p:nvSpPr>
          <p:spPr>
            <a:xfrm>
              <a:off x="7570231" y="3839523"/>
              <a:ext cx="286278" cy="175683"/>
            </a:xfrm>
            <a:custGeom>
              <a:avLst/>
              <a:gdLst>
                <a:gd name="connsiteX0" fmla="*/ 0 w 222250"/>
                <a:gd name="connsiteY0" fmla="*/ 99483 h 169333"/>
                <a:gd name="connsiteX1" fmla="*/ 95250 w 222250"/>
                <a:gd name="connsiteY1" fmla="*/ 169333 h 169333"/>
                <a:gd name="connsiteX2" fmla="*/ 222250 w 222250"/>
                <a:gd name="connsiteY2" fmla="*/ 0 h 169333"/>
                <a:gd name="connsiteX3" fmla="*/ 0 w 222250"/>
                <a:gd name="connsiteY3" fmla="*/ 99483 h 169333"/>
                <a:gd name="connsiteX0-1" fmla="*/ 0 w 227012"/>
                <a:gd name="connsiteY0-2" fmla="*/ 94721 h 169333"/>
                <a:gd name="connsiteX1-3" fmla="*/ 100012 w 227012"/>
                <a:gd name="connsiteY1-4" fmla="*/ 169333 h 169333"/>
                <a:gd name="connsiteX2-5" fmla="*/ 227012 w 227012"/>
                <a:gd name="connsiteY2-6" fmla="*/ 0 h 169333"/>
                <a:gd name="connsiteX3-7" fmla="*/ 0 w 227012"/>
                <a:gd name="connsiteY3-8" fmla="*/ 94721 h 169333"/>
                <a:gd name="connsiteX0-9" fmla="*/ 0 w 286278"/>
                <a:gd name="connsiteY0-10" fmla="*/ 94721 h 177800"/>
                <a:gd name="connsiteX1-11" fmla="*/ 286278 w 286278"/>
                <a:gd name="connsiteY1-12" fmla="*/ 177800 h 177800"/>
                <a:gd name="connsiteX2-13" fmla="*/ 227012 w 286278"/>
                <a:gd name="connsiteY2-14" fmla="*/ 0 h 177800"/>
                <a:gd name="connsiteX3-15" fmla="*/ 0 w 286278"/>
                <a:gd name="connsiteY3-16" fmla="*/ 94721 h 177800"/>
                <a:gd name="connsiteX0-17" fmla="*/ 0 w 286278"/>
                <a:gd name="connsiteY0-18" fmla="*/ 52387 h 135466"/>
                <a:gd name="connsiteX1-19" fmla="*/ 286278 w 286278"/>
                <a:gd name="connsiteY1-20" fmla="*/ 135466 h 135466"/>
                <a:gd name="connsiteX2-21" fmla="*/ 176212 w 286278"/>
                <a:gd name="connsiteY2-22" fmla="*/ 0 h 135466"/>
                <a:gd name="connsiteX3-23" fmla="*/ 0 w 286278"/>
                <a:gd name="connsiteY3-24" fmla="*/ 52387 h 135466"/>
                <a:gd name="connsiteX0-25" fmla="*/ 0 w 286278"/>
                <a:gd name="connsiteY0-26" fmla="*/ 82021 h 165100"/>
                <a:gd name="connsiteX1-27" fmla="*/ 286278 w 286278"/>
                <a:gd name="connsiteY1-28" fmla="*/ 165100 h 165100"/>
                <a:gd name="connsiteX2-29" fmla="*/ 203729 w 286278"/>
                <a:gd name="connsiteY2-30" fmla="*/ 0 h 165100"/>
                <a:gd name="connsiteX3-31" fmla="*/ 0 w 286278"/>
                <a:gd name="connsiteY3-32" fmla="*/ 82021 h 165100"/>
                <a:gd name="connsiteX0-33" fmla="*/ 0 w 286278"/>
                <a:gd name="connsiteY0-34" fmla="*/ 92604 h 175683"/>
                <a:gd name="connsiteX1-35" fmla="*/ 286278 w 286278"/>
                <a:gd name="connsiteY1-36" fmla="*/ 175683 h 175683"/>
                <a:gd name="connsiteX2-37" fmla="*/ 203729 w 286278"/>
                <a:gd name="connsiteY2-38" fmla="*/ 0 h 175683"/>
                <a:gd name="connsiteX3-39" fmla="*/ 0 w 286278"/>
                <a:gd name="connsiteY3-40" fmla="*/ 92604 h 175683"/>
              </a:gdLst>
              <a:ahLst/>
              <a:cxnLst>
                <a:cxn ang="0">
                  <a:pos x="connsiteX0-1" y="connsiteY0-2"/>
                </a:cxn>
                <a:cxn ang="0">
                  <a:pos x="connsiteX1-3" y="connsiteY1-4"/>
                </a:cxn>
                <a:cxn ang="0">
                  <a:pos x="connsiteX2-5" y="connsiteY2-6"/>
                </a:cxn>
                <a:cxn ang="0">
                  <a:pos x="connsiteX3-7" y="connsiteY3-8"/>
                </a:cxn>
              </a:cxnLst>
              <a:rect l="l" t="t" r="r" b="b"/>
              <a:pathLst>
                <a:path w="286278" h="175683">
                  <a:moveTo>
                    <a:pt x="0" y="92604"/>
                  </a:moveTo>
                  <a:lnTo>
                    <a:pt x="286278" y="175683"/>
                  </a:lnTo>
                  <a:lnTo>
                    <a:pt x="203729" y="0"/>
                  </a:lnTo>
                  <a:lnTo>
                    <a:pt x="0" y="92604"/>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6" name="任意多边形: 形状 35"/>
            <p:cNvSpPr/>
            <p:nvPr>
              <p:custDataLst>
                <p:tags r:id="rId26"/>
              </p:custDataLst>
            </p:nvPr>
          </p:nvSpPr>
          <p:spPr>
            <a:xfrm>
              <a:off x="7740093" y="3801423"/>
              <a:ext cx="472016" cy="662516"/>
            </a:xfrm>
            <a:custGeom>
              <a:avLst/>
              <a:gdLst>
                <a:gd name="connsiteX0" fmla="*/ 472016 w 472016"/>
                <a:gd name="connsiteY0" fmla="*/ 662516 h 662516"/>
                <a:gd name="connsiteX1" fmla="*/ 321733 w 472016"/>
                <a:gd name="connsiteY1" fmla="*/ 353483 h 662516"/>
                <a:gd name="connsiteX2" fmla="*/ 0 w 472016"/>
                <a:gd name="connsiteY2" fmla="*/ 0 h 662516"/>
                <a:gd name="connsiteX3" fmla="*/ 234950 w 472016"/>
                <a:gd name="connsiteY3" fmla="*/ 463550 h 662516"/>
                <a:gd name="connsiteX4" fmla="*/ 472016 w 472016"/>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016" h="662516">
                  <a:moveTo>
                    <a:pt x="472016" y="662516"/>
                  </a:moveTo>
                  <a:lnTo>
                    <a:pt x="321733" y="353483"/>
                  </a:lnTo>
                  <a:lnTo>
                    <a:pt x="0" y="0"/>
                  </a:lnTo>
                  <a:lnTo>
                    <a:pt x="234950" y="463550"/>
                  </a:lnTo>
                  <a:lnTo>
                    <a:pt x="472016" y="662516"/>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7" name="任意多边形: 形状 36"/>
            <p:cNvSpPr/>
            <p:nvPr>
              <p:custDataLst>
                <p:tags r:id="rId27"/>
              </p:custDataLst>
            </p:nvPr>
          </p:nvSpPr>
          <p:spPr>
            <a:xfrm>
              <a:off x="8665076" y="4248039"/>
              <a:ext cx="567267" cy="368300"/>
            </a:xfrm>
            <a:custGeom>
              <a:avLst/>
              <a:gdLst>
                <a:gd name="connsiteX0" fmla="*/ 567267 w 567267"/>
                <a:gd name="connsiteY0" fmla="*/ 368300 h 368300"/>
                <a:gd name="connsiteX1" fmla="*/ 0 w 567267"/>
                <a:gd name="connsiteY1" fmla="*/ 205317 h 368300"/>
                <a:gd name="connsiteX2" fmla="*/ 256117 w 567267"/>
                <a:gd name="connsiteY2" fmla="*/ 0 h 368300"/>
                <a:gd name="connsiteX3" fmla="*/ 567267 w 567267"/>
                <a:gd name="connsiteY3" fmla="*/ 368300 h 368300"/>
              </a:gdLst>
              <a:ahLst/>
              <a:cxnLst>
                <a:cxn ang="0">
                  <a:pos x="connsiteX0" y="connsiteY0"/>
                </a:cxn>
                <a:cxn ang="0">
                  <a:pos x="connsiteX1" y="connsiteY1"/>
                </a:cxn>
                <a:cxn ang="0">
                  <a:pos x="connsiteX2" y="connsiteY2"/>
                </a:cxn>
                <a:cxn ang="0">
                  <a:pos x="connsiteX3" y="connsiteY3"/>
                </a:cxn>
              </a:cxnLst>
              <a:rect l="l" t="t" r="r" b="b"/>
              <a:pathLst>
                <a:path w="567267" h="368300">
                  <a:moveTo>
                    <a:pt x="567267" y="368300"/>
                  </a:moveTo>
                  <a:lnTo>
                    <a:pt x="0" y="205317"/>
                  </a:lnTo>
                  <a:lnTo>
                    <a:pt x="256117" y="0"/>
                  </a:lnTo>
                  <a:lnTo>
                    <a:pt x="567267" y="36830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8" name="任意多边形: 形状 37"/>
            <p:cNvSpPr/>
            <p:nvPr>
              <p:custDataLst>
                <p:tags r:id="rId28"/>
              </p:custDataLst>
            </p:nvPr>
          </p:nvSpPr>
          <p:spPr>
            <a:xfrm>
              <a:off x="8057593" y="4146439"/>
              <a:ext cx="874183" cy="309034"/>
            </a:xfrm>
            <a:custGeom>
              <a:avLst/>
              <a:gdLst>
                <a:gd name="connsiteX0" fmla="*/ 139700 w 874183"/>
                <a:gd name="connsiteY0" fmla="*/ 309034 h 309034"/>
                <a:gd name="connsiteX1" fmla="*/ 637116 w 874183"/>
                <a:gd name="connsiteY1" fmla="*/ 306917 h 309034"/>
                <a:gd name="connsiteX2" fmla="*/ 874183 w 874183"/>
                <a:gd name="connsiteY2" fmla="*/ 112184 h 309034"/>
                <a:gd name="connsiteX3" fmla="*/ 0 w 874183"/>
                <a:gd name="connsiteY3" fmla="*/ 0 h 309034"/>
                <a:gd name="connsiteX4" fmla="*/ 139700 w 874183"/>
                <a:gd name="connsiteY4" fmla="*/ 309034 h 309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83" h="309034">
                  <a:moveTo>
                    <a:pt x="139700" y="309034"/>
                  </a:moveTo>
                  <a:lnTo>
                    <a:pt x="637116" y="306917"/>
                  </a:lnTo>
                  <a:lnTo>
                    <a:pt x="874183" y="112184"/>
                  </a:lnTo>
                  <a:lnTo>
                    <a:pt x="0" y="0"/>
                  </a:lnTo>
                  <a:lnTo>
                    <a:pt x="139700" y="309034"/>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0" name="任意多边形: 形状 38"/>
            <p:cNvSpPr/>
            <p:nvPr>
              <p:custDataLst>
                <p:tags r:id="rId29"/>
              </p:custDataLst>
            </p:nvPr>
          </p:nvSpPr>
          <p:spPr>
            <a:xfrm>
              <a:off x="7968693" y="4203589"/>
              <a:ext cx="438150" cy="863600"/>
            </a:xfrm>
            <a:custGeom>
              <a:avLst/>
              <a:gdLst>
                <a:gd name="connsiteX0" fmla="*/ 0 w 438150"/>
                <a:gd name="connsiteY0" fmla="*/ 0 h 863600"/>
                <a:gd name="connsiteX1" fmla="*/ 438150 w 438150"/>
                <a:gd name="connsiteY1" fmla="*/ 863600 h 863600"/>
                <a:gd name="connsiteX2" fmla="*/ 218016 w 438150"/>
                <a:gd name="connsiteY2" fmla="*/ 190500 h 863600"/>
                <a:gd name="connsiteX3" fmla="*/ 0 w 438150"/>
                <a:gd name="connsiteY3" fmla="*/ 0 h 863600"/>
              </a:gdLst>
              <a:ahLst/>
              <a:cxnLst>
                <a:cxn ang="0">
                  <a:pos x="connsiteX0" y="connsiteY0"/>
                </a:cxn>
                <a:cxn ang="0">
                  <a:pos x="connsiteX1" y="connsiteY1"/>
                </a:cxn>
                <a:cxn ang="0">
                  <a:pos x="connsiteX2" y="connsiteY2"/>
                </a:cxn>
                <a:cxn ang="0">
                  <a:pos x="connsiteX3" y="connsiteY3"/>
                </a:cxn>
              </a:cxnLst>
              <a:rect l="l" t="t" r="r" b="b"/>
              <a:pathLst>
                <a:path w="438150" h="863600">
                  <a:moveTo>
                    <a:pt x="0" y="0"/>
                  </a:moveTo>
                  <a:lnTo>
                    <a:pt x="438150" y="863600"/>
                  </a:lnTo>
                  <a:lnTo>
                    <a:pt x="218016" y="190500"/>
                  </a:lnTo>
                  <a:lnTo>
                    <a:pt x="0" y="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1" name="任意多边形: 形状 39"/>
            <p:cNvSpPr/>
            <p:nvPr>
              <p:custDataLst>
                <p:tags r:id="rId30"/>
              </p:custDataLst>
            </p:nvPr>
          </p:nvSpPr>
          <p:spPr>
            <a:xfrm>
              <a:off x="8157076" y="4375039"/>
              <a:ext cx="552450" cy="730250"/>
            </a:xfrm>
            <a:custGeom>
              <a:avLst/>
              <a:gdLst>
                <a:gd name="connsiteX0" fmla="*/ 552450 w 552450"/>
                <a:gd name="connsiteY0" fmla="*/ 52917 h 730250"/>
                <a:gd name="connsiteX1" fmla="*/ 260350 w 552450"/>
                <a:gd name="connsiteY1" fmla="*/ 730250 h 730250"/>
                <a:gd name="connsiteX2" fmla="*/ 0 w 552450"/>
                <a:gd name="connsiteY2" fmla="*/ 0 h 730250"/>
                <a:gd name="connsiteX3" fmla="*/ 552450 w 552450"/>
                <a:gd name="connsiteY3" fmla="*/ 52917 h 730250"/>
              </a:gdLst>
              <a:ahLst/>
              <a:cxnLst>
                <a:cxn ang="0">
                  <a:pos x="connsiteX0" y="connsiteY0"/>
                </a:cxn>
                <a:cxn ang="0">
                  <a:pos x="connsiteX1" y="connsiteY1"/>
                </a:cxn>
                <a:cxn ang="0">
                  <a:pos x="connsiteX2" y="connsiteY2"/>
                </a:cxn>
                <a:cxn ang="0">
                  <a:pos x="connsiteX3" y="connsiteY3"/>
                </a:cxn>
              </a:cxnLst>
              <a:rect l="l" t="t" r="r" b="b"/>
              <a:pathLst>
                <a:path w="552450" h="730250">
                  <a:moveTo>
                    <a:pt x="552450" y="52917"/>
                  </a:moveTo>
                  <a:lnTo>
                    <a:pt x="260350" y="730250"/>
                  </a:lnTo>
                  <a:lnTo>
                    <a:pt x="0" y="0"/>
                  </a:lnTo>
                  <a:lnTo>
                    <a:pt x="552450" y="52917"/>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2" name="任意多边形: 形状 40"/>
            <p:cNvSpPr/>
            <p:nvPr>
              <p:custDataLst>
                <p:tags r:id="rId31"/>
              </p:custDataLst>
            </p:nvPr>
          </p:nvSpPr>
          <p:spPr>
            <a:xfrm>
              <a:off x="8671426" y="4442773"/>
              <a:ext cx="795867" cy="552450"/>
            </a:xfrm>
            <a:custGeom>
              <a:avLst/>
              <a:gdLst>
                <a:gd name="connsiteX0" fmla="*/ 0 w 795867"/>
                <a:gd name="connsiteY0" fmla="*/ 0 h 552450"/>
                <a:gd name="connsiteX1" fmla="*/ 757767 w 795867"/>
                <a:gd name="connsiteY1" fmla="*/ 552450 h 552450"/>
                <a:gd name="connsiteX2" fmla="*/ 795867 w 795867"/>
                <a:gd name="connsiteY2" fmla="*/ 198966 h 552450"/>
                <a:gd name="connsiteX3" fmla="*/ 0 w 795867"/>
                <a:gd name="connsiteY3" fmla="*/ 0 h 552450"/>
              </a:gdLst>
              <a:ahLst/>
              <a:cxnLst>
                <a:cxn ang="0">
                  <a:pos x="connsiteX0" y="connsiteY0"/>
                </a:cxn>
                <a:cxn ang="0">
                  <a:pos x="connsiteX1" y="connsiteY1"/>
                </a:cxn>
                <a:cxn ang="0">
                  <a:pos x="connsiteX2" y="connsiteY2"/>
                </a:cxn>
                <a:cxn ang="0">
                  <a:pos x="connsiteX3" y="connsiteY3"/>
                </a:cxn>
              </a:cxnLst>
              <a:rect l="l" t="t" r="r" b="b"/>
              <a:pathLst>
                <a:path w="795867" h="552450">
                  <a:moveTo>
                    <a:pt x="0" y="0"/>
                  </a:moveTo>
                  <a:lnTo>
                    <a:pt x="757767" y="552450"/>
                  </a:lnTo>
                  <a:lnTo>
                    <a:pt x="795867" y="198966"/>
                  </a:lnTo>
                  <a:lnTo>
                    <a:pt x="0" y="0"/>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3" name="任意多边形: 形状 41"/>
            <p:cNvSpPr/>
            <p:nvPr>
              <p:custDataLst>
                <p:tags r:id="rId32"/>
              </p:custDataLst>
            </p:nvPr>
          </p:nvSpPr>
          <p:spPr>
            <a:xfrm>
              <a:off x="8414252" y="4430072"/>
              <a:ext cx="361950" cy="1274233"/>
            </a:xfrm>
            <a:custGeom>
              <a:avLst/>
              <a:gdLst>
                <a:gd name="connsiteX0" fmla="*/ 342900 w 342900"/>
                <a:gd name="connsiteY0" fmla="*/ 1274233 h 1274233"/>
                <a:gd name="connsiteX1" fmla="*/ 249767 w 342900"/>
                <a:gd name="connsiteY1" fmla="*/ 0 h 1274233"/>
                <a:gd name="connsiteX2" fmla="*/ 0 w 342900"/>
                <a:gd name="connsiteY2" fmla="*/ 709083 h 1274233"/>
                <a:gd name="connsiteX3" fmla="*/ 342900 w 342900"/>
                <a:gd name="connsiteY3" fmla="*/ 1274233 h 1274233"/>
                <a:gd name="connsiteX0-1" fmla="*/ 361950 w 361950"/>
                <a:gd name="connsiteY0-2" fmla="*/ 1274233 h 1274233"/>
                <a:gd name="connsiteX1-3" fmla="*/ 268817 w 361950"/>
                <a:gd name="connsiteY1-4" fmla="*/ 0 h 1274233"/>
                <a:gd name="connsiteX2-5" fmla="*/ 0 w 361950"/>
                <a:gd name="connsiteY2-6" fmla="*/ 666221 h 1274233"/>
                <a:gd name="connsiteX3-7" fmla="*/ 361950 w 361950"/>
                <a:gd name="connsiteY3-8" fmla="*/ 1274233 h 1274233"/>
              </a:gdLst>
              <a:ahLst/>
              <a:cxnLst>
                <a:cxn ang="0">
                  <a:pos x="connsiteX0-1" y="connsiteY0-2"/>
                </a:cxn>
                <a:cxn ang="0">
                  <a:pos x="connsiteX1-3" y="connsiteY1-4"/>
                </a:cxn>
                <a:cxn ang="0">
                  <a:pos x="connsiteX2-5" y="connsiteY2-6"/>
                </a:cxn>
                <a:cxn ang="0">
                  <a:pos x="connsiteX3-7" y="connsiteY3-8"/>
                </a:cxn>
              </a:cxnLst>
              <a:rect l="l" t="t" r="r" b="b"/>
              <a:pathLst>
                <a:path w="361950" h="1274233">
                  <a:moveTo>
                    <a:pt x="361950" y="1274233"/>
                  </a:moveTo>
                  <a:lnTo>
                    <a:pt x="268817" y="0"/>
                  </a:lnTo>
                  <a:lnTo>
                    <a:pt x="0" y="666221"/>
                  </a:lnTo>
                  <a:lnTo>
                    <a:pt x="361950" y="1274233"/>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4" name="任意多边形: 形状 42"/>
            <p:cNvSpPr/>
            <p:nvPr>
              <p:custDataLst>
                <p:tags r:id="rId33"/>
              </p:custDataLst>
            </p:nvPr>
          </p:nvSpPr>
          <p:spPr>
            <a:xfrm>
              <a:off x="8682009" y="4459706"/>
              <a:ext cx="228072" cy="1261533"/>
            </a:xfrm>
            <a:custGeom>
              <a:avLst/>
              <a:gdLst>
                <a:gd name="connsiteX0" fmla="*/ 0 w 201084"/>
                <a:gd name="connsiteY0" fmla="*/ 0 h 1261533"/>
                <a:gd name="connsiteX1" fmla="*/ 201084 w 201084"/>
                <a:gd name="connsiteY1" fmla="*/ 895350 h 1261533"/>
                <a:gd name="connsiteX2" fmla="*/ 93134 w 201084"/>
                <a:gd name="connsiteY2" fmla="*/ 1261533 h 1261533"/>
                <a:gd name="connsiteX3" fmla="*/ 0 w 201084"/>
                <a:gd name="connsiteY3" fmla="*/ 0 h 1261533"/>
                <a:gd name="connsiteX0-1" fmla="*/ 0 w 228072"/>
                <a:gd name="connsiteY0-2" fmla="*/ 0 h 1261533"/>
                <a:gd name="connsiteX1-3" fmla="*/ 228072 w 228072"/>
                <a:gd name="connsiteY1-4" fmla="*/ 876300 h 1261533"/>
                <a:gd name="connsiteX2-5" fmla="*/ 93134 w 228072"/>
                <a:gd name="connsiteY2-6" fmla="*/ 1261533 h 1261533"/>
                <a:gd name="connsiteX3-7" fmla="*/ 0 w 228072"/>
                <a:gd name="connsiteY3-8" fmla="*/ 0 h 1261533"/>
              </a:gdLst>
              <a:ahLst/>
              <a:cxnLst>
                <a:cxn ang="0">
                  <a:pos x="connsiteX0-1" y="connsiteY0-2"/>
                </a:cxn>
                <a:cxn ang="0">
                  <a:pos x="connsiteX1-3" y="connsiteY1-4"/>
                </a:cxn>
                <a:cxn ang="0">
                  <a:pos x="connsiteX2-5" y="connsiteY2-6"/>
                </a:cxn>
                <a:cxn ang="0">
                  <a:pos x="connsiteX3-7" y="connsiteY3-8"/>
                </a:cxn>
              </a:cxnLst>
              <a:rect l="l" t="t" r="r" b="b"/>
              <a:pathLst>
                <a:path w="228072" h="1261533">
                  <a:moveTo>
                    <a:pt x="0" y="0"/>
                  </a:moveTo>
                  <a:lnTo>
                    <a:pt x="228072" y="876300"/>
                  </a:lnTo>
                  <a:lnTo>
                    <a:pt x="93134" y="1261533"/>
                  </a:lnTo>
                  <a:lnTo>
                    <a:pt x="0" y="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5" name="任意多边形: 形状 43"/>
            <p:cNvSpPr/>
            <p:nvPr>
              <p:custDataLst>
                <p:tags r:id="rId34"/>
              </p:custDataLst>
            </p:nvPr>
          </p:nvSpPr>
          <p:spPr>
            <a:xfrm>
              <a:off x="8671426" y="4436423"/>
              <a:ext cx="279400" cy="1087966"/>
            </a:xfrm>
            <a:custGeom>
              <a:avLst/>
              <a:gdLst>
                <a:gd name="connsiteX0" fmla="*/ 0 w 279400"/>
                <a:gd name="connsiteY0" fmla="*/ 0 h 1087966"/>
                <a:gd name="connsiteX1" fmla="*/ 279400 w 279400"/>
                <a:gd name="connsiteY1" fmla="*/ 1087966 h 1087966"/>
                <a:gd name="connsiteX2" fmla="*/ 247650 w 279400"/>
                <a:gd name="connsiteY2" fmla="*/ 457200 h 1087966"/>
                <a:gd name="connsiteX3" fmla="*/ 0 w 279400"/>
                <a:gd name="connsiteY3" fmla="*/ 0 h 1087966"/>
              </a:gdLst>
              <a:ahLst/>
              <a:cxnLst>
                <a:cxn ang="0">
                  <a:pos x="connsiteX0" y="connsiteY0"/>
                </a:cxn>
                <a:cxn ang="0">
                  <a:pos x="connsiteX1" y="connsiteY1"/>
                </a:cxn>
                <a:cxn ang="0">
                  <a:pos x="connsiteX2" y="connsiteY2"/>
                </a:cxn>
                <a:cxn ang="0">
                  <a:pos x="connsiteX3" y="connsiteY3"/>
                </a:cxn>
              </a:cxnLst>
              <a:rect l="l" t="t" r="r" b="b"/>
              <a:pathLst>
                <a:path w="279400" h="1087966">
                  <a:moveTo>
                    <a:pt x="0" y="0"/>
                  </a:moveTo>
                  <a:lnTo>
                    <a:pt x="279400" y="1087966"/>
                  </a:lnTo>
                  <a:lnTo>
                    <a:pt x="247650" y="457200"/>
                  </a:lnTo>
                  <a:lnTo>
                    <a:pt x="0" y="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6" name="任意多边形: 形状 44"/>
            <p:cNvSpPr/>
            <p:nvPr>
              <p:custDataLst>
                <p:tags r:id="rId35"/>
              </p:custDataLst>
            </p:nvPr>
          </p:nvSpPr>
          <p:spPr>
            <a:xfrm>
              <a:off x="8674601" y="4437480"/>
              <a:ext cx="767292" cy="746125"/>
            </a:xfrm>
            <a:custGeom>
              <a:avLst/>
              <a:gdLst>
                <a:gd name="connsiteX0" fmla="*/ 719667 w 757767"/>
                <a:gd name="connsiteY0" fmla="*/ 742950 h 742950"/>
                <a:gd name="connsiteX1" fmla="*/ 757767 w 757767"/>
                <a:gd name="connsiteY1" fmla="*/ 546100 h 742950"/>
                <a:gd name="connsiteX2" fmla="*/ 0 w 757767"/>
                <a:gd name="connsiteY2" fmla="*/ 0 h 742950"/>
                <a:gd name="connsiteX3" fmla="*/ 234950 w 757767"/>
                <a:gd name="connsiteY3" fmla="*/ 488950 h 742950"/>
                <a:gd name="connsiteX4" fmla="*/ 719667 w 757767"/>
                <a:gd name="connsiteY4" fmla="*/ 742950 h 742950"/>
                <a:gd name="connsiteX0-1" fmla="*/ 729192 w 767292"/>
                <a:gd name="connsiteY0-2" fmla="*/ 746125 h 746125"/>
                <a:gd name="connsiteX1-3" fmla="*/ 767292 w 767292"/>
                <a:gd name="connsiteY1-4" fmla="*/ 549275 h 746125"/>
                <a:gd name="connsiteX2-5" fmla="*/ 0 w 767292"/>
                <a:gd name="connsiteY2-6" fmla="*/ 0 h 746125"/>
                <a:gd name="connsiteX3-7" fmla="*/ 244475 w 767292"/>
                <a:gd name="connsiteY3-8" fmla="*/ 492125 h 746125"/>
                <a:gd name="connsiteX4-9" fmla="*/ 729192 w 767292"/>
                <a:gd name="connsiteY4-10" fmla="*/ 746125 h 7461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67292" h="746125">
                  <a:moveTo>
                    <a:pt x="729192" y="746125"/>
                  </a:moveTo>
                  <a:lnTo>
                    <a:pt x="767292" y="549275"/>
                  </a:lnTo>
                  <a:lnTo>
                    <a:pt x="0" y="0"/>
                  </a:lnTo>
                  <a:lnTo>
                    <a:pt x="244475" y="492125"/>
                  </a:lnTo>
                  <a:lnTo>
                    <a:pt x="729192" y="746125"/>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7" name="任意多边形: 形状 45"/>
            <p:cNvSpPr/>
            <p:nvPr>
              <p:custDataLst>
                <p:tags r:id="rId36"/>
              </p:custDataLst>
            </p:nvPr>
          </p:nvSpPr>
          <p:spPr>
            <a:xfrm>
              <a:off x="8900026" y="4878806"/>
              <a:ext cx="501650" cy="685800"/>
            </a:xfrm>
            <a:custGeom>
              <a:avLst/>
              <a:gdLst>
                <a:gd name="connsiteX0" fmla="*/ 59267 w 501650"/>
                <a:gd name="connsiteY0" fmla="*/ 685800 h 685800"/>
                <a:gd name="connsiteX1" fmla="*/ 501650 w 501650"/>
                <a:gd name="connsiteY1" fmla="*/ 302683 h 685800"/>
                <a:gd name="connsiteX2" fmla="*/ 0 w 501650"/>
                <a:gd name="connsiteY2" fmla="*/ 0 h 685800"/>
                <a:gd name="connsiteX3" fmla="*/ 59267 w 501650"/>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01650" h="685800">
                  <a:moveTo>
                    <a:pt x="59267" y="685800"/>
                  </a:moveTo>
                  <a:lnTo>
                    <a:pt x="501650" y="302683"/>
                  </a:lnTo>
                  <a:lnTo>
                    <a:pt x="0" y="0"/>
                  </a:lnTo>
                  <a:lnTo>
                    <a:pt x="59267" y="68580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8" name="任意多边形: 形状 46"/>
            <p:cNvSpPr/>
            <p:nvPr>
              <p:custDataLst>
                <p:tags r:id="rId37"/>
              </p:custDataLst>
            </p:nvPr>
          </p:nvSpPr>
          <p:spPr>
            <a:xfrm>
              <a:off x="9877926" y="3575469"/>
              <a:ext cx="366713" cy="590550"/>
            </a:xfrm>
            <a:custGeom>
              <a:avLst/>
              <a:gdLst>
                <a:gd name="connsiteX0" fmla="*/ 0 w 366713"/>
                <a:gd name="connsiteY0" fmla="*/ 4762 h 590550"/>
                <a:gd name="connsiteX1" fmla="*/ 61913 w 366713"/>
                <a:gd name="connsiteY1" fmla="*/ 0 h 590550"/>
                <a:gd name="connsiteX2" fmla="*/ 366713 w 366713"/>
                <a:gd name="connsiteY2" fmla="*/ 328612 h 590550"/>
                <a:gd name="connsiteX3" fmla="*/ 179388 w 366713"/>
                <a:gd name="connsiteY3" fmla="*/ 590550 h 590550"/>
                <a:gd name="connsiteX4" fmla="*/ 0 w 366713"/>
                <a:gd name="connsiteY4" fmla="*/ 4762 h 590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3" h="590550">
                  <a:moveTo>
                    <a:pt x="0" y="4762"/>
                  </a:moveTo>
                  <a:lnTo>
                    <a:pt x="61913" y="0"/>
                  </a:lnTo>
                  <a:lnTo>
                    <a:pt x="366713" y="328612"/>
                  </a:lnTo>
                  <a:lnTo>
                    <a:pt x="179388" y="590550"/>
                  </a:lnTo>
                  <a:lnTo>
                    <a:pt x="0" y="4762"/>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grpSp>
      <p:sp>
        <p:nvSpPr>
          <p:cNvPr id="59" name="矩形 58"/>
          <p:cNvSpPr/>
          <p:nvPr>
            <p:custDataLst>
              <p:tags r:id="rId38"/>
            </p:custDataLst>
          </p:nvPr>
        </p:nvSpPr>
        <p:spPr>
          <a:xfrm>
            <a:off x="6739255" y="1723390"/>
            <a:ext cx="4176395" cy="2902585"/>
          </a:xfrm>
          <a:prstGeom prst="rect">
            <a:avLst/>
          </a:prstGeom>
          <a:gradFill flip="none" rotWithShape="1">
            <a:gsLst>
              <a:gs pos="97000">
                <a:srgbClr val="4472C4">
                  <a:lumMod val="0"/>
                  <a:lumOff val="100000"/>
                  <a:alpha val="0"/>
                </a:srgbClr>
              </a:gs>
              <a:gs pos="83000">
                <a:srgbClr val="4472C4">
                  <a:lumMod val="0"/>
                  <a:lumOff val="100000"/>
                  <a:alpha val="0"/>
                </a:srgbClr>
              </a:gs>
              <a:gs pos="28000">
                <a:srgbClr val="0C93B5"/>
              </a:gs>
            </a:gsLst>
            <a:path path="circle">
              <a:fillToRect l="50000" t="-80000" r="50000" b="180000"/>
            </a:path>
            <a:tileRect/>
          </a:gra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64" name="文本框 63"/>
          <p:cNvSpPr txBox="1"/>
          <p:nvPr>
            <p:custDataLst>
              <p:tags r:id="rId39"/>
            </p:custDataLst>
          </p:nvPr>
        </p:nvSpPr>
        <p:spPr>
          <a:xfrm>
            <a:off x="459605" y="1663183"/>
            <a:ext cx="5238901" cy="1014730"/>
          </a:xfrm>
          <a:prstGeom prst="rect">
            <a:avLst/>
          </a:prstGeom>
          <a:noFill/>
        </p:spPr>
        <p:txBody>
          <a:bodyPr wrap="square" rtlCol="0" anchor="ctr" anchorCtr="0">
            <a:spAutoFit/>
          </a:bodyPr>
          <a:p>
            <a:pPr marL="285750" indent="-285750">
              <a:buFont typeface="Wingdings" panose="05000000000000000000" charset="0"/>
              <a:buChar char="Ø"/>
            </a:pPr>
            <a:r>
              <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案例分析</a:t>
            </a:r>
            <a:endPar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a:p>
            <a:pPr indent="0">
              <a:buFont typeface="Wingdings" panose="05000000000000000000" charset="0"/>
              <a:buNone/>
            </a:pPr>
            <a:r>
              <a:rPr lang="en-US" altLang="zh-CN"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a:p>
            <a:pPr indent="0">
              <a:buFont typeface="Wingdings" panose="05000000000000000000" charset="0"/>
              <a:buNone/>
            </a:pPr>
            <a:r>
              <a:rPr lang="en-US" altLang="zh-CN"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r>
              <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人资主管</a:t>
            </a:r>
            <a:r>
              <a:rPr lang="en-US" altLang="zh-CN"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a:t>
            </a:r>
            <a:r>
              <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岗位招聘分析</a:t>
            </a:r>
            <a:endPar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5" name="文本框 64"/>
          <p:cNvSpPr txBox="1"/>
          <p:nvPr>
            <p:custDataLst>
              <p:tags r:id="rId40"/>
            </p:custDataLst>
          </p:nvPr>
        </p:nvSpPr>
        <p:spPr>
          <a:xfrm>
            <a:off x="469765" y="3891387"/>
            <a:ext cx="5238901" cy="1050925"/>
          </a:xfrm>
          <a:prstGeom prst="rect">
            <a:avLst/>
          </a:prstGeom>
          <a:noFill/>
        </p:spPr>
        <p:txBody>
          <a:bodyPr wrap="square" rtlCol="0" anchor="t" anchorCtr="0">
            <a:spAutoFit/>
          </a:bodyPr>
          <a:p>
            <a:pPr marL="285750" indent="-285750">
              <a:lnSpc>
                <a:spcPct val="130000"/>
              </a:lnSpc>
              <a:buFont typeface="Wingdings" panose="05000000000000000000" charset="0"/>
              <a:buChar char="Ø"/>
            </a:pP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简历关键词：</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a:p>
            <a:pPr indent="0">
              <a:lnSpc>
                <a:spcPct val="130000"/>
              </a:lnSpc>
              <a:buFont typeface="Wingdings" panose="05000000000000000000" charset="0"/>
              <a:buNone/>
            </a:pPr>
            <a:r>
              <a:rPr lang="en-US" altLang="zh-CN" sz="1600" dirty="0">
                <a:solidFill>
                  <a:schemeClr val="accent2">
                    <a:lumMod val="75000"/>
                  </a:schemeClr>
                </a:solidFill>
                <a:latin typeface="汉仪君黑-45简" panose="020B0604020202020204" charset="-122"/>
                <a:ea typeface="汉仪君黑-45简" panose="020B0604020202020204" charset="-122"/>
                <a:sym typeface="+mn-ea"/>
              </a:rPr>
              <a:t>    </a:t>
            </a: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人资主管、招聘配置、人力资源规划、培训体系、行政管理</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p:txBody>
      </p:sp>
      <p:sp>
        <p:nvSpPr>
          <p:cNvPr id="66" name="文本框 65"/>
          <p:cNvSpPr txBox="1"/>
          <p:nvPr>
            <p:custDataLst>
              <p:tags r:id="rId41"/>
            </p:custDataLst>
          </p:nvPr>
        </p:nvSpPr>
        <p:spPr>
          <a:xfrm>
            <a:off x="10618470" y="782320"/>
            <a:ext cx="1360805"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01 技能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7" name="文本框 66"/>
          <p:cNvSpPr txBox="1"/>
          <p:nvPr>
            <p:custDataLst>
              <p:tags r:id="rId42"/>
            </p:custDataLst>
          </p:nvPr>
        </p:nvSpPr>
        <p:spPr>
          <a:xfrm>
            <a:off x="10586720" y="1247775"/>
            <a:ext cx="1105535"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02 </a:t>
            </a:r>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知识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endParaRPr>
          </a:p>
        </p:txBody>
      </p:sp>
      <p:sp>
        <p:nvSpPr>
          <p:cNvPr id="68" name="文本框 67"/>
          <p:cNvSpPr txBox="1"/>
          <p:nvPr>
            <p:custDataLst>
              <p:tags r:id="rId43"/>
            </p:custDataLst>
          </p:nvPr>
        </p:nvSpPr>
        <p:spPr>
          <a:xfrm>
            <a:off x="10564495" y="1748155"/>
            <a:ext cx="1049655"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03 价值观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9" name="文本框 68"/>
          <p:cNvSpPr txBox="1"/>
          <p:nvPr>
            <p:custDataLst>
              <p:tags r:id="rId44"/>
            </p:custDataLst>
          </p:nvPr>
        </p:nvSpPr>
        <p:spPr>
          <a:xfrm>
            <a:off x="10613390" y="2163445"/>
            <a:ext cx="1292860"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04 </a:t>
            </a:r>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自我形象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endParaRPr>
          </a:p>
        </p:txBody>
      </p:sp>
      <p:sp>
        <p:nvSpPr>
          <p:cNvPr id="70" name="文本框 69"/>
          <p:cNvSpPr txBox="1"/>
          <p:nvPr>
            <p:custDataLst>
              <p:tags r:id="rId45"/>
            </p:custDataLst>
          </p:nvPr>
        </p:nvSpPr>
        <p:spPr>
          <a:xfrm>
            <a:off x="10613390" y="2593340"/>
            <a:ext cx="1292860"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05 </a:t>
            </a:r>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特质/倾向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endParaRPr>
          </a:p>
        </p:txBody>
      </p:sp>
      <p:sp>
        <p:nvSpPr>
          <p:cNvPr id="71" name="文本框 70"/>
          <p:cNvSpPr txBox="1"/>
          <p:nvPr>
            <p:custDataLst>
              <p:tags r:id="rId46"/>
            </p:custDataLst>
          </p:nvPr>
        </p:nvSpPr>
        <p:spPr>
          <a:xfrm>
            <a:off x="8300720" y="1259205"/>
            <a:ext cx="641985" cy="382905"/>
          </a:xfrm>
          <a:prstGeom prst="rect">
            <a:avLst/>
          </a:prstGeom>
          <a:noFill/>
        </p:spPr>
        <p:txBody>
          <a:bodyPr wrap="square" rtlCol="0" anchor="ctr" anchorCtr="0">
            <a:noAutofit/>
          </a:bodyPr>
          <a:p>
            <a:r>
              <a:rPr lang="zh-CN" altLang="en-US"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冰山上</a:t>
            </a:r>
            <a:r>
              <a:rPr lang="en-US" altLang="zh-CN"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r>
              <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72" name="文本框 71"/>
          <p:cNvSpPr txBox="1"/>
          <p:nvPr>
            <p:custDataLst>
              <p:tags r:id="rId47"/>
            </p:custDataLst>
          </p:nvPr>
        </p:nvSpPr>
        <p:spPr>
          <a:xfrm>
            <a:off x="8300720" y="1748155"/>
            <a:ext cx="641985" cy="382905"/>
          </a:xfrm>
          <a:prstGeom prst="rect">
            <a:avLst/>
          </a:prstGeom>
          <a:noFill/>
        </p:spPr>
        <p:txBody>
          <a:bodyPr wrap="square" rtlCol="0" anchor="ctr" anchorCtr="0">
            <a:noAutofit/>
          </a:bodyPr>
          <a:p>
            <a:r>
              <a:rPr lang="zh-CN" altLang="en-US"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冰山下</a:t>
            </a:r>
            <a:r>
              <a:rPr lang="en-US" altLang="zh-CN"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r>
              <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2" name="文本框 1"/>
          <p:cNvSpPr txBox="1"/>
          <p:nvPr>
            <p:custDataLst>
              <p:tags r:id="rId48"/>
            </p:custDataLst>
          </p:nvPr>
        </p:nvSpPr>
        <p:spPr>
          <a:xfrm>
            <a:off x="469765" y="5242032"/>
            <a:ext cx="5238901" cy="730885"/>
          </a:xfrm>
          <a:prstGeom prst="rect">
            <a:avLst/>
          </a:prstGeom>
          <a:noFill/>
        </p:spPr>
        <p:txBody>
          <a:bodyPr wrap="square" rtlCol="0" anchor="t" anchorCtr="0">
            <a:spAutoFit/>
          </a:bodyPr>
          <a:p>
            <a:pPr marL="285750" indent="-285750">
              <a:lnSpc>
                <a:spcPct val="130000"/>
              </a:lnSpc>
              <a:buFont typeface="Wingdings" panose="05000000000000000000" charset="0"/>
              <a:buChar char="Ø"/>
            </a:pP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问题：</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a:p>
            <a:pPr indent="0">
              <a:lnSpc>
                <a:spcPct val="130000"/>
              </a:lnSpc>
              <a:buFont typeface="Wingdings" panose="05000000000000000000" charset="0"/>
              <a:buNone/>
            </a:pPr>
            <a:r>
              <a:rPr lang="en-US" altLang="zh-CN" sz="1600" dirty="0">
                <a:solidFill>
                  <a:schemeClr val="accent2">
                    <a:lumMod val="75000"/>
                  </a:schemeClr>
                </a:solidFill>
                <a:latin typeface="汉仪君黑-45简" panose="020B0604020202020204" charset="-122"/>
                <a:ea typeface="汉仪君黑-45简" panose="020B0604020202020204" charset="-122"/>
                <a:sym typeface="+mn-ea"/>
              </a:rPr>
              <a:t>    </a:t>
            </a: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工作年限、岗位资历作假</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p:txBody>
      </p:sp>
      <p:cxnSp>
        <p:nvCxnSpPr>
          <p:cNvPr id="160" name="直接连接符 159"/>
          <p:cNvCxnSpPr/>
          <p:nvPr>
            <p:custDataLst>
              <p:tags r:id="rId49"/>
            </p:custDataLst>
          </p:nvPr>
        </p:nvCxnSpPr>
        <p:spPr>
          <a:xfrm flipV="1">
            <a:off x="172085" y="4926330"/>
            <a:ext cx="11520000" cy="0"/>
          </a:xfrm>
          <a:prstGeom prst="line">
            <a:avLst/>
          </a:prstGeom>
          <a:ln>
            <a:solidFill>
              <a:srgbClr val="7B8DA5"/>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custDataLst>
              <p:tags r:id="rId50"/>
            </p:custDataLst>
          </p:nvPr>
        </p:nvCxnSpPr>
        <p:spPr>
          <a:xfrm flipV="1">
            <a:off x="172085" y="5966460"/>
            <a:ext cx="11520000" cy="0"/>
          </a:xfrm>
          <a:prstGeom prst="line">
            <a:avLst/>
          </a:prstGeom>
          <a:ln>
            <a:solidFill>
              <a:srgbClr val="7B8DA5"/>
            </a:solidFill>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10" name="对象 9">
            <a:hlinkClick r:id="" action="ppaction://ole?verb="/>
          </p:cNvPr>
          <p:cNvGraphicFramePr>
            <a:graphicFrameLocks noChangeAspect="1"/>
          </p:cNvGraphicFramePr>
          <p:nvPr/>
        </p:nvGraphicFramePr>
        <p:xfrm>
          <a:off x="10720705" y="5972810"/>
          <a:ext cx="971550" cy="666750"/>
        </p:xfrm>
        <a:graphic>
          <a:graphicData uri="http://schemas.openxmlformats.org/presentationml/2006/ole">
            <mc:AlternateContent xmlns:mc="http://schemas.openxmlformats.org/markup-compatibility/2006">
              <mc:Choice xmlns:v="urn:schemas-microsoft-com:vml" Requires="v">
                <p:oleObj spid="_x0000_s1025" name="" showAsIcon="1" r:id="rId51" imgW="971550" imgH="666750" progId="Word.Document.12">
                  <p:embed/>
                </p:oleObj>
              </mc:Choice>
              <mc:Fallback>
                <p:oleObj name="" showAsIcon="1" r:id="rId51" imgW="971550" imgH="666750" progId="Word.Document.12">
                  <p:embed/>
                  <p:pic>
                    <p:nvPicPr>
                      <p:cNvPr id="0" name="图片 1024"/>
                      <p:cNvPicPr/>
                      <p:nvPr/>
                    </p:nvPicPr>
                    <p:blipFill>
                      <a:blip r:embed="rId52"/>
                      <a:stretch>
                        <a:fillRect/>
                      </a:stretch>
                    </p:blipFill>
                    <p:spPr>
                      <a:xfrm>
                        <a:off x="10720705" y="5972810"/>
                        <a:ext cx="971550" cy="66675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500"/>
                                        <p:tgtEl>
                                          <p:spTgt spid="160"/>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a:spLocks noChangeArrowheads="1"/>
          </p:cNvSpPr>
          <p:nvPr/>
        </p:nvSpPr>
        <p:spPr bwMode="auto">
          <a:xfrm>
            <a:off x="321945" y="1854200"/>
            <a:ext cx="5653405"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zh-CN" altLang="en-US" sz="2400" dirty="0">
              <a:solidFill>
                <a:schemeClr val="tx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grpSp>
        <p:nvGrpSpPr>
          <p:cNvPr id="11" name="组合 10"/>
          <p:cNvGrpSpPr/>
          <p:nvPr/>
        </p:nvGrpSpPr>
        <p:grpSpPr>
          <a:xfrm>
            <a:off x="0" y="6401399"/>
            <a:ext cx="1933184" cy="456601"/>
            <a:chOff x="5813" y="5507421"/>
            <a:chExt cx="7708780" cy="1350579"/>
          </a:xfrm>
        </p:grpSpPr>
        <p:sp>
          <p:nvSpPr>
            <p:cNvPr id="12" name="等腰三角形 11"/>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0" name="等腰三角形 19"/>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1" name="组合 20"/>
          <p:cNvGrpSpPr/>
          <p:nvPr/>
        </p:nvGrpSpPr>
        <p:grpSpPr>
          <a:xfrm>
            <a:off x="10258816" y="-14340"/>
            <a:ext cx="1933184" cy="456601"/>
            <a:chOff x="1717902" y="-14340"/>
            <a:chExt cx="10474098" cy="2473890"/>
          </a:xfrm>
        </p:grpSpPr>
        <p:sp>
          <p:nvSpPr>
            <p:cNvPr id="22" name="任意多边形: 形状 21"/>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3" name="任意多边形: 形状 22"/>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4" name="组合 23"/>
          <p:cNvGrpSpPr/>
          <p:nvPr/>
        </p:nvGrpSpPr>
        <p:grpSpPr>
          <a:xfrm>
            <a:off x="0" y="138059"/>
            <a:ext cx="321733" cy="810207"/>
            <a:chOff x="-79079" y="0"/>
            <a:chExt cx="530352" cy="1060704"/>
          </a:xfrm>
        </p:grpSpPr>
        <p:sp>
          <p:nvSpPr>
            <p:cNvPr id="25" name="任意多边形: 形状 24"/>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6" name="任意多边形: 形状 25"/>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6" name="文本框 5"/>
          <p:cNvSpPr txBox="1"/>
          <p:nvPr>
            <p:custDataLst>
              <p:tags r:id="rId1"/>
            </p:custDataLst>
          </p:nvPr>
        </p:nvSpPr>
        <p:spPr>
          <a:xfrm>
            <a:off x="681355" y="266065"/>
            <a:ext cx="2618105" cy="645160"/>
          </a:xfrm>
          <a:prstGeom prst="rect">
            <a:avLst/>
          </a:prstGeom>
          <a:noFill/>
        </p:spPr>
        <p:txBody>
          <a:bodyPr wrap="square" rtlCol="0">
            <a:spAutoFit/>
          </a:bodyPr>
          <a:p>
            <a:r>
              <a:rPr lang="zh-CN" altLang="en-US" sz="3600" b="1" dirty="0">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冰山模型</a:t>
            </a:r>
            <a:endParaRPr lang="zh-CN" altLang="en-US" sz="3600" b="1" dirty="0">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7" name="矩形 6"/>
          <p:cNvSpPr/>
          <p:nvPr>
            <p:custDataLst>
              <p:tags r:id="rId2"/>
            </p:custDataLst>
          </p:nvPr>
        </p:nvSpPr>
        <p:spPr>
          <a:xfrm>
            <a:off x="469900" y="372745"/>
            <a:ext cx="114935" cy="476250"/>
          </a:xfrm>
          <a:prstGeom prst="rect">
            <a:avLst/>
          </a:prstGeom>
          <a:solidFill>
            <a:schemeClr val="accent2">
              <a:lumMod val="60000"/>
              <a:lumOff val="40000"/>
            </a:scheme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SimHei" panose="02010609060101010101" charset="-122"/>
              <a:ea typeface="SimHei" panose="02010609060101010101" charset="-122"/>
            </a:endParaRPr>
          </a:p>
        </p:txBody>
      </p:sp>
      <p:grpSp>
        <p:nvGrpSpPr>
          <p:cNvPr id="49" name="组合 48"/>
          <p:cNvGrpSpPr/>
          <p:nvPr>
            <p:custDataLst>
              <p:tags r:id="rId3"/>
            </p:custDataLst>
          </p:nvPr>
        </p:nvGrpSpPr>
        <p:grpSpPr>
          <a:xfrm>
            <a:off x="7178675" y="253365"/>
            <a:ext cx="2773045" cy="3971925"/>
            <a:chOff x="7570231" y="1891297"/>
            <a:chExt cx="2674408" cy="3829942"/>
          </a:xfrm>
        </p:grpSpPr>
        <p:sp>
          <p:nvSpPr>
            <p:cNvPr id="4" name="任意多边形: 形状 11"/>
            <p:cNvSpPr/>
            <p:nvPr>
              <p:custDataLst>
                <p:tags r:id="rId4"/>
              </p:custDataLst>
            </p:nvPr>
          </p:nvSpPr>
          <p:spPr>
            <a:xfrm>
              <a:off x="8758761" y="1891297"/>
              <a:ext cx="381361" cy="704067"/>
            </a:xfrm>
            <a:custGeom>
              <a:avLst/>
              <a:gdLst>
                <a:gd name="connsiteX0" fmla="*/ 381361 w 381361"/>
                <a:gd name="connsiteY0" fmla="*/ 0 h 697717"/>
                <a:gd name="connsiteX1" fmla="*/ 359693 w 381361"/>
                <a:gd name="connsiteY1" fmla="*/ 697717 h 697717"/>
                <a:gd name="connsiteX2" fmla="*/ 0 w 381361"/>
                <a:gd name="connsiteY2" fmla="*/ 563374 h 697717"/>
                <a:gd name="connsiteX3" fmla="*/ 381361 w 381361"/>
                <a:gd name="connsiteY3" fmla="*/ 0 h 697717"/>
                <a:gd name="connsiteX0-1" fmla="*/ 381361 w 503626"/>
                <a:gd name="connsiteY0-2" fmla="*/ 0 h 716767"/>
                <a:gd name="connsiteX1-3" fmla="*/ 503626 w 503626"/>
                <a:gd name="connsiteY1-4" fmla="*/ 716767 h 716767"/>
                <a:gd name="connsiteX2-5" fmla="*/ 0 w 503626"/>
                <a:gd name="connsiteY2-6" fmla="*/ 563374 h 716767"/>
                <a:gd name="connsiteX3-7" fmla="*/ 381361 w 503626"/>
                <a:gd name="connsiteY3-8" fmla="*/ 0 h 716767"/>
                <a:gd name="connsiteX0-9" fmla="*/ 381361 w 381361"/>
                <a:gd name="connsiteY0-10" fmla="*/ 0 h 704067"/>
                <a:gd name="connsiteX1-11" fmla="*/ 370276 w 381361"/>
                <a:gd name="connsiteY1-12" fmla="*/ 704067 h 704067"/>
                <a:gd name="connsiteX2-13" fmla="*/ 0 w 381361"/>
                <a:gd name="connsiteY2-14" fmla="*/ 563374 h 704067"/>
                <a:gd name="connsiteX3-15" fmla="*/ 381361 w 381361"/>
                <a:gd name="connsiteY3-16" fmla="*/ 0 h 704067"/>
              </a:gdLst>
              <a:ahLst/>
              <a:cxnLst>
                <a:cxn ang="0">
                  <a:pos x="connsiteX0-1" y="connsiteY0-2"/>
                </a:cxn>
                <a:cxn ang="0">
                  <a:pos x="connsiteX1-3" y="connsiteY1-4"/>
                </a:cxn>
                <a:cxn ang="0">
                  <a:pos x="connsiteX2-5" y="connsiteY2-6"/>
                </a:cxn>
                <a:cxn ang="0">
                  <a:pos x="connsiteX3-7" y="connsiteY3-8"/>
                </a:cxn>
              </a:cxnLst>
              <a:rect l="l" t="t" r="r" b="b"/>
              <a:pathLst>
                <a:path w="381361" h="704067">
                  <a:moveTo>
                    <a:pt x="381361" y="0"/>
                  </a:moveTo>
                  <a:lnTo>
                    <a:pt x="370276" y="704067"/>
                  </a:lnTo>
                  <a:lnTo>
                    <a:pt x="0" y="563374"/>
                  </a:lnTo>
                  <a:lnTo>
                    <a:pt x="381361" y="0"/>
                  </a:lnTo>
                  <a:close/>
                </a:path>
              </a:pathLst>
            </a:custGeom>
            <a:solidFill>
              <a:srgbClr val="C4EDE7"/>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 name="任意多边形: 形状 12"/>
            <p:cNvSpPr/>
            <p:nvPr>
              <p:custDataLst>
                <p:tags r:id="rId5"/>
              </p:custDataLst>
            </p:nvPr>
          </p:nvSpPr>
          <p:spPr>
            <a:xfrm>
              <a:off x="9115925" y="1898540"/>
              <a:ext cx="419101" cy="703792"/>
            </a:xfrm>
            <a:custGeom>
              <a:avLst/>
              <a:gdLst>
                <a:gd name="connsiteX0" fmla="*/ 409575 w 409575"/>
                <a:gd name="connsiteY0" fmla="*/ 628650 h 711200"/>
                <a:gd name="connsiteX1" fmla="*/ 0 w 409575"/>
                <a:gd name="connsiteY1" fmla="*/ 711200 h 711200"/>
                <a:gd name="connsiteX2" fmla="*/ 19050 w 409575"/>
                <a:gd name="connsiteY2" fmla="*/ 0 h 711200"/>
                <a:gd name="connsiteX3" fmla="*/ 409575 w 409575"/>
                <a:gd name="connsiteY3" fmla="*/ 628650 h 711200"/>
                <a:gd name="connsiteX0-1" fmla="*/ 414338 w 414338"/>
                <a:gd name="connsiteY0-2" fmla="*/ 628650 h 711200"/>
                <a:gd name="connsiteX1-3" fmla="*/ 0 w 414338"/>
                <a:gd name="connsiteY1-4" fmla="*/ 711200 h 711200"/>
                <a:gd name="connsiteX2-5" fmla="*/ 23813 w 414338"/>
                <a:gd name="connsiteY2-6" fmla="*/ 0 h 711200"/>
                <a:gd name="connsiteX3-7" fmla="*/ 414338 w 414338"/>
                <a:gd name="connsiteY3-8" fmla="*/ 628650 h 711200"/>
                <a:gd name="connsiteX0-9" fmla="*/ 417513 w 417513"/>
                <a:gd name="connsiteY0-10" fmla="*/ 652462 h 711200"/>
                <a:gd name="connsiteX1-11" fmla="*/ 0 w 417513"/>
                <a:gd name="connsiteY1-12" fmla="*/ 711200 h 711200"/>
                <a:gd name="connsiteX2-13" fmla="*/ 23813 w 417513"/>
                <a:gd name="connsiteY2-14" fmla="*/ 0 h 711200"/>
                <a:gd name="connsiteX3-15" fmla="*/ 417513 w 417513"/>
                <a:gd name="connsiteY3-16" fmla="*/ 652462 h 711200"/>
                <a:gd name="connsiteX0-17" fmla="*/ 419101 w 419101"/>
                <a:gd name="connsiteY0-18" fmla="*/ 652462 h 727075"/>
                <a:gd name="connsiteX1-19" fmla="*/ 0 w 419101"/>
                <a:gd name="connsiteY1-20" fmla="*/ 727075 h 727075"/>
                <a:gd name="connsiteX2-21" fmla="*/ 25401 w 419101"/>
                <a:gd name="connsiteY2-22" fmla="*/ 0 h 727075"/>
                <a:gd name="connsiteX3-23" fmla="*/ 419101 w 419101"/>
                <a:gd name="connsiteY3-24" fmla="*/ 652462 h 727075"/>
                <a:gd name="connsiteX0-25" fmla="*/ 436034 w 436034"/>
                <a:gd name="connsiteY0-26" fmla="*/ 646112 h 720725"/>
                <a:gd name="connsiteX1-27" fmla="*/ 16933 w 436034"/>
                <a:gd name="connsiteY1-28" fmla="*/ 720725 h 720725"/>
                <a:gd name="connsiteX2-29" fmla="*/ 0 w 436034"/>
                <a:gd name="connsiteY2-30" fmla="*/ 0 h 720725"/>
                <a:gd name="connsiteX3-31" fmla="*/ 436034 w 436034"/>
                <a:gd name="connsiteY3-32" fmla="*/ 646112 h 720725"/>
                <a:gd name="connsiteX0-33" fmla="*/ 419101 w 419101"/>
                <a:gd name="connsiteY0-34" fmla="*/ 629179 h 703792"/>
                <a:gd name="connsiteX1-35" fmla="*/ 0 w 419101"/>
                <a:gd name="connsiteY1-36" fmla="*/ 703792 h 703792"/>
                <a:gd name="connsiteX2-37" fmla="*/ 23284 w 419101"/>
                <a:gd name="connsiteY2-38" fmla="*/ 0 h 703792"/>
                <a:gd name="connsiteX3-39" fmla="*/ 419101 w 419101"/>
                <a:gd name="connsiteY3-40" fmla="*/ 629179 h 703792"/>
              </a:gdLst>
              <a:ahLst/>
              <a:cxnLst>
                <a:cxn ang="0">
                  <a:pos x="connsiteX0-1" y="connsiteY0-2"/>
                </a:cxn>
                <a:cxn ang="0">
                  <a:pos x="connsiteX1-3" y="connsiteY1-4"/>
                </a:cxn>
                <a:cxn ang="0">
                  <a:pos x="connsiteX2-5" y="connsiteY2-6"/>
                </a:cxn>
                <a:cxn ang="0">
                  <a:pos x="connsiteX3-7" y="connsiteY3-8"/>
                </a:cxn>
              </a:cxnLst>
              <a:rect l="l" t="t" r="r" b="b"/>
              <a:pathLst>
                <a:path w="419101" h="703792">
                  <a:moveTo>
                    <a:pt x="419101" y="629179"/>
                  </a:moveTo>
                  <a:lnTo>
                    <a:pt x="0" y="703792"/>
                  </a:lnTo>
                  <a:lnTo>
                    <a:pt x="23284" y="0"/>
                  </a:lnTo>
                  <a:lnTo>
                    <a:pt x="419101" y="629179"/>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8" name="任意多边形: 形状 13"/>
            <p:cNvSpPr/>
            <p:nvPr>
              <p:custDataLst>
                <p:tags r:id="rId6"/>
              </p:custDataLst>
            </p:nvPr>
          </p:nvSpPr>
          <p:spPr>
            <a:xfrm>
              <a:off x="8552893" y="2448873"/>
              <a:ext cx="573616" cy="294216"/>
            </a:xfrm>
            <a:custGeom>
              <a:avLst/>
              <a:gdLst>
                <a:gd name="connsiteX0" fmla="*/ 268816 w 573616"/>
                <a:gd name="connsiteY0" fmla="*/ 0 h 294216"/>
                <a:gd name="connsiteX1" fmla="*/ 35983 w 573616"/>
                <a:gd name="connsiteY1" fmla="*/ 29633 h 294216"/>
                <a:gd name="connsiteX2" fmla="*/ 0 w 573616"/>
                <a:gd name="connsiteY2" fmla="*/ 294216 h 294216"/>
                <a:gd name="connsiteX3" fmla="*/ 573616 w 573616"/>
                <a:gd name="connsiteY3" fmla="*/ 139700 h 294216"/>
                <a:gd name="connsiteX4" fmla="*/ 268816 w 573616"/>
                <a:gd name="connsiteY4" fmla="*/ 0 h 294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616" h="294216">
                  <a:moveTo>
                    <a:pt x="268816" y="0"/>
                  </a:moveTo>
                  <a:lnTo>
                    <a:pt x="35983" y="29633"/>
                  </a:lnTo>
                  <a:lnTo>
                    <a:pt x="0" y="294216"/>
                  </a:lnTo>
                  <a:lnTo>
                    <a:pt x="573616" y="139700"/>
                  </a:lnTo>
                  <a:lnTo>
                    <a:pt x="268816" y="0"/>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9" name="任意多边形: 形状 14"/>
            <p:cNvSpPr/>
            <p:nvPr>
              <p:custDataLst>
                <p:tags r:id="rId7"/>
              </p:custDataLst>
            </p:nvPr>
          </p:nvSpPr>
          <p:spPr>
            <a:xfrm>
              <a:off x="9111693" y="2478506"/>
              <a:ext cx="745066" cy="226483"/>
            </a:xfrm>
            <a:custGeom>
              <a:avLst/>
              <a:gdLst>
                <a:gd name="connsiteX0" fmla="*/ 745066 w 745066"/>
                <a:gd name="connsiteY0" fmla="*/ 226483 h 226483"/>
                <a:gd name="connsiteX1" fmla="*/ 0 w 745066"/>
                <a:gd name="connsiteY1" fmla="*/ 114300 h 226483"/>
                <a:gd name="connsiteX2" fmla="*/ 550333 w 745066"/>
                <a:gd name="connsiteY2" fmla="*/ 0 h 226483"/>
                <a:gd name="connsiteX3" fmla="*/ 745066 w 745066"/>
                <a:gd name="connsiteY3" fmla="*/ 226483 h 226483"/>
              </a:gdLst>
              <a:ahLst/>
              <a:cxnLst>
                <a:cxn ang="0">
                  <a:pos x="connsiteX0" y="connsiteY0"/>
                </a:cxn>
                <a:cxn ang="0">
                  <a:pos x="connsiteX1" y="connsiteY1"/>
                </a:cxn>
                <a:cxn ang="0">
                  <a:pos x="connsiteX2" y="connsiteY2"/>
                </a:cxn>
                <a:cxn ang="0">
                  <a:pos x="connsiteX3" y="connsiteY3"/>
                </a:cxn>
              </a:cxnLst>
              <a:rect l="l" t="t" r="r" b="b"/>
              <a:pathLst>
                <a:path w="745066" h="226483">
                  <a:moveTo>
                    <a:pt x="745066" y="226483"/>
                  </a:moveTo>
                  <a:lnTo>
                    <a:pt x="0" y="114300"/>
                  </a:lnTo>
                  <a:lnTo>
                    <a:pt x="550333" y="0"/>
                  </a:lnTo>
                  <a:lnTo>
                    <a:pt x="745066" y="226483"/>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28" name="任意多边形: 形状 15"/>
            <p:cNvSpPr/>
            <p:nvPr>
              <p:custDataLst>
                <p:tags r:id="rId8"/>
              </p:custDataLst>
            </p:nvPr>
          </p:nvSpPr>
          <p:spPr>
            <a:xfrm>
              <a:off x="8552893" y="2571639"/>
              <a:ext cx="759883" cy="603250"/>
            </a:xfrm>
            <a:custGeom>
              <a:avLst/>
              <a:gdLst>
                <a:gd name="connsiteX0" fmla="*/ 759883 w 759883"/>
                <a:gd name="connsiteY0" fmla="*/ 340784 h 603250"/>
                <a:gd name="connsiteX1" fmla="*/ 558800 w 759883"/>
                <a:gd name="connsiteY1" fmla="*/ 0 h 603250"/>
                <a:gd name="connsiteX2" fmla="*/ 0 w 759883"/>
                <a:gd name="connsiteY2" fmla="*/ 167217 h 603250"/>
                <a:gd name="connsiteX3" fmla="*/ 402166 w 759883"/>
                <a:gd name="connsiteY3" fmla="*/ 603250 h 603250"/>
                <a:gd name="connsiteX4" fmla="*/ 759883 w 759883"/>
                <a:gd name="connsiteY4" fmla="*/ 340784 h 603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883" h="603250">
                  <a:moveTo>
                    <a:pt x="759883" y="340784"/>
                  </a:moveTo>
                  <a:lnTo>
                    <a:pt x="558800" y="0"/>
                  </a:lnTo>
                  <a:lnTo>
                    <a:pt x="0" y="167217"/>
                  </a:lnTo>
                  <a:lnTo>
                    <a:pt x="402166" y="603250"/>
                  </a:lnTo>
                  <a:lnTo>
                    <a:pt x="759883" y="340784"/>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29" name="任意多边形: 形状 16"/>
            <p:cNvSpPr/>
            <p:nvPr>
              <p:custDataLst>
                <p:tags r:id="rId9"/>
              </p:custDataLst>
            </p:nvPr>
          </p:nvSpPr>
          <p:spPr>
            <a:xfrm>
              <a:off x="9113809" y="2571639"/>
              <a:ext cx="840317" cy="393700"/>
            </a:xfrm>
            <a:custGeom>
              <a:avLst/>
              <a:gdLst>
                <a:gd name="connsiteX0" fmla="*/ 840317 w 840317"/>
                <a:gd name="connsiteY0" fmla="*/ 393700 h 393700"/>
                <a:gd name="connsiteX1" fmla="*/ 747184 w 840317"/>
                <a:gd name="connsiteY1" fmla="*/ 133350 h 393700"/>
                <a:gd name="connsiteX2" fmla="*/ 0 w 840317"/>
                <a:gd name="connsiteY2" fmla="*/ 0 h 393700"/>
                <a:gd name="connsiteX3" fmla="*/ 203200 w 840317"/>
                <a:gd name="connsiteY3" fmla="*/ 345017 h 393700"/>
                <a:gd name="connsiteX4" fmla="*/ 840317 w 840317"/>
                <a:gd name="connsiteY4" fmla="*/ 393700 h 393700"/>
                <a:gd name="connsiteX0-1" fmla="*/ 840317 w 840317"/>
                <a:gd name="connsiteY0-2" fmla="*/ 393700 h 393700"/>
                <a:gd name="connsiteX1-3" fmla="*/ 747184 w 840317"/>
                <a:gd name="connsiteY1-4" fmla="*/ 133350 h 393700"/>
                <a:gd name="connsiteX2-5" fmla="*/ 0 w 840317"/>
                <a:gd name="connsiteY2-6" fmla="*/ 0 h 393700"/>
                <a:gd name="connsiteX3-7" fmla="*/ 176212 w 840317"/>
                <a:gd name="connsiteY3-8" fmla="*/ 354542 h 393700"/>
                <a:gd name="connsiteX4-9" fmla="*/ 840317 w 840317"/>
                <a:gd name="connsiteY4-10" fmla="*/ 393700 h 3937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40317" h="393700">
                  <a:moveTo>
                    <a:pt x="840317" y="393700"/>
                  </a:moveTo>
                  <a:lnTo>
                    <a:pt x="747184" y="133350"/>
                  </a:lnTo>
                  <a:lnTo>
                    <a:pt x="0" y="0"/>
                  </a:lnTo>
                  <a:lnTo>
                    <a:pt x="176212" y="354542"/>
                  </a:lnTo>
                  <a:lnTo>
                    <a:pt x="840317" y="393700"/>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0" name="任意多边形: 形状 17"/>
            <p:cNvSpPr/>
            <p:nvPr>
              <p:custDataLst>
                <p:tags r:id="rId10"/>
              </p:custDataLst>
            </p:nvPr>
          </p:nvSpPr>
          <p:spPr>
            <a:xfrm>
              <a:off x="8175609" y="2698639"/>
              <a:ext cx="766234" cy="1325034"/>
            </a:xfrm>
            <a:custGeom>
              <a:avLst/>
              <a:gdLst>
                <a:gd name="connsiteX0" fmla="*/ 400050 w 766234"/>
                <a:gd name="connsiteY0" fmla="*/ 31750 h 1325034"/>
                <a:gd name="connsiteX1" fmla="*/ 0 w 766234"/>
                <a:gd name="connsiteY1" fmla="*/ 0 h 1325034"/>
                <a:gd name="connsiteX2" fmla="*/ 342900 w 766234"/>
                <a:gd name="connsiteY2" fmla="*/ 1325034 h 1325034"/>
                <a:gd name="connsiteX3" fmla="*/ 766234 w 766234"/>
                <a:gd name="connsiteY3" fmla="*/ 465667 h 1325034"/>
                <a:gd name="connsiteX4" fmla="*/ 400050 w 766234"/>
                <a:gd name="connsiteY4" fmla="*/ 31750 h 1325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234" h="1325034">
                  <a:moveTo>
                    <a:pt x="400050" y="31750"/>
                  </a:moveTo>
                  <a:lnTo>
                    <a:pt x="0" y="0"/>
                  </a:lnTo>
                  <a:lnTo>
                    <a:pt x="342900" y="1325034"/>
                  </a:lnTo>
                  <a:lnTo>
                    <a:pt x="766234" y="465667"/>
                  </a:lnTo>
                  <a:lnTo>
                    <a:pt x="400050" y="31750"/>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1" name="任意多边形: 形状 18"/>
            <p:cNvSpPr/>
            <p:nvPr>
              <p:custDataLst>
                <p:tags r:id="rId11"/>
              </p:custDataLst>
            </p:nvPr>
          </p:nvSpPr>
          <p:spPr>
            <a:xfrm>
              <a:off x="8936009" y="2893373"/>
              <a:ext cx="670984" cy="806450"/>
            </a:xfrm>
            <a:custGeom>
              <a:avLst/>
              <a:gdLst>
                <a:gd name="connsiteX0" fmla="*/ 370417 w 664634"/>
                <a:gd name="connsiteY0" fmla="*/ 0 h 800100"/>
                <a:gd name="connsiteX1" fmla="*/ 664634 w 664634"/>
                <a:gd name="connsiteY1" fmla="*/ 800100 h 800100"/>
                <a:gd name="connsiteX2" fmla="*/ 0 w 664634"/>
                <a:gd name="connsiteY2" fmla="*/ 275166 h 800100"/>
                <a:gd name="connsiteX3" fmla="*/ 370417 w 664634"/>
                <a:gd name="connsiteY3" fmla="*/ 0 h 800100"/>
                <a:gd name="connsiteX0-1" fmla="*/ 370417 w 783167"/>
                <a:gd name="connsiteY0-2" fmla="*/ 0 h 723900"/>
                <a:gd name="connsiteX1-3" fmla="*/ 783167 w 783167"/>
                <a:gd name="connsiteY1-4" fmla="*/ 723900 h 723900"/>
                <a:gd name="connsiteX2-5" fmla="*/ 0 w 783167"/>
                <a:gd name="connsiteY2-6" fmla="*/ 275166 h 723900"/>
                <a:gd name="connsiteX3-7" fmla="*/ 370417 w 783167"/>
                <a:gd name="connsiteY3-8" fmla="*/ 0 h 723900"/>
                <a:gd name="connsiteX0-9" fmla="*/ 370417 w 670984"/>
                <a:gd name="connsiteY0-10" fmla="*/ 0 h 806450"/>
                <a:gd name="connsiteX1-11" fmla="*/ 670984 w 670984"/>
                <a:gd name="connsiteY1-12" fmla="*/ 806450 h 806450"/>
                <a:gd name="connsiteX2-13" fmla="*/ 0 w 670984"/>
                <a:gd name="connsiteY2-14" fmla="*/ 275166 h 806450"/>
                <a:gd name="connsiteX3-15" fmla="*/ 370417 w 670984"/>
                <a:gd name="connsiteY3-16" fmla="*/ 0 h 806450"/>
              </a:gdLst>
              <a:ahLst/>
              <a:cxnLst>
                <a:cxn ang="0">
                  <a:pos x="connsiteX0-1" y="connsiteY0-2"/>
                </a:cxn>
                <a:cxn ang="0">
                  <a:pos x="connsiteX1-3" y="connsiteY1-4"/>
                </a:cxn>
                <a:cxn ang="0">
                  <a:pos x="connsiteX2-5" y="connsiteY2-6"/>
                </a:cxn>
                <a:cxn ang="0">
                  <a:pos x="connsiteX3-7" y="connsiteY3-8"/>
                </a:cxn>
              </a:cxnLst>
              <a:rect l="l" t="t" r="r" b="b"/>
              <a:pathLst>
                <a:path w="670984" h="806450">
                  <a:moveTo>
                    <a:pt x="370417" y="0"/>
                  </a:moveTo>
                  <a:lnTo>
                    <a:pt x="670984" y="806450"/>
                  </a:lnTo>
                  <a:lnTo>
                    <a:pt x="0" y="275166"/>
                  </a:lnTo>
                  <a:lnTo>
                    <a:pt x="370417" y="0"/>
                  </a:lnTo>
                  <a:close/>
                </a:path>
              </a:pathLst>
            </a:custGeom>
            <a:solidFill>
              <a:srgbClr val="55C3D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2" name="任意多边形: 形状 19"/>
            <p:cNvSpPr/>
            <p:nvPr>
              <p:custDataLst>
                <p:tags r:id="rId12"/>
              </p:custDataLst>
            </p:nvPr>
          </p:nvSpPr>
          <p:spPr>
            <a:xfrm>
              <a:off x="9282083" y="2899723"/>
              <a:ext cx="959909" cy="1001183"/>
            </a:xfrm>
            <a:custGeom>
              <a:avLst/>
              <a:gdLst>
                <a:gd name="connsiteX0" fmla="*/ 620184 w 950384"/>
                <a:gd name="connsiteY0" fmla="*/ 46566 h 1007533"/>
                <a:gd name="connsiteX1" fmla="*/ 882650 w 950384"/>
                <a:gd name="connsiteY1" fmla="*/ 395816 h 1007533"/>
                <a:gd name="connsiteX2" fmla="*/ 950384 w 950384"/>
                <a:gd name="connsiteY2" fmla="*/ 1007533 h 1007533"/>
                <a:gd name="connsiteX3" fmla="*/ 0 w 950384"/>
                <a:gd name="connsiteY3" fmla="*/ 0 h 1007533"/>
                <a:gd name="connsiteX4" fmla="*/ 620184 w 950384"/>
                <a:gd name="connsiteY4" fmla="*/ 46566 h 1007533"/>
                <a:gd name="connsiteX0-1" fmla="*/ 629709 w 959909"/>
                <a:gd name="connsiteY0-2" fmla="*/ 40216 h 1001183"/>
                <a:gd name="connsiteX1-3" fmla="*/ 892175 w 959909"/>
                <a:gd name="connsiteY1-4" fmla="*/ 389466 h 1001183"/>
                <a:gd name="connsiteX2-5" fmla="*/ 959909 w 959909"/>
                <a:gd name="connsiteY2-6" fmla="*/ 1001183 h 1001183"/>
                <a:gd name="connsiteX3-7" fmla="*/ 0 w 959909"/>
                <a:gd name="connsiteY3-8" fmla="*/ 0 h 1001183"/>
                <a:gd name="connsiteX4-9" fmla="*/ 629709 w 959909"/>
                <a:gd name="connsiteY4-10" fmla="*/ 40216 h 100118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59909" h="1001183">
                  <a:moveTo>
                    <a:pt x="629709" y="40216"/>
                  </a:moveTo>
                  <a:lnTo>
                    <a:pt x="892175" y="389466"/>
                  </a:lnTo>
                  <a:lnTo>
                    <a:pt x="959909" y="1001183"/>
                  </a:lnTo>
                  <a:lnTo>
                    <a:pt x="0" y="0"/>
                  </a:lnTo>
                  <a:lnTo>
                    <a:pt x="629709" y="40216"/>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3" name="任意多边形: 形状 21"/>
            <p:cNvSpPr/>
            <p:nvPr>
              <p:custDataLst>
                <p:tags r:id="rId13"/>
              </p:custDataLst>
            </p:nvPr>
          </p:nvSpPr>
          <p:spPr>
            <a:xfrm>
              <a:off x="8936009" y="3636323"/>
              <a:ext cx="666750" cy="654050"/>
            </a:xfrm>
            <a:custGeom>
              <a:avLst/>
              <a:gdLst>
                <a:gd name="connsiteX0" fmla="*/ 133350 w 666750"/>
                <a:gd name="connsiteY0" fmla="*/ 0 h 654050"/>
                <a:gd name="connsiteX1" fmla="*/ 666750 w 666750"/>
                <a:gd name="connsiteY1" fmla="*/ 57150 h 654050"/>
                <a:gd name="connsiteX2" fmla="*/ 599017 w 666750"/>
                <a:gd name="connsiteY2" fmla="*/ 472016 h 654050"/>
                <a:gd name="connsiteX3" fmla="*/ 0 w 666750"/>
                <a:gd name="connsiteY3" fmla="*/ 654050 h 654050"/>
                <a:gd name="connsiteX4" fmla="*/ 133350 w 666750"/>
                <a:gd name="connsiteY4" fmla="*/ 0 h 654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0" h="654050">
                  <a:moveTo>
                    <a:pt x="133350" y="0"/>
                  </a:moveTo>
                  <a:lnTo>
                    <a:pt x="666750" y="57150"/>
                  </a:lnTo>
                  <a:lnTo>
                    <a:pt x="599017" y="472016"/>
                  </a:lnTo>
                  <a:lnTo>
                    <a:pt x="0" y="654050"/>
                  </a:lnTo>
                  <a:lnTo>
                    <a:pt x="133350" y="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4" name="任意多边形: 形状 22"/>
            <p:cNvSpPr/>
            <p:nvPr>
              <p:custDataLst>
                <p:tags r:id="rId14"/>
              </p:custDataLst>
            </p:nvPr>
          </p:nvSpPr>
          <p:spPr>
            <a:xfrm>
              <a:off x="7848043" y="2702873"/>
              <a:ext cx="690033" cy="1320800"/>
            </a:xfrm>
            <a:custGeom>
              <a:avLst/>
              <a:gdLst>
                <a:gd name="connsiteX0" fmla="*/ 4233 w 690033"/>
                <a:gd name="connsiteY0" fmla="*/ 446616 h 1327150"/>
                <a:gd name="connsiteX1" fmla="*/ 342900 w 690033"/>
                <a:gd name="connsiteY1" fmla="*/ 0 h 1327150"/>
                <a:gd name="connsiteX2" fmla="*/ 690033 w 690033"/>
                <a:gd name="connsiteY2" fmla="*/ 1327150 h 1327150"/>
                <a:gd name="connsiteX3" fmla="*/ 0 w 690033"/>
                <a:gd name="connsiteY3" fmla="*/ 1102783 h 1327150"/>
                <a:gd name="connsiteX4" fmla="*/ 4233 w 690033"/>
                <a:gd name="connsiteY4" fmla="*/ 446616 h 1327150"/>
                <a:gd name="connsiteX0-1" fmla="*/ 4233 w 690033"/>
                <a:gd name="connsiteY0-2" fmla="*/ 440266 h 1320800"/>
                <a:gd name="connsiteX1-3" fmla="*/ 355600 w 690033"/>
                <a:gd name="connsiteY1-4" fmla="*/ 0 h 1320800"/>
                <a:gd name="connsiteX2-5" fmla="*/ 690033 w 690033"/>
                <a:gd name="connsiteY2-6" fmla="*/ 1320800 h 1320800"/>
                <a:gd name="connsiteX3-7" fmla="*/ 0 w 690033"/>
                <a:gd name="connsiteY3-8" fmla="*/ 1096433 h 1320800"/>
                <a:gd name="connsiteX4-9" fmla="*/ 4233 w 690033"/>
                <a:gd name="connsiteY4-10" fmla="*/ 440266 h 13208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0033" h="1320800">
                  <a:moveTo>
                    <a:pt x="4233" y="440266"/>
                  </a:moveTo>
                  <a:lnTo>
                    <a:pt x="355600" y="0"/>
                  </a:lnTo>
                  <a:lnTo>
                    <a:pt x="690033" y="1320800"/>
                  </a:lnTo>
                  <a:lnTo>
                    <a:pt x="0" y="1096433"/>
                  </a:lnTo>
                  <a:lnTo>
                    <a:pt x="4233" y="440266"/>
                  </a:lnTo>
                  <a:close/>
                </a:path>
              </a:pathLst>
            </a:custGeom>
            <a:solidFill>
              <a:srgbClr val="C4EDE7"/>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5" name="任意多边形: 形状 23"/>
            <p:cNvSpPr/>
            <p:nvPr>
              <p:custDataLst>
                <p:tags r:id="rId15"/>
              </p:custDataLst>
            </p:nvPr>
          </p:nvSpPr>
          <p:spPr>
            <a:xfrm>
              <a:off x="8944476" y="3153723"/>
              <a:ext cx="660400" cy="539750"/>
            </a:xfrm>
            <a:custGeom>
              <a:avLst/>
              <a:gdLst>
                <a:gd name="connsiteX0" fmla="*/ 0 w 660400"/>
                <a:gd name="connsiteY0" fmla="*/ 0 h 539750"/>
                <a:gd name="connsiteX1" fmla="*/ 129117 w 660400"/>
                <a:gd name="connsiteY1" fmla="*/ 493183 h 539750"/>
                <a:gd name="connsiteX2" fmla="*/ 660400 w 660400"/>
                <a:gd name="connsiteY2" fmla="*/ 539750 h 539750"/>
                <a:gd name="connsiteX3" fmla="*/ 0 w 660400"/>
                <a:gd name="connsiteY3" fmla="*/ 0 h 539750"/>
              </a:gdLst>
              <a:ahLst/>
              <a:cxnLst>
                <a:cxn ang="0">
                  <a:pos x="connsiteX0" y="connsiteY0"/>
                </a:cxn>
                <a:cxn ang="0">
                  <a:pos x="connsiteX1" y="connsiteY1"/>
                </a:cxn>
                <a:cxn ang="0">
                  <a:pos x="connsiteX2" y="connsiteY2"/>
                </a:cxn>
                <a:cxn ang="0">
                  <a:pos x="connsiteX3" y="connsiteY3"/>
                </a:cxn>
              </a:cxnLst>
              <a:rect l="l" t="t" r="r" b="b"/>
              <a:pathLst>
                <a:path w="660400" h="539750">
                  <a:moveTo>
                    <a:pt x="0" y="0"/>
                  </a:moveTo>
                  <a:lnTo>
                    <a:pt x="129117" y="493183"/>
                  </a:lnTo>
                  <a:lnTo>
                    <a:pt x="660400" y="539750"/>
                  </a:lnTo>
                  <a:lnTo>
                    <a:pt x="0" y="0"/>
                  </a:lnTo>
                  <a:close/>
                </a:path>
              </a:pathLst>
            </a:custGeom>
            <a:solidFill>
              <a:srgbClr val="55C3D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6" name="任意多边形: 形状 24"/>
            <p:cNvSpPr/>
            <p:nvPr>
              <p:custDataLst>
                <p:tags r:id="rId16"/>
              </p:custDataLst>
            </p:nvPr>
          </p:nvSpPr>
          <p:spPr>
            <a:xfrm>
              <a:off x="9306426" y="2916656"/>
              <a:ext cx="654050" cy="770468"/>
            </a:xfrm>
            <a:custGeom>
              <a:avLst/>
              <a:gdLst>
                <a:gd name="connsiteX0" fmla="*/ 0 w 654050"/>
                <a:gd name="connsiteY0" fmla="*/ 0 h 774700"/>
                <a:gd name="connsiteX1" fmla="*/ 654050 w 654050"/>
                <a:gd name="connsiteY1" fmla="*/ 660400 h 774700"/>
                <a:gd name="connsiteX2" fmla="*/ 275167 w 654050"/>
                <a:gd name="connsiteY2" fmla="*/ 774700 h 774700"/>
                <a:gd name="connsiteX3" fmla="*/ 0 w 654050"/>
                <a:gd name="connsiteY3" fmla="*/ 0 h 774700"/>
                <a:gd name="connsiteX0-1" fmla="*/ 0 w 654050"/>
                <a:gd name="connsiteY0-2" fmla="*/ 0 h 795867"/>
                <a:gd name="connsiteX1-3" fmla="*/ 654050 w 654050"/>
                <a:gd name="connsiteY1-4" fmla="*/ 660400 h 795867"/>
                <a:gd name="connsiteX2-5" fmla="*/ 91017 w 654050"/>
                <a:gd name="connsiteY2-6" fmla="*/ 795867 h 795867"/>
                <a:gd name="connsiteX3-7" fmla="*/ 0 w 654050"/>
                <a:gd name="connsiteY3-8" fmla="*/ 0 h 795867"/>
                <a:gd name="connsiteX0-9" fmla="*/ 0 w 654050"/>
                <a:gd name="connsiteY0-10" fmla="*/ 0 h 660400"/>
                <a:gd name="connsiteX1-11" fmla="*/ 654050 w 654050"/>
                <a:gd name="connsiteY1-12" fmla="*/ 660400 h 660400"/>
                <a:gd name="connsiteX2-13" fmla="*/ 505884 w 654050"/>
                <a:gd name="connsiteY2-14" fmla="*/ 620184 h 660400"/>
                <a:gd name="connsiteX3-15" fmla="*/ 0 w 654050"/>
                <a:gd name="connsiteY3-16" fmla="*/ 0 h 660400"/>
                <a:gd name="connsiteX0-17" fmla="*/ 0 w 654050"/>
                <a:gd name="connsiteY0-18" fmla="*/ 0 h 770468"/>
                <a:gd name="connsiteX1-19" fmla="*/ 654050 w 654050"/>
                <a:gd name="connsiteY1-20" fmla="*/ 660400 h 770468"/>
                <a:gd name="connsiteX2-21" fmla="*/ 287867 w 654050"/>
                <a:gd name="connsiteY2-22" fmla="*/ 770468 h 770468"/>
                <a:gd name="connsiteX3-23" fmla="*/ 0 w 654050"/>
                <a:gd name="connsiteY3-24" fmla="*/ 0 h 770468"/>
              </a:gdLst>
              <a:ahLst/>
              <a:cxnLst>
                <a:cxn ang="0">
                  <a:pos x="connsiteX0-1" y="connsiteY0-2"/>
                </a:cxn>
                <a:cxn ang="0">
                  <a:pos x="connsiteX1-3" y="connsiteY1-4"/>
                </a:cxn>
                <a:cxn ang="0">
                  <a:pos x="connsiteX2-5" y="connsiteY2-6"/>
                </a:cxn>
                <a:cxn ang="0">
                  <a:pos x="connsiteX3-7" y="connsiteY3-8"/>
                </a:cxn>
              </a:cxnLst>
              <a:rect l="l" t="t" r="r" b="b"/>
              <a:pathLst>
                <a:path w="654050" h="770468">
                  <a:moveTo>
                    <a:pt x="0" y="0"/>
                  </a:moveTo>
                  <a:lnTo>
                    <a:pt x="654050" y="660400"/>
                  </a:lnTo>
                  <a:lnTo>
                    <a:pt x="287867" y="770468"/>
                  </a:lnTo>
                  <a:lnTo>
                    <a:pt x="0" y="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7" name="任意多边形: 形状 25"/>
            <p:cNvSpPr/>
            <p:nvPr>
              <p:custDataLst>
                <p:tags r:id="rId17"/>
              </p:custDataLst>
            </p:nvPr>
          </p:nvSpPr>
          <p:spPr>
            <a:xfrm>
              <a:off x="8322176" y="2476389"/>
              <a:ext cx="275167" cy="254000"/>
            </a:xfrm>
            <a:custGeom>
              <a:avLst/>
              <a:gdLst>
                <a:gd name="connsiteX0" fmla="*/ 0 w 275167"/>
                <a:gd name="connsiteY0" fmla="*/ 239184 h 254000"/>
                <a:gd name="connsiteX1" fmla="*/ 275167 w 275167"/>
                <a:gd name="connsiteY1" fmla="*/ 0 h 254000"/>
                <a:gd name="connsiteX2" fmla="*/ 239183 w 275167"/>
                <a:gd name="connsiteY2" fmla="*/ 254000 h 254000"/>
                <a:gd name="connsiteX3" fmla="*/ 0 w 275167"/>
                <a:gd name="connsiteY3" fmla="*/ 239184 h 254000"/>
              </a:gdLst>
              <a:ahLst/>
              <a:cxnLst>
                <a:cxn ang="0">
                  <a:pos x="connsiteX0" y="connsiteY0"/>
                </a:cxn>
                <a:cxn ang="0">
                  <a:pos x="connsiteX1" y="connsiteY1"/>
                </a:cxn>
                <a:cxn ang="0">
                  <a:pos x="connsiteX2" y="connsiteY2"/>
                </a:cxn>
                <a:cxn ang="0">
                  <a:pos x="connsiteX3" y="connsiteY3"/>
                </a:cxn>
              </a:cxnLst>
              <a:rect l="l" t="t" r="r" b="b"/>
              <a:pathLst>
                <a:path w="275167" h="254000">
                  <a:moveTo>
                    <a:pt x="0" y="239184"/>
                  </a:moveTo>
                  <a:lnTo>
                    <a:pt x="275167" y="0"/>
                  </a:lnTo>
                  <a:lnTo>
                    <a:pt x="239183" y="254000"/>
                  </a:lnTo>
                  <a:lnTo>
                    <a:pt x="0" y="239184"/>
                  </a:lnTo>
                  <a:close/>
                </a:path>
              </a:pathLst>
            </a:custGeom>
            <a:solidFill>
              <a:srgbClr val="C4EDE7"/>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8" name="任意多边形: 形状 26"/>
            <p:cNvSpPr/>
            <p:nvPr>
              <p:custDataLst>
                <p:tags r:id="rId18"/>
              </p:custDataLst>
            </p:nvPr>
          </p:nvSpPr>
          <p:spPr>
            <a:xfrm>
              <a:off x="8516909" y="3145256"/>
              <a:ext cx="575734" cy="1145117"/>
            </a:xfrm>
            <a:custGeom>
              <a:avLst/>
              <a:gdLst>
                <a:gd name="connsiteX0" fmla="*/ 0 w 575734"/>
                <a:gd name="connsiteY0" fmla="*/ 857250 h 1145117"/>
                <a:gd name="connsiteX1" fmla="*/ 416984 w 575734"/>
                <a:gd name="connsiteY1" fmla="*/ 1145117 h 1145117"/>
                <a:gd name="connsiteX2" fmla="*/ 575734 w 575734"/>
                <a:gd name="connsiteY2" fmla="*/ 472017 h 1145117"/>
                <a:gd name="connsiteX3" fmla="*/ 431800 w 575734"/>
                <a:gd name="connsiteY3" fmla="*/ 0 h 1145117"/>
                <a:gd name="connsiteX4" fmla="*/ 0 w 575734"/>
                <a:gd name="connsiteY4" fmla="*/ 857250 h 1145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734" h="1145117">
                  <a:moveTo>
                    <a:pt x="0" y="857250"/>
                  </a:moveTo>
                  <a:lnTo>
                    <a:pt x="416984" y="1145117"/>
                  </a:lnTo>
                  <a:lnTo>
                    <a:pt x="575734" y="472017"/>
                  </a:lnTo>
                  <a:lnTo>
                    <a:pt x="431800" y="0"/>
                  </a:lnTo>
                  <a:lnTo>
                    <a:pt x="0" y="857250"/>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9" name="任意多边形: 形状 27"/>
            <p:cNvSpPr/>
            <p:nvPr>
              <p:custDataLst>
                <p:tags r:id="rId19"/>
              </p:custDataLst>
            </p:nvPr>
          </p:nvSpPr>
          <p:spPr>
            <a:xfrm>
              <a:off x="7625793" y="3138906"/>
              <a:ext cx="262466" cy="660400"/>
            </a:xfrm>
            <a:custGeom>
              <a:avLst/>
              <a:gdLst>
                <a:gd name="connsiteX0" fmla="*/ 239183 w 262466"/>
                <a:gd name="connsiteY0" fmla="*/ 0 h 660400"/>
                <a:gd name="connsiteX1" fmla="*/ 0 w 262466"/>
                <a:gd name="connsiteY1" fmla="*/ 120650 h 660400"/>
                <a:gd name="connsiteX2" fmla="*/ 40216 w 262466"/>
                <a:gd name="connsiteY2" fmla="*/ 647700 h 660400"/>
                <a:gd name="connsiteX3" fmla="*/ 262466 w 262466"/>
                <a:gd name="connsiteY3" fmla="*/ 660400 h 660400"/>
                <a:gd name="connsiteX4" fmla="*/ 239183 w 262466"/>
                <a:gd name="connsiteY4" fmla="*/ 0 h 66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466" h="660400">
                  <a:moveTo>
                    <a:pt x="239183" y="0"/>
                  </a:moveTo>
                  <a:lnTo>
                    <a:pt x="0" y="120650"/>
                  </a:lnTo>
                  <a:lnTo>
                    <a:pt x="40216" y="647700"/>
                  </a:lnTo>
                  <a:lnTo>
                    <a:pt x="262466" y="660400"/>
                  </a:lnTo>
                  <a:lnTo>
                    <a:pt x="239183" y="0"/>
                  </a:lnTo>
                  <a:close/>
                </a:path>
              </a:pathLst>
            </a:custGeom>
            <a:solidFill>
              <a:srgbClr val="D6F2E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0" name="任意多边形: 形状 29"/>
            <p:cNvSpPr/>
            <p:nvPr>
              <p:custDataLst>
                <p:tags r:id="rId20"/>
              </p:custDataLst>
            </p:nvPr>
          </p:nvSpPr>
          <p:spPr>
            <a:xfrm>
              <a:off x="7570759" y="3748506"/>
              <a:ext cx="338667" cy="186267"/>
            </a:xfrm>
            <a:custGeom>
              <a:avLst/>
              <a:gdLst>
                <a:gd name="connsiteX0" fmla="*/ 105834 w 338667"/>
                <a:gd name="connsiteY0" fmla="*/ 0 h 186267"/>
                <a:gd name="connsiteX1" fmla="*/ 0 w 338667"/>
                <a:gd name="connsiteY1" fmla="*/ 186267 h 186267"/>
                <a:gd name="connsiteX2" fmla="*/ 338667 w 338667"/>
                <a:gd name="connsiteY2" fmla="*/ 42333 h 186267"/>
                <a:gd name="connsiteX3" fmla="*/ 105834 w 338667"/>
                <a:gd name="connsiteY3" fmla="*/ 0 h 186267"/>
              </a:gdLst>
              <a:ahLst/>
              <a:cxnLst>
                <a:cxn ang="0">
                  <a:pos x="connsiteX0" y="connsiteY0"/>
                </a:cxn>
                <a:cxn ang="0">
                  <a:pos x="connsiteX1" y="connsiteY1"/>
                </a:cxn>
                <a:cxn ang="0">
                  <a:pos x="connsiteX2" y="connsiteY2"/>
                </a:cxn>
                <a:cxn ang="0">
                  <a:pos x="connsiteX3" y="connsiteY3"/>
                </a:cxn>
              </a:cxnLst>
              <a:rect l="l" t="t" r="r" b="b"/>
              <a:pathLst>
                <a:path w="338667" h="186267">
                  <a:moveTo>
                    <a:pt x="105834" y="0"/>
                  </a:moveTo>
                  <a:lnTo>
                    <a:pt x="0" y="186267"/>
                  </a:lnTo>
                  <a:lnTo>
                    <a:pt x="338667" y="42333"/>
                  </a:lnTo>
                  <a:lnTo>
                    <a:pt x="105834" y="0"/>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1" name="任意多边形: 形状 30"/>
            <p:cNvSpPr/>
            <p:nvPr>
              <p:custDataLst>
                <p:tags r:id="rId21"/>
              </p:custDataLst>
            </p:nvPr>
          </p:nvSpPr>
          <p:spPr>
            <a:xfrm>
              <a:off x="7759143" y="3786606"/>
              <a:ext cx="810683" cy="385233"/>
            </a:xfrm>
            <a:custGeom>
              <a:avLst/>
              <a:gdLst>
                <a:gd name="connsiteX0" fmla="*/ 0 w 810683"/>
                <a:gd name="connsiteY0" fmla="*/ 33867 h 385233"/>
                <a:gd name="connsiteX1" fmla="*/ 298450 w 810683"/>
                <a:gd name="connsiteY1" fmla="*/ 385233 h 385233"/>
                <a:gd name="connsiteX2" fmla="*/ 810683 w 810683"/>
                <a:gd name="connsiteY2" fmla="*/ 245533 h 385233"/>
                <a:gd name="connsiteX3" fmla="*/ 150283 w 810683"/>
                <a:gd name="connsiteY3" fmla="*/ 0 h 385233"/>
                <a:gd name="connsiteX4" fmla="*/ 0 w 810683"/>
                <a:gd name="connsiteY4" fmla="*/ 33867 h 385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683" h="385233">
                  <a:moveTo>
                    <a:pt x="0" y="33867"/>
                  </a:moveTo>
                  <a:lnTo>
                    <a:pt x="298450" y="385233"/>
                  </a:lnTo>
                  <a:lnTo>
                    <a:pt x="810683" y="245533"/>
                  </a:lnTo>
                  <a:lnTo>
                    <a:pt x="150283" y="0"/>
                  </a:lnTo>
                  <a:lnTo>
                    <a:pt x="0" y="33867"/>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2" name="任意多边形: 形状 31"/>
            <p:cNvSpPr/>
            <p:nvPr>
              <p:custDataLst>
                <p:tags r:id="rId22"/>
              </p:custDataLst>
            </p:nvPr>
          </p:nvSpPr>
          <p:spPr>
            <a:xfrm>
              <a:off x="9509626" y="3574939"/>
              <a:ext cx="560917" cy="910167"/>
            </a:xfrm>
            <a:custGeom>
              <a:avLst/>
              <a:gdLst>
                <a:gd name="connsiteX0" fmla="*/ 0 w 560917"/>
                <a:gd name="connsiteY0" fmla="*/ 493184 h 910167"/>
                <a:gd name="connsiteX1" fmla="*/ 298450 w 560917"/>
                <a:gd name="connsiteY1" fmla="*/ 910167 h 910167"/>
                <a:gd name="connsiteX2" fmla="*/ 560917 w 560917"/>
                <a:gd name="connsiteY2" fmla="*/ 592667 h 910167"/>
                <a:gd name="connsiteX3" fmla="*/ 376767 w 560917"/>
                <a:gd name="connsiteY3" fmla="*/ 0 h 910167"/>
                <a:gd name="connsiteX4" fmla="*/ 71967 w 560917"/>
                <a:gd name="connsiteY4" fmla="*/ 95250 h 910167"/>
                <a:gd name="connsiteX5" fmla="*/ 0 w 560917"/>
                <a:gd name="connsiteY5" fmla="*/ 493184 h 910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0917" h="910167">
                  <a:moveTo>
                    <a:pt x="0" y="493184"/>
                  </a:moveTo>
                  <a:lnTo>
                    <a:pt x="298450" y="910167"/>
                  </a:lnTo>
                  <a:lnTo>
                    <a:pt x="560917" y="592667"/>
                  </a:lnTo>
                  <a:lnTo>
                    <a:pt x="376767" y="0"/>
                  </a:lnTo>
                  <a:lnTo>
                    <a:pt x="71967" y="95250"/>
                  </a:lnTo>
                  <a:lnTo>
                    <a:pt x="0" y="493184"/>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3" name="任意多边形: 形状 32"/>
            <p:cNvSpPr/>
            <p:nvPr>
              <p:custDataLst>
                <p:tags r:id="rId23"/>
              </p:custDataLst>
            </p:nvPr>
          </p:nvSpPr>
          <p:spPr>
            <a:xfrm>
              <a:off x="8059709" y="4025789"/>
              <a:ext cx="876300" cy="251884"/>
            </a:xfrm>
            <a:custGeom>
              <a:avLst/>
              <a:gdLst>
                <a:gd name="connsiteX0" fmla="*/ 876300 w 876300"/>
                <a:gd name="connsiteY0" fmla="*/ 251884 h 251884"/>
                <a:gd name="connsiteX1" fmla="*/ 0 w 876300"/>
                <a:gd name="connsiteY1" fmla="*/ 131234 h 251884"/>
                <a:gd name="connsiteX2" fmla="*/ 503767 w 876300"/>
                <a:gd name="connsiteY2" fmla="*/ 0 h 251884"/>
                <a:gd name="connsiteX3" fmla="*/ 876300 w 876300"/>
                <a:gd name="connsiteY3" fmla="*/ 251884 h 251884"/>
              </a:gdLst>
              <a:ahLst/>
              <a:cxnLst>
                <a:cxn ang="0">
                  <a:pos x="connsiteX0" y="connsiteY0"/>
                </a:cxn>
                <a:cxn ang="0">
                  <a:pos x="connsiteX1" y="connsiteY1"/>
                </a:cxn>
                <a:cxn ang="0">
                  <a:pos x="connsiteX2" y="connsiteY2"/>
                </a:cxn>
                <a:cxn ang="0">
                  <a:pos x="connsiteX3" y="connsiteY3"/>
                </a:cxn>
              </a:cxnLst>
              <a:rect l="l" t="t" r="r" b="b"/>
              <a:pathLst>
                <a:path w="876300" h="251884">
                  <a:moveTo>
                    <a:pt x="876300" y="251884"/>
                  </a:moveTo>
                  <a:lnTo>
                    <a:pt x="0" y="131234"/>
                  </a:lnTo>
                  <a:lnTo>
                    <a:pt x="503767" y="0"/>
                  </a:lnTo>
                  <a:lnTo>
                    <a:pt x="876300" y="251884"/>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4" name="任意多边形: 形状 33"/>
            <p:cNvSpPr/>
            <p:nvPr>
              <p:custDataLst>
                <p:tags r:id="rId24"/>
              </p:custDataLst>
            </p:nvPr>
          </p:nvSpPr>
          <p:spPr>
            <a:xfrm>
              <a:off x="8914843" y="4093523"/>
              <a:ext cx="908050" cy="577850"/>
            </a:xfrm>
            <a:custGeom>
              <a:avLst/>
              <a:gdLst>
                <a:gd name="connsiteX0" fmla="*/ 649816 w 908050"/>
                <a:gd name="connsiteY0" fmla="*/ 0 h 577850"/>
                <a:gd name="connsiteX1" fmla="*/ 0 w 908050"/>
                <a:gd name="connsiteY1" fmla="*/ 171450 h 577850"/>
                <a:gd name="connsiteX2" fmla="*/ 287866 w 908050"/>
                <a:gd name="connsiteY2" fmla="*/ 524933 h 577850"/>
                <a:gd name="connsiteX3" fmla="*/ 554566 w 908050"/>
                <a:gd name="connsiteY3" fmla="*/ 577850 h 577850"/>
                <a:gd name="connsiteX4" fmla="*/ 908050 w 908050"/>
                <a:gd name="connsiteY4" fmla="*/ 372533 h 577850"/>
                <a:gd name="connsiteX5" fmla="*/ 649816 w 908050"/>
                <a:gd name="connsiteY5" fmla="*/ 0 h 57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050" h="577850">
                  <a:moveTo>
                    <a:pt x="649816" y="0"/>
                  </a:moveTo>
                  <a:lnTo>
                    <a:pt x="0" y="171450"/>
                  </a:lnTo>
                  <a:lnTo>
                    <a:pt x="287866" y="524933"/>
                  </a:lnTo>
                  <a:lnTo>
                    <a:pt x="554566" y="577850"/>
                  </a:lnTo>
                  <a:lnTo>
                    <a:pt x="908050" y="372533"/>
                  </a:lnTo>
                  <a:lnTo>
                    <a:pt x="649816" y="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5" name="任意多边形: 形状 34"/>
            <p:cNvSpPr/>
            <p:nvPr>
              <p:custDataLst>
                <p:tags r:id="rId25"/>
              </p:custDataLst>
            </p:nvPr>
          </p:nvSpPr>
          <p:spPr>
            <a:xfrm>
              <a:off x="7570231" y="3839523"/>
              <a:ext cx="286278" cy="175683"/>
            </a:xfrm>
            <a:custGeom>
              <a:avLst/>
              <a:gdLst>
                <a:gd name="connsiteX0" fmla="*/ 0 w 222250"/>
                <a:gd name="connsiteY0" fmla="*/ 99483 h 169333"/>
                <a:gd name="connsiteX1" fmla="*/ 95250 w 222250"/>
                <a:gd name="connsiteY1" fmla="*/ 169333 h 169333"/>
                <a:gd name="connsiteX2" fmla="*/ 222250 w 222250"/>
                <a:gd name="connsiteY2" fmla="*/ 0 h 169333"/>
                <a:gd name="connsiteX3" fmla="*/ 0 w 222250"/>
                <a:gd name="connsiteY3" fmla="*/ 99483 h 169333"/>
                <a:gd name="connsiteX0-1" fmla="*/ 0 w 227012"/>
                <a:gd name="connsiteY0-2" fmla="*/ 94721 h 169333"/>
                <a:gd name="connsiteX1-3" fmla="*/ 100012 w 227012"/>
                <a:gd name="connsiteY1-4" fmla="*/ 169333 h 169333"/>
                <a:gd name="connsiteX2-5" fmla="*/ 227012 w 227012"/>
                <a:gd name="connsiteY2-6" fmla="*/ 0 h 169333"/>
                <a:gd name="connsiteX3-7" fmla="*/ 0 w 227012"/>
                <a:gd name="connsiteY3-8" fmla="*/ 94721 h 169333"/>
                <a:gd name="connsiteX0-9" fmla="*/ 0 w 286278"/>
                <a:gd name="connsiteY0-10" fmla="*/ 94721 h 177800"/>
                <a:gd name="connsiteX1-11" fmla="*/ 286278 w 286278"/>
                <a:gd name="connsiteY1-12" fmla="*/ 177800 h 177800"/>
                <a:gd name="connsiteX2-13" fmla="*/ 227012 w 286278"/>
                <a:gd name="connsiteY2-14" fmla="*/ 0 h 177800"/>
                <a:gd name="connsiteX3-15" fmla="*/ 0 w 286278"/>
                <a:gd name="connsiteY3-16" fmla="*/ 94721 h 177800"/>
                <a:gd name="connsiteX0-17" fmla="*/ 0 w 286278"/>
                <a:gd name="connsiteY0-18" fmla="*/ 52387 h 135466"/>
                <a:gd name="connsiteX1-19" fmla="*/ 286278 w 286278"/>
                <a:gd name="connsiteY1-20" fmla="*/ 135466 h 135466"/>
                <a:gd name="connsiteX2-21" fmla="*/ 176212 w 286278"/>
                <a:gd name="connsiteY2-22" fmla="*/ 0 h 135466"/>
                <a:gd name="connsiteX3-23" fmla="*/ 0 w 286278"/>
                <a:gd name="connsiteY3-24" fmla="*/ 52387 h 135466"/>
                <a:gd name="connsiteX0-25" fmla="*/ 0 w 286278"/>
                <a:gd name="connsiteY0-26" fmla="*/ 82021 h 165100"/>
                <a:gd name="connsiteX1-27" fmla="*/ 286278 w 286278"/>
                <a:gd name="connsiteY1-28" fmla="*/ 165100 h 165100"/>
                <a:gd name="connsiteX2-29" fmla="*/ 203729 w 286278"/>
                <a:gd name="connsiteY2-30" fmla="*/ 0 h 165100"/>
                <a:gd name="connsiteX3-31" fmla="*/ 0 w 286278"/>
                <a:gd name="connsiteY3-32" fmla="*/ 82021 h 165100"/>
                <a:gd name="connsiteX0-33" fmla="*/ 0 w 286278"/>
                <a:gd name="connsiteY0-34" fmla="*/ 92604 h 175683"/>
                <a:gd name="connsiteX1-35" fmla="*/ 286278 w 286278"/>
                <a:gd name="connsiteY1-36" fmla="*/ 175683 h 175683"/>
                <a:gd name="connsiteX2-37" fmla="*/ 203729 w 286278"/>
                <a:gd name="connsiteY2-38" fmla="*/ 0 h 175683"/>
                <a:gd name="connsiteX3-39" fmla="*/ 0 w 286278"/>
                <a:gd name="connsiteY3-40" fmla="*/ 92604 h 175683"/>
              </a:gdLst>
              <a:ahLst/>
              <a:cxnLst>
                <a:cxn ang="0">
                  <a:pos x="connsiteX0-1" y="connsiteY0-2"/>
                </a:cxn>
                <a:cxn ang="0">
                  <a:pos x="connsiteX1-3" y="connsiteY1-4"/>
                </a:cxn>
                <a:cxn ang="0">
                  <a:pos x="connsiteX2-5" y="connsiteY2-6"/>
                </a:cxn>
                <a:cxn ang="0">
                  <a:pos x="connsiteX3-7" y="connsiteY3-8"/>
                </a:cxn>
              </a:cxnLst>
              <a:rect l="l" t="t" r="r" b="b"/>
              <a:pathLst>
                <a:path w="286278" h="175683">
                  <a:moveTo>
                    <a:pt x="0" y="92604"/>
                  </a:moveTo>
                  <a:lnTo>
                    <a:pt x="286278" y="175683"/>
                  </a:lnTo>
                  <a:lnTo>
                    <a:pt x="203729" y="0"/>
                  </a:lnTo>
                  <a:lnTo>
                    <a:pt x="0" y="92604"/>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6" name="任意多边形: 形状 35"/>
            <p:cNvSpPr/>
            <p:nvPr>
              <p:custDataLst>
                <p:tags r:id="rId26"/>
              </p:custDataLst>
            </p:nvPr>
          </p:nvSpPr>
          <p:spPr>
            <a:xfrm>
              <a:off x="7740093" y="3801423"/>
              <a:ext cx="472016" cy="662516"/>
            </a:xfrm>
            <a:custGeom>
              <a:avLst/>
              <a:gdLst>
                <a:gd name="connsiteX0" fmla="*/ 472016 w 472016"/>
                <a:gd name="connsiteY0" fmla="*/ 662516 h 662516"/>
                <a:gd name="connsiteX1" fmla="*/ 321733 w 472016"/>
                <a:gd name="connsiteY1" fmla="*/ 353483 h 662516"/>
                <a:gd name="connsiteX2" fmla="*/ 0 w 472016"/>
                <a:gd name="connsiteY2" fmla="*/ 0 h 662516"/>
                <a:gd name="connsiteX3" fmla="*/ 234950 w 472016"/>
                <a:gd name="connsiteY3" fmla="*/ 463550 h 662516"/>
                <a:gd name="connsiteX4" fmla="*/ 472016 w 472016"/>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016" h="662516">
                  <a:moveTo>
                    <a:pt x="472016" y="662516"/>
                  </a:moveTo>
                  <a:lnTo>
                    <a:pt x="321733" y="353483"/>
                  </a:lnTo>
                  <a:lnTo>
                    <a:pt x="0" y="0"/>
                  </a:lnTo>
                  <a:lnTo>
                    <a:pt x="234950" y="463550"/>
                  </a:lnTo>
                  <a:lnTo>
                    <a:pt x="472016" y="662516"/>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7" name="任意多边形: 形状 36"/>
            <p:cNvSpPr/>
            <p:nvPr>
              <p:custDataLst>
                <p:tags r:id="rId27"/>
              </p:custDataLst>
            </p:nvPr>
          </p:nvSpPr>
          <p:spPr>
            <a:xfrm>
              <a:off x="8665076" y="4248039"/>
              <a:ext cx="567267" cy="368300"/>
            </a:xfrm>
            <a:custGeom>
              <a:avLst/>
              <a:gdLst>
                <a:gd name="connsiteX0" fmla="*/ 567267 w 567267"/>
                <a:gd name="connsiteY0" fmla="*/ 368300 h 368300"/>
                <a:gd name="connsiteX1" fmla="*/ 0 w 567267"/>
                <a:gd name="connsiteY1" fmla="*/ 205317 h 368300"/>
                <a:gd name="connsiteX2" fmla="*/ 256117 w 567267"/>
                <a:gd name="connsiteY2" fmla="*/ 0 h 368300"/>
                <a:gd name="connsiteX3" fmla="*/ 567267 w 567267"/>
                <a:gd name="connsiteY3" fmla="*/ 368300 h 368300"/>
              </a:gdLst>
              <a:ahLst/>
              <a:cxnLst>
                <a:cxn ang="0">
                  <a:pos x="connsiteX0" y="connsiteY0"/>
                </a:cxn>
                <a:cxn ang="0">
                  <a:pos x="connsiteX1" y="connsiteY1"/>
                </a:cxn>
                <a:cxn ang="0">
                  <a:pos x="connsiteX2" y="connsiteY2"/>
                </a:cxn>
                <a:cxn ang="0">
                  <a:pos x="connsiteX3" y="connsiteY3"/>
                </a:cxn>
              </a:cxnLst>
              <a:rect l="l" t="t" r="r" b="b"/>
              <a:pathLst>
                <a:path w="567267" h="368300">
                  <a:moveTo>
                    <a:pt x="567267" y="368300"/>
                  </a:moveTo>
                  <a:lnTo>
                    <a:pt x="0" y="205317"/>
                  </a:lnTo>
                  <a:lnTo>
                    <a:pt x="256117" y="0"/>
                  </a:lnTo>
                  <a:lnTo>
                    <a:pt x="567267" y="36830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8" name="任意多边形: 形状 37"/>
            <p:cNvSpPr/>
            <p:nvPr>
              <p:custDataLst>
                <p:tags r:id="rId28"/>
              </p:custDataLst>
            </p:nvPr>
          </p:nvSpPr>
          <p:spPr>
            <a:xfrm>
              <a:off x="8057593" y="4146439"/>
              <a:ext cx="874183" cy="309034"/>
            </a:xfrm>
            <a:custGeom>
              <a:avLst/>
              <a:gdLst>
                <a:gd name="connsiteX0" fmla="*/ 139700 w 874183"/>
                <a:gd name="connsiteY0" fmla="*/ 309034 h 309034"/>
                <a:gd name="connsiteX1" fmla="*/ 637116 w 874183"/>
                <a:gd name="connsiteY1" fmla="*/ 306917 h 309034"/>
                <a:gd name="connsiteX2" fmla="*/ 874183 w 874183"/>
                <a:gd name="connsiteY2" fmla="*/ 112184 h 309034"/>
                <a:gd name="connsiteX3" fmla="*/ 0 w 874183"/>
                <a:gd name="connsiteY3" fmla="*/ 0 h 309034"/>
                <a:gd name="connsiteX4" fmla="*/ 139700 w 874183"/>
                <a:gd name="connsiteY4" fmla="*/ 309034 h 309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83" h="309034">
                  <a:moveTo>
                    <a:pt x="139700" y="309034"/>
                  </a:moveTo>
                  <a:lnTo>
                    <a:pt x="637116" y="306917"/>
                  </a:lnTo>
                  <a:lnTo>
                    <a:pt x="874183" y="112184"/>
                  </a:lnTo>
                  <a:lnTo>
                    <a:pt x="0" y="0"/>
                  </a:lnTo>
                  <a:lnTo>
                    <a:pt x="139700" y="309034"/>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0" name="任意多边形: 形状 38"/>
            <p:cNvSpPr/>
            <p:nvPr>
              <p:custDataLst>
                <p:tags r:id="rId29"/>
              </p:custDataLst>
            </p:nvPr>
          </p:nvSpPr>
          <p:spPr>
            <a:xfrm>
              <a:off x="7968693" y="4203589"/>
              <a:ext cx="438150" cy="863600"/>
            </a:xfrm>
            <a:custGeom>
              <a:avLst/>
              <a:gdLst>
                <a:gd name="connsiteX0" fmla="*/ 0 w 438150"/>
                <a:gd name="connsiteY0" fmla="*/ 0 h 863600"/>
                <a:gd name="connsiteX1" fmla="*/ 438150 w 438150"/>
                <a:gd name="connsiteY1" fmla="*/ 863600 h 863600"/>
                <a:gd name="connsiteX2" fmla="*/ 218016 w 438150"/>
                <a:gd name="connsiteY2" fmla="*/ 190500 h 863600"/>
                <a:gd name="connsiteX3" fmla="*/ 0 w 438150"/>
                <a:gd name="connsiteY3" fmla="*/ 0 h 863600"/>
              </a:gdLst>
              <a:ahLst/>
              <a:cxnLst>
                <a:cxn ang="0">
                  <a:pos x="connsiteX0" y="connsiteY0"/>
                </a:cxn>
                <a:cxn ang="0">
                  <a:pos x="connsiteX1" y="connsiteY1"/>
                </a:cxn>
                <a:cxn ang="0">
                  <a:pos x="connsiteX2" y="connsiteY2"/>
                </a:cxn>
                <a:cxn ang="0">
                  <a:pos x="connsiteX3" y="connsiteY3"/>
                </a:cxn>
              </a:cxnLst>
              <a:rect l="l" t="t" r="r" b="b"/>
              <a:pathLst>
                <a:path w="438150" h="863600">
                  <a:moveTo>
                    <a:pt x="0" y="0"/>
                  </a:moveTo>
                  <a:lnTo>
                    <a:pt x="438150" y="863600"/>
                  </a:lnTo>
                  <a:lnTo>
                    <a:pt x="218016" y="190500"/>
                  </a:lnTo>
                  <a:lnTo>
                    <a:pt x="0" y="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1" name="任意多边形: 形状 39"/>
            <p:cNvSpPr/>
            <p:nvPr>
              <p:custDataLst>
                <p:tags r:id="rId30"/>
              </p:custDataLst>
            </p:nvPr>
          </p:nvSpPr>
          <p:spPr>
            <a:xfrm>
              <a:off x="8157076" y="4375039"/>
              <a:ext cx="552450" cy="730250"/>
            </a:xfrm>
            <a:custGeom>
              <a:avLst/>
              <a:gdLst>
                <a:gd name="connsiteX0" fmla="*/ 552450 w 552450"/>
                <a:gd name="connsiteY0" fmla="*/ 52917 h 730250"/>
                <a:gd name="connsiteX1" fmla="*/ 260350 w 552450"/>
                <a:gd name="connsiteY1" fmla="*/ 730250 h 730250"/>
                <a:gd name="connsiteX2" fmla="*/ 0 w 552450"/>
                <a:gd name="connsiteY2" fmla="*/ 0 h 730250"/>
                <a:gd name="connsiteX3" fmla="*/ 552450 w 552450"/>
                <a:gd name="connsiteY3" fmla="*/ 52917 h 730250"/>
              </a:gdLst>
              <a:ahLst/>
              <a:cxnLst>
                <a:cxn ang="0">
                  <a:pos x="connsiteX0" y="connsiteY0"/>
                </a:cxn>
                <a:cxn ang="0">
                  <a:pos x="connsiteX1" y="connsiteY1"/>
                </a:cxn>
                <a:cxn ang="0">
                  <a:pos x="connsiteX2" y="connsiteY2"/>
                </a:cxn>
                <a:cxn ang="0">
                  <a:pos x="connsiteX3" y="connsiteY3"/>
                </a:cxn>
              </a:cxnLst>
              <a:rect l="l" t="t" r="r" b="b"/>
              <a:pathLst>
                <a:path w="552450" h="730250">
                  <a:moveTo>
                    <a:pt x="552450" y="52917"/>
                  </a:moveTo>
                  <a:lnTo>
                    <a:pt x="260350" y="730250"/>
                  </a:lnTo>
                  <a:lnTo>
                    <a:pt x="0" y="0"/>
                  </a:lnTo>
                  <a:lnTo>
                    <a:pt x="552450" y="52917"/>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2" name="任意多边形: 形状 40"/>
            <p:cNvSpPr/>
            <p:nvPr>
              <p:custDataLst>
                <p:tags r:id="rId31"/>
              </p:custDataLst>
            </p:nvPr>
          </p:nvSpPr>
          <p:spPr>
            <a:xfrm>
              <a:off x="8671426" y="4442773"/>
              <a:ext cx="795867" cy="552450"/>
            </a:xfrm>
            <a:custGeom>
              <a:avLst/>
              <a:gdLst>
                <a:gd name="connsiteX0" fmla="*/ 0 w 795867"/>
                <a:gd name="connsiteY0" fmla="*/ 0 h 552450"/>
                <a:gd name="connsiteX1" fmla="*/ 757767 w 795867"/>
                <a:gd name="connsiteY1" fmla="*/ 552450 h 552450"/>
                <a:gd name="connsiteX2" fmla="*/ 795867 w 795867"/>
                <a:gd name="connsiteY2" fmla="*/ 198966 h 552450"/>
                <a:gd name="connsiteX3" fmla="*/ 0 w 795867"/>
                <a:gd name="connsiteY3" fmla="*/ 0 h 552450"/>
              </a:gdLst>
              <a:ahLst/>
              <a:cxnLst>
                <a:cxn ang="0">
                  <a:pos x="connsiteX0" y="connsiteY0"/>
                </a:cxn>
                <a:cxn ang="0">
                  <a:pos x="connsiteX1" y="connsiteY1"/>
                </a:cxn>
                <a:cxn ang="0">
                  <a:pos x="connsiteX2" y="connsiteY2"/>
                </a:cxn>
                <a:cxn ang="0">
                  <a:pos x="connsiteX3" y="connsiteY3"/>
                </a:cxn>
              </a:cxnLst>
              <a:rect l="l" t="t" r="r" b="b"/>
              <a:pathLst>
                <a:path w="795867" h="552450">
                  <a:moveTo>
                    <a:pt x="0" y="0"/>
                  </a:moveTo>
                  <a:lnTo>
                    <a:pt x="757767" y="552450"/>
                  </a:lnTo>
                  <a:lnTo>
                    <a:pt x="795867" y="198966"/>
                  </a:lnTo>
                  <a:lnTo>
                    <a:pt x="0" y="0"/>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3" name="任意多边形: 形状 41"/>
            <p:cNvSpPr/>
            <p:nvPr>
              <p:custDataLst>
                <p:tags r:id="rId32"/>
              </p:custDataLst>
            </p:nvPr>
          </p:nvSpPr>
          <p:spPr>
            <a:xfrm>
              <a:off x="8414252" y="4430072"/>
              <a:ext cx="361950" cy="1274233"/>
            </a:xfrm>
            <a:custGeom>
              <a:avLst/>
              <a:gdLst>
                <a:gd name="connsiteX0" fmla="*/ 342900 w 342900"/>
                <a:gd name="connsiteY0" fmla="*/ 1274233 h 1274233"/>
                <a:gd name="connsiteX1" fmla="*/ 249767 w 342900"/>
                <a:gd name="connsiteY1" fmla="*/ 0 h 1274233"/>
                <a:gd name="connsiteX2" fmla="*/ 0 w 342900"/>
                <a:gd name="connsiteY2" fmla="*/ 709083 h 1274233"/>
                <a:gd name="connsiteX3" fmla="*/ 342900 w 342900"/>
                <a:gd name="connsiteY3" fmla="*/ 1274233 h 1274233"/>
                <a:gd name="connsiteX0-1" fmla="*/ 361950 w 361950"/>
                <a:gd name="connsiteY0-2" fmla="*/ 1274233 h 1274233"/>
                <a:gd name="connsiteX1-3" fmla="*/ 268817 w 361950"/>
                <a:gd name="connsiteY1-4" fmla="*/ 0 h 1274233"/>
                <a:gd name="connsiteX2-5" fmla="*/ 0 w 361950"/>
                <a:gd name="connsiteY2-6" fmla="*/ 666221 h 1274233"/>
                <a:gd name="connsiteX3-7" fmla="*/ 361950 w 361950"/>
                <a:gd name="connsiteY3-8" fmla="*/ 1274233 h 1274233"/>
              </a:gdLst>
              <a:ahLst/>
              <a:cxnLst>
                <a:cxn ang="0">
                  <a:pos x="connsiteX0-1" y="connsiteY0-2"/>
                </a:cxn>
                <a:cxn ang="0">
                  <a:pos x="connsiteX1-3" y="connsiteY1-4"/>
                </a:cxn>
                <a:cxn ang="0">
                  <a:pos x="connsiteX2-5" y="connsiteY2-6"/>
                </a:cxn>
                <a:cxn ang="0">
                  <a:pos x="connsiteX3-7" y="connsiteY3-8"/>
                </a:cxn>
              </a:cxnLst>
              <a:rect l="l" t="t" r="r" b="b"/>
              <a:pathLst>
                <a:path w="361950" h="1274233">
                  <a:moveTo>
                    <a:pt x="361950" y="1274233"/>
                  </a:moveTo>
                  <a:lnTo>
                    <a:pt x="268817" y="0"/>
                  </a:lnTo>
                  <a:lnTo>
                    <a:pt x="0" y="666221"/>
                  </a:lnTo>
                  <a:lnTo>
                    <a:pt x="361950" y="1274233"/>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4" name="任意多边形: 形状 42"/>
            <p:cNvSpPr/>
            <p:nvPr>
              <p:custDataLst>
                <p:tags r:id="rId33"/>
              </p:custDataLst>
            </p:nvPr>
          </p:nvSpPr>
          <p:spPr>
            <a:xfrm>
              <a:off x="8682009" y="4459706"/>
              <a:ext cx="228072" cy="1261533"/>
            </a:xfrm>
            <a:custGeom>
              <a:avLst/>
              <a:gdLst>
                <a:gd name="connsiteX0" fmla="*/ 0 w 201084"/>
                <a:gd name="connsiteY0" fmla="*/ 0 h 1261533"/>
                <a:gd name="connsiteX1" fmla="*/ 201084 w 201084"/>
                <a:gd name="connsiteY1" fmla="*/ 895350 h 1261533"/>
                <a:gd name="connsiteX2" fmla="*/ 93134 w 201084"/>
                <a:gd name="connsiteY2" fmla="*/ 1261533 h 1261533"/>
                <a:gd name="connsiteX3" fmla="*/ 0 w 201084"/>
                <a:gd name="connsiteY3" fmla="*/ 0 h 1261533"/>
                <a:gd name="connsiteX0-1" fmla="*/ 0 w 228072"/>
                <a:gd name="connsiteY0-2" fmla="*/ 0 h 1261533"/>
                <a:gd name="connsiteX1-3" fmla="*/ 228072 w 228072"/>
                <a:gd name="connsiteY1-4" fmla="*/ 876300 h 1261533"/>
                <a:gd name="connsiteX2-5" fmla="*/ 93134 w 228072"/>
                <a:gd name="connsiteY2-6" fmla="*/ 1261533 h 1261533"/>
                <a:gd name="connsiteX3-7" fmla="*/ 0 w 228072"/>
                <a:gd name="connsiteY3-8" fmla="*/ 0 h 1261533"/>
              </a:gdLst>
              <a:ahLst/>
              <a:cxnLst>
                <a:cxn ang="0">
                  <a:pos x="connsiteX0-1" y="connsiteY0-2"/>
                </a:cxn>
                <a:cxn ang="0">
                  <a:pos x="connsiteX1-3" y="connsiteY1-4"/>
                </a:cxn>
                <a:cxn ang="0">
                  <a:pos x="connsiteX2-5" y="connsiteY2-6"/>
                </a:cxn>
                <a:cxn ang="0">
                  <a:pos x="connsiteX3-7" y="connsiteY3-8"/>
                </a:cxn>
              </a:cxnLst>
              <a:rect l="l" t="t" r="r" b="b"/>
              <a:pathLst>
                <a:path w="228072" h="1261533">
                  <a:moveTo>
                    <a:pt x="0" y="0"/>
                  </a:moveTo>
                  <a:lnTo>
                    <a:pt x="228072" y="876300"/>
                  </a:lnTo>
                  <a:lnTo>
                    <a:pt x="93134" y="1261533"/>
                  </a:lnTo>
                  <a:lnTo>
                    <a:pt x="0" y="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5" name="任意多边形: 形状 43"/>
            <p:cNvSpPr/>
            <p:nvPr>
              <p:custDataLst>
                <p:tags r:id="rId34"/>
              </p:custDataLst>
            </p:nvPr>
          </p:nvSpPr>
          <p:spPr>
            <a:xfrm>
              <a:off x="8671426" y="4436423"/>
              <a:ext cx="279400" cy="1087966"/>
            </a:xfrm>
            <a:custGeom>
              <a:avLst/>
              <a:gdLst>
                <a:gd name="connsiteX0" fmla="*/ 0 w 279400"/>
                <a:gd name="connsiteY0" fmla="*/ 0 h 1087966"/>
                <a:gd name="connsiteX1" fmla="*/ 279400 w 279400"/>
                <a:gd name="connsiteY1" fmla="*/ 1087966 h 1087966"/>
                <a:gd name="connsiteX2" fmla="*/ 247650 w 279400"/>
                <a:gd name="connsiteY2" fmla="*/ 457200 h 1087966"/>
                <a:gd name="connsiteX3" fmla="*/ 0 w 279400"/>
                <a:gd name="connsiteY3" fmla="*/ 0 h 1087966"/>
              </a:gdLst>
              <a:ahLst/>
              <a:cxnLst>
                <a:cxn ang="0">
                  <a:pos x="connsiteX0" y="connsiteY0"/>
                </a:cxn>
                <a:cxn ang="0">
                  <a:pos x="connsiteX1" y="connsiteY1"/>
                </a:cxn>
                <a:cxn ang="0">
                  <a:pos x="connsiteX2" y="connsiteY2"/>
                </a:cxn>
                <a:cxn ang="0">
                  <a:pos x="connsiteX3" y="connsiteY3"/>
                </a:cxn>
              </a:cxnLst>
              <a:rect l="l" t="t" r="r" b="b"/>
              <a:pathLst>
                <a:path w="279400" h="1087966">
                  <a:moveTo>
                    <a:pt x="0" y="0"/>
                  </a:moveTo>
                  <a:lnTo>
                    <a:pt x="279400" y="1087966"/>
                  </a:lnTo>
                  <a:lnTo>
                    <a:pt x="247650" y="457200"/>
                  </a:lnTo>
                  <a:lnTo>
                    <a:pt x="0" y="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6" name="任意多边形: 形状 44"/>
            <p:cNvSpPr/>
            <p:nvPr>
              <p:custDataLst>
                <p:tags r:id="rId35"/>
              </p:custDataLst>
            </p:nvPr>
          </p:nvSpPr>
          <p:spPr>
            <a:xfrm>
              <a:off x="8674601" y="4437480"/>
              <a:ext cx="767292" cy="746125"/>
            </a:xfrm>
            <a:custGeom>
              <a:avLst/>
              <a:gdLst>
                <a:gd name="connsiteX0" fmla="*/ 719667 w 757767"/>
                <a:gd name="connsiteY0" fmla="*/ 742950 h 742950"/>
                <a:gd name="connsiteX1" fmla="*/ 757767 w 757767"/>
                <a:gd name="connsiteY1" fmla="*/ 546100 h 742950"/>
                <a:gd name="connsiteX2" fmla="*/ 0 w 757767"/>
                <a:gd name="connsiteY2" fmla="*/ 0 h 742950"/>
                <a:gd name="connsiteX3" fmla="*/ 234950 w 757767"/>
                <a:gd name="connsiteY3" fmla="*/ 488950 h 742950"/>
                <a:gd name="connsiteX4" fmla="*/ 719667 w 757767"/>
                <a:gd name="connsiteY4" fmla="*/ 742950 h 742950"/>
                <a:gd name="connsiteX0-1" fmla="*/ 729192 w 767292"/>
                <a:gd name="connsiteY0-2" fmla="*/ 746125 h 746125"/>
                <a:gd name="connsiteX1-3" fmla="*/ 767292 w 767292"/>
                <a:gd name="connsiteY1-4" fmla="*/ 549275 h 746125"/>
                <a:gd name="connsiteX2-5" fmla="*/ 0 w 767292"/>
                <a:gd name="connsiteY2-6" fmla="*/ 0 h 746125"/>
                <a:gd name="connsiteX3-7" fmla="*/ 244475 w 767292"/>
                <a:gd name="connsiteY3-8" fmla="*/ 492125 h 746125"/>
                <a:gd name="connsiteX4-9" fmla="*/ 729192 w 767292"/>
                <a:gd name="connsiteY4-10" fmla="*/ 746125 h 7461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67292" h="746125">
                  <a:moveTo>
                    <a:pt x="729192" y="746125"/>
                  </a:moveTo>
                  <a:lnTo>
                    <a:pt x="767292" y="549275"/>
                  </a:lnTo>
                  <a:lnTo>
                    <a:pt x="0" y="0"/>
                  </a:lnTo>
                  <a:lnTo>
                    <a:pt x="244475" y="492125"/>
                  </a:lnTo>
                  <a:lnTo>
                    <a:pt x="729192" y="746125"/>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7" name="任意多边形: 形状 45"/>
            <p:cNvSpPr/>
            <p:nvPr>
              <p:custDataLst>
                <p:tags r:id="rId36"/>
              </p:custDataLst>
            </p:nvPr>
          </p:nvSpPr>
          <p:spPr>
            <a:xfrm>
              <a:off x="8900026" y="4878806"/>
              <a:ext cx="501650" cy="685800"/>
            </a:xfrm>
            <a:custGeom>
              <a:avLst/>
              <a:gdLst>
                <a:gd name="connsiteX0" fmla="*/ 59267 w 501650"/>
                <a:gd name="connsiteY0" fmla="*/ 685800 h 685800"/>
                <a:gd name="connsiteX1" fmla="*/ 501650 w 501650"/>
                <a:gd name="connsiteY1" fmla="*/ 302683 h 685800"/>
                <a:gd name="connsiteX2" fmla="*/ 0 w 501650"/>
                <a:gd name="connsiteY2" fmla="*/ 0 h 685800"/>
                <a:gd name="connsiteX3" fmla="*/ 59267 w 501650"/>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01650" h="685800">
                  <a:moveTo>
                    <a:pt x="59267" y="685800"/>
                  </a:moveTo>
                  <a:lnTo>
                    <a:pt x="501650" y="302683"/>
                  </a:lnTo>
                  <a:lnTo>
                    <a:pt x="0" y="0"/>
                  </a:lnTo>
                  <a:lnTo>
                    <a:pt x="59267" y="68580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8" name="任意多边形: 形状 46"/>
            <p:cNvSpPr/>
            <p:nvPr>
              <p:custDataLst>
                <p:tags r:id="rId37"/>
              </p:custDataLst>
            </p:nvPr>
          </p:nvSpPr>
          <p:spPr>
            <a:xfrm>
              <a:off x="9877926" y="3575469"/>
              <a:ext cx="366713" cy="590550"/>
            </a:xfrm>
            <a:custGeom>
              <a:avLst/>
              <a:gdLst>
                <a:gd name="connsiteX0" fmla="*/ 0 w 366713"/>
                <a:gd name="connsiteY0" fmla="*/ 4762 h 590550"/>
                <a:gd name="connsiteX1" fmla="*/ 61913 w 366713"/>
                <a:gd name="connsiteY1" fmla="*/ 0 h 590550"/>
                <a:gd name="connsiteX2" fmla="*/ 366713 w 366713"/>
                <a:gd name="connsiteY2" fmla="*/ 328612 h 590550"/>
                <a:gd name="connsiteX3" fmla="*/ 179388 w 366713"/>
                <a:gd name="connsiteY3" fmla="*/ 590550 h 590550"/>
                <a:gd name="connsiteX4" fmla="*/ 0 w 366713"/>
                <a:gd name="connsiteY4" fmla="*/ 4762 h 590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3" h="590550">
                  <a:moveTo>
                    <a:pt x="0" y="4762"/>
                  </a:moveTo>
                  <a:lnTo>
                    <a:pt x="61913" y="0"/>
                  </a:lnTo>
                  <a:lnTo>
                    <a:pt x="366713" y="328612"/>
                  </a:lnTo>
                  <a:lnTo>
                    <a:pt x="179388" y="590550"/>
                  </a:lnTo>
                  <a:lnTo>
                    <a:pt x="0" y="4762"/>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grpSp>
      <p:sp>
        <p:nvSpPr>
          <p:cNvPr id="59" name="矩形 58"/>
          <p:cNvSpPr/>
          <p:nvPr>
            <p:custDataLst>
              <p:tags r:id="rId38"/>
            </p:custDataLst>
          </p:nvPr>
        </p:nvSpPr>
        <p:spPr>
          <a:xfrm>
            <a:off x="6739255" y="1723390"/>
            <a:ext cx="4176395" cy="2902585"/>
          </a:xfrm>
          <a:prstGeom prst="rect">
            <a:avLst/>
          </a:prstGeom>
          <a:gradFill flip="none" rotWithShape="1">
            <a:gsLst>
              <a:gs pos="97000">
                <a:srgbClr val="4472C4">
                  <a:lumMod val="0"/>
                  <a:lumOff val="100000"/>
                  <a:alpha val="0"/>
                </a:srgbClr>
              </a:gs>
              <a:gs pos="83000">
                <a:srgbClr val="4472C4">
                  <a:lumMod val="0"/>
                  <a:lumOff val="100000"/>
                  <a:alpha val="0"/>
                </a:srgbClr>
              </a:gs>
              <a:gs pos="28000">
                <a:srgbClr val="0C93B5"/>
              </a:gs>
            </a:gsLst>
            <a:path path="circle">
              <a:fillToRect l="50000" t="-80000" r="50000" b="180000"/>
            </a:path>
            <a:tileRect/>
          </a:gra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64" name="文本框 63"/>
          <p:cNvSpPr txBox="1"/>
          <p:nvPr>
            <p:custDataLst>
              <p:tags r:id="rId39"/>
            </p:custDataLst>
          </p:nvPr>
        </p:nvSpPr>
        <p:spPr>
          <a:xfrm>
            <a:off x="459605" y="1663183"/>
            <a:ext cx="5238901" cy="1014730"/>
          </a:xfrm>
          <a:prstGeom prst="rect">
            <a:avLst/>
          </a:prstGeom>
          <a:noFill/>
        </p:spPr>
        <p:txBody>
          <a:bodyPr wrap="square" rtlCol="0" anchor="ctr" anchorCtr="0">
            <a:spAutoFit/>
          </a:bodyPr>
          <a:p>
            <a:pPr marL="285750" indent="-285750">
              <a:buFont typeface="Wingdings" panose="05000000000000000000" charset="0"/>
              <a:buChar char="Ø"/>
            </a:pPr>
            <a:r>
              <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案例分析</a:t>
            </a:r>
            <a:endPar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a:p>
            <a:pPr indent="0">
              <a:buFont typeface="Wingdings" panose="05000000000000000000" charset="0"/>
              <a:buNone/>
            </a:pPr>
            <a:r>
              <a:rPr lang="en-US" altLang="zh-CN"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a:p>
            <a:pPr indent="0">
              <a:buFont typeface="Wingdings" panose="05000000000000000000" charset="0"/>
              <a:buNone/>
            </a:pPr>
            <a:r>
              <a:rPr lang="en-US" altLang="zh-CN"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r>
              <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人资主管</a:t>
            </a:r>
            <a:r>
              <a:rPr lang="en-US" altLang="zh-CN"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a:t>
            </a:r>
            <a:r>
              <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岗位招聘分析</a:t>
            </a:r>
            <a:endPar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5" name="文本框 64"/>
          <p:cNvSpPr txBox="1"/>
          <p:nvPr>
            <p:custDataLst>
              <p:tags r:id="rId40"/>
            </p:custDataLst>
          </p:nvPr>
        </p:nvSpPr>
        <p:spPr>
          <a:xfrm>
            <a:off x="469765" y="3891387"/>
            <a:ext cx="5238901" cy="730885"/>
          </a:xfrm>
          <a:prstGeom prst="rect">
            <a:avLst/>
          </a:prstGeom>
          <a:noFill/>
        </p:spPr>
        <p:txBody>
          <a:bodyPr wrap="square" rtlCol="0" anchor="t" anchorCtr="0">
            <a:spAutoFit/>
          </a:bodyPr>
          <a:p>
            <a:pPr marL="285750" indent="-285750">
              <a:lnSpc>
                <a:spcPct val="130000"/>
              </a:lnSpc>
              <a:buFont typeface="Wingdings" panose="05000000000000000000" charset="0"/>
              <a:buChar char="Ø"/>
            </a:pP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简历关键词：</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a:p>
            <a:pPr indent="0">
              <a:lnSpc>
                <a:spcPct val="130000"/>
              </a:lnSpc>
              <a:buFont typeface="Wingdings" panose="05000000000000000000" charset="0"/>
              <a:buNone/>
            </a:pPr>
            <a:r>
              <a:rPr lang="en-US" altLang="zh-CN" sz="1600" dirty="0">
                <a:solidFill>
                  <a:schemeClr val="accent2">
                    <a:lumMod val="75000"/>
                  </a:schemeClr>
                </a:solidFill>
                <a:latin typeface="汉仪君黑-45简" panose="020B0604020202020204" charset="-122"/>
                <a:ea typeface="汉仪君黑-45简" panose="020B0604020202020204" charset="-122"/>
                <a:sym typeface="+mn-ea"/>
              </a:rPr>
              <a:t>    </a:t>
            </a: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组织架构搭建</a:t>
            </a: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、绩效</a:t>
            </a: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管理、招聘</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p:txBody>
      </p:sp>
      <p:sp>
        <p:nvSpPr>
          <p:cNvPr id="66" name="文本框 65"/>
          <p:cNvSpPr txBox="1"/>
          <p:nvPr>
            <p:custDataLst>
              <p:tags r:id="rId41"/>
            </p:custDataLst>
          </p:nvPr>
        </p:nvSpPr>
        <p:spPr>
          <a:xfrm>
            <a:off x="10618470" y="782320"/>
            <a:ext cx="1360805"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01 技能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7" name="文本框 66"/>
          <p:cNvSpPr txBox="1"/>
          <p:nvPr>
            <p:custDataLst>
              <p:tags r:id="rId42"/>
            </p:custDataLst>
          </p:nvPr>
        </p:nvSpPr>
        <p:spPr>
          <a:xfrm>
            <a:off x="10586720" y="1247775"/>
            <a:ext cx="1105535"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02 </a:t>
            </a:r>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知识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endParaRPr>
          </a:p>
        </p:txBody>
      </p:sp>
      <p:sp>
        <p:nvSpPr>
          <p:cNvPr id="68" name="文本框 67"/>
          <p:cNvSpPr txBox="1"/>
          <p:nvPr>
            <p:custDataLst>
              <p:tags r:id="rId43"/>
            </p:custDataLst>
          </p:nvPr>
        </p:nvSpPr>
        <p:spPr>
          <a:xfrm>
            <a:off x="10564495" y="1748155"/>
            <a:ext cx="1049655"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03 价值观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9" name="文本框 68"/>
          <p:cNvSpPr txBox="1"/>
          <p:nvPr>
            <p:custDataLst>
              <p:tags r:id="rId44"/>
            </p:custDataLst>
          </p:nvPr>
        </p:nvSpPr>
        <p:spPr>
          <a:xfrm>
            <a:off x="10613390" y="2163445"/>
            <a:ext cx="1292860"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04 </a:t>
            </a:r>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自我形象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endParaRPr>
          </a:p>
        </p:txBody>
      </p:sp>
      <p:sp>
        <p:nvSpPr>
          <p:cNvPr id="70" name="文本框 69"/>
          <p:cNvSpPr txBox="1"/>
          <p:nvPr>
            <p:custDataLst>
              <p:tags r:id="rId45"/>
            </p:custDataLst>
          </p:nvPr>
        </p:nvSpPr>
        <p:spPr>
          <a:xfrm>
            <a:off x="10613390" y="2593340"/>
            <a:ext cx="1292860"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05 </a:t>
            </a:r>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特质/倾向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endParaRPr>
          </a:p>
        </p:txBody>
      </p:sp>
      <p:sp>
        <p:nvSpPr>
          <p:cNvPr id="71" name="文本框 70"/>
          <p:cNvSpPr txBox="1"/>
          <p:nvPr>
            <p:custDataLst>
              <p:tags r:id="rId46"/>
            </p:custDataLst>
          </p:nvPr>
        </p:nvSpPr>
        <p:spPr>
          <a:xfrm>
            <a:off x="8300720" y="1259205"/>
            <a:ext cx="641985" cy="382905"/>
          </a:xfrm>
          <a:prstGeom prst="rect">
            <a:avLst/>
          </a:prstGeom>
          <a:noFill/>
        </p:spPr>
        <p:txBody>
          <a:bodyPr wrap="square" rtlCol="0" anchor="ctr" anchorCtr="0">
            <a:noAutofit/>
          </a:bodyPr>
          <a:p>
            <a:r>
              <a:rPr lang="zh-CN" altLang="en-US"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冰山上</a:t>
            </a:r>
            <a:r>
              <a:rPr lang="en-US" altLang="zh-CN"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r>
              <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72" name="文本框 71"/>
          <p:cNvSpPr txBox="1"/>
          <p:nvPr>
            <p:custDataLst>
              <p:tags r:id="rId47"/>
            </p:custDataLst>
          </p:nvPr>
        </p:nvSpPr>
        <p:spPr>
          <a:xfrm>
            <a:off x="8300720" y="1748155"/>
            <a:ext cx="641985" cy="382905"/>
          </a:xfrm>
          <a:prstGeom prst="rect">
            <a:avLst/>
          </a:prstGeom>
          <a:noFill/>
        </p:spPr>
        <p:txBody>
          <a:bodyPr wrap="square" rtlCol="0" anchor="ctr" anchorCtr="0">
            <a:noAutofit/>
          </a:bodyPr>
          <a:p>
            <a:r>
              <a:rPr lang="zh-CN" altLang="en-US"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冰山下</a:t>
            </a:r>
            <a:r>
              <a:rPr lang="en-US" altLang="zh-CN"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r>
              <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2" name="文本框 1"/>
          <p:cNvSpPr txBox="1"/>
          <p:nvPr>
            <p:custDataLst>
              <p:tags r:id="rId48"/>
            </p:custDataLst>
          </p:nvPr>
        </p:nvSpPr>
        <p:spPr>
          <a:xfrm>
            <a:off x="469765" y="5242032"/>
            <a:ext cx="5238901" cy="730885"/>
          </a:xfrm>
          <a:prstGeom prst="rect">
            <a:avLst/>
          </a:prstGeom>
          <a:noFill/>
        </p:spPr>
        <p:txBody>
          <a:bodyPr wrap="square" rtlCol="0" anchor="t" anchorCtr="0">
            <a:spAutoFit/>
          </a:bodyPr>
          <a:p>
            <a:pPr marL="285750" indent="-285750">
              <a:lnSpc>
                <a:spcPct val="130000"/>
              </a:lnSpc>
              <a:buFont typeface="Wingdings" panose="05000000000000000000" charset="0"/>
              <a:buChar char="Ø"/>
            </a:pP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问题：</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a:p>
            <a:pPr indent="0">
              <a:lnSpc>
                <a:spcPct val="130000"/>
              </a:lnSpc>
              <a:buFont typeface="Wingdings" panose="05000000000000000000" charset="0"/>
              <a:buNone/>
            </a:pPr>
            <a:r>
              <a:rPr lang="en-US" altLang="zh-CN" sz="1600" dirty="0">
                <a:solidFill>
                  <a:schemeClr val="accent2">
                    <a:lumMod val="75000"/>
                  </a:schemeClr>
                </a:solidFill>
                <a:latin typeface="汉仪君黑-45简" panose="020B0604020202020204" charset="-122"/>
                <a:ea typeface="汉仪君黑-45简" panose="020B0604020202020204" charset="-122"/>
                <a:sym typeface="+mn-ea"/>
              </a:rPr>
              <a:t>    </a:t>
            </a: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任职年限作假、对工作经历存在问题无法对答如流</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p:txBody>
      </p:sp>
      <p:cxnSp>
        <p:nvCxnSpPr>
          <p:cNvPr id="160" name="直接连接符 159"/>
          <p:cNvCxnSpPr/>
          <p:nvPr>
            <p:custDataLst>
              <p:tags r:id="rId49"/>
            </p:custDataLst>
          </p:nvPr>
        </p:nvCxnSpPr>
        <p:spPr>
          <a:xfrm flipV="1">
            <a:off x="172085" y="4926330"/>
            <a:ext cx="11520000" cy="0"/>
          </a:xfrm>
          <a:prstGeom prst="line">
            <a:avLst/>
          </a:prstGeom>
          <a:ln>
            <a:solidFill>
              <a:srgbClr val="7B8DA5"/>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custDataLst>
              <p:tags r:id="rId50"/>
            </p:custDataLst>
          </p:nvPr>
        </p:nvCxnSpPr>
        <p:spPr>
          <a:xfrm flipV="1">
            <a:off x="172085" y="5966460"/>
            <a:ext cx="11520000" cy="0"/>
          </a:xfrm>
          <a:prstGeom prst="line">
            <a:avLst/>
          </a:prstGeom>
          <a:ln>
            <a:solidFill>
              <a:srgbClr val="7B8DA5"/>
            </a:solidFill>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10" name="对象 9">
            <a:hlinkClick r:id="" action="ppaction://ole?verb="/>
          </p:cNvPr>
          <p:cNvGraphicFramePr>
            <a:graphicFrameLocks noChangeAspect="1"/>
          </p:cNvGraphicFramePr>
          <p:nvPr/>
        </p:nvGraphicFramePr>
        <p:xfrm>
          <a:off x="10720705" y="6080125"/>
          <a:ext cx="971550" cy="666750"/>
        </p:xfrm>
        <a:graphic>
          <a:graphicData uri="http://schemas.openxmlformats.org/presentationml/2006/ole">
            <mc:AlternateContent xmlns:mc="http://schemas.openxmlformats.org/markup-compatibility/2006">
              <mc:Choice xmlns:v="urn:schemas-microsoft-com:vml" Requires="v">
                <p:oleObj spid="_x0000_s2049" name="" showAsIcon="1" r:id="rId51" imgW="971550" imgH="666750" progId="Word.Document.12">
                  <p:embed/>
                </p:oleObj>
              </mc:Choice>
              <mc:Fallback>
                <p:oleObj name="" showAsIcon="1" r:id="rId51" imgW="971550" imgH="666750" progId="Word.Document.12">
                  <p:embed/>
                  <p:pic>
                    <p:nvPicPr>
                      <p:cNvPr id="0" name="图片 2048"/>
                      <p:cNvPicPr/>
                      <p:nvPr/>
                    </p:nvPicPr>
                    <p:blipFill>
                      <a:blip r:embed="rId52"/>
                      <a:stretch>
                        <a:fillRect/>
                      </a:stretch>
                    </p:blipFill>
                    <p:spPr>
                      <a:xfrm>
                        <a:off x="10720705" y="6080125"/>
                        <a:ext cx="971550" cy="66675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500"/>
                                        <p:tgtEl>
                                          <p:spTgt spid="160"/>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a:spLocks noChangeArrowheads="1"/>
          </p:cNvSpPr>
          <p:nvPr/>
        </p:nvSpPr>
        <p:spPr bwMode="auto">
          <a:xfrm>
            <a:off x="321945" y="1854200"/>
            <a:ext cx="5653405"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endParaRPr lang="zh-CN" altLang="en-US" sz="2400" dirty="0">
              <a:solidFill>
                <a:schemeClr val="tx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grpSp>
        <p:nvGrpSpPr>
          <p:cNvPr id="11" name="组合 10"/>
          <p:cNvGrpSpPr/>
          <p:nvPr/>
        </p:nvGrpSpPr>
        <p:grpSpPr>
          <a:xfrm>
            <a:off x="0" y="6401399"/>
            <a:ext cx="1933184" cy="456601"/>
            <a:chOff x="5813" y="5507421"/>
            <a:chExt cx="7708780" cy="1350579"/>
          </a:xfrm>
        </p:grpSpPr>
        <p:sp>
          <p:nvSpPr>
            <p:cNvPr id="12" name="等腰三角形 11"/>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0" name="等腰三角形 19"/>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1" name="组合 20"/>
          <p:cNvGrpSpPr/>
          <p:nvPr/>
        </p:nvGrpSpPr>
        <p:grpSpPr>
          <a:xfrm>
            <a:off x="10258816" y="-14340"/>
            <a:ext cx="1933184" cy="456601"/>
            <a:chOff x="1717902" y="-14340"/>
            <a:chExt cx="10474098" cy="2473890"/>
          </a:xfrm>
        </p:grpSpPr>
        <p:sp>
          <p:nvSpPr>
            <p:cNvPr id="22" name="任意多边形: 形状 21"/>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3" name="任意多边形: 形状 22"/>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4" name="组合 23"/>
          <p:cNvGrpSpPr/>
          <p:nvPr/>
        </p:nvGrpSpPr>
        <p:grpSpPr>
          <a:xfrm>
            <a:off x="0" y="138059"/>
            <a:ext cx="321733" cy="810207"/>
            <a:chOff x="-79079" y="0"/>
            <a:chExt cx="530352" cy="1060704"/>
          </a:xfrm>
        </p:grpSpPr>
        <p:sp>
          <p:nvSpPr>
            <p:cNvPr id="25" name="任意多边形: 形状 24"/>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6" name="任意多边形: 形状 25"/>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6" name="文本框 5"/>
          <p:cNvSpPr txBox="1"/>
          <p:nvPr>
            <p:custDataLst>
              <p:tags r:id="rId1"/>
            </p:custDataLst>
          </p:nvPr>
        </p:nvSpPr>
        <p:spPr>
          <a:xfrm>
            <a:off x="681355" y="266065"/>
            <a:ext cx="2618105" cy="645160"/>
          </a:xfrm>
          <a:prstGeom prst="rect">
            <a:avLst/>
          </a:prstGeom>
          <a:noFill/>
        </p:spPr>
        <p:txBody>
          <a:bodyPr wrap="square" rtlCol="0">
            <a:spAutoFit/>
          </a:bodyPr>
          <a:p>
            <a:r>
              <a:rPr lang="zh-CN" altLang="en-US" sz="3600" b="1" dirty="0">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冰山模型</a:t>
            </a:r>
            <a:endParaRPr lang="zh-CN" altLang="en-US" sz="3600" b="1" dirty="0">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7" name="矩形 6"/>
          <p:cNvSpPr/>
          <p:nvPr>
            <p:custDataLst>
              <p:tags r:id="rId2"/>
            </p:custDataLst>
          </p:nvPr>
        </p:nvSpPr>
        <p:spPr>
          <a:xfrm>
            <a:off x="469900" y="372745"/>
            <a:ext cx="114935" cy="476250"/>
          </a:xfrm>
          <a:prstGeom prst="rect">
            <a:avLst/>
          </a:prstGeom>
          <a:solidFill>
            <a:schemeClr val="accent2">
              <a:lumMod val="60000"/>
              <a:lumOff val="40000"/>
            </a:scheme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SimHei" panose="02010609060101010101" charset="-122"/>
              <a:ea typeface="SimHei" panose="02010609060101010101" charset="-122"/>
            </a:endParaRPr>
          </a:p>
        </p:txBody>
      </p:sp>
      <p:grpSp>
        <p:nvGrpSpPr>
          <p:cNvPr id="49" name="组合 48"/>
          <p:cNvGrpSpPr/>
          <p:nvPr>
            <p:custDataLst>
              <p:tags r:id="rId3"/>
            </p:custDataLst>
          </p:nvPr>
        </p:nvGrpSpPr>
        <p:grpSpPr>
          <a:xfrm>
            <a:off x="7178675" y="253365"/>
            <a:ext cx="2773045" cy="3971925"/>
            <a:chOff x="7570231" y="1891297"/>
            <a:chExt cx="2674408" cy="3829942"/>
          </a:xfrm>
        </p:grpSpPr>
        <p:sp>
          <p:nvSpPr>
            <p:cNvPr id="4" name="任意多边形: 形状 11"/>
            <p:cNvSpPr/>
            <p:nvPr>
              <p:custDataLst>
                <p:tags r:id="rId4"/>
              </p:custDataLst>
            </p:nvPr>
          </p:nvSpPr>
          <p:spPr>
            <a:xfrm>
              <a:off x="8758761" y="1891297"/>
              <a:ext cx="381361" cy="704067"/>
            </a:xfrm>
            <a:custGeom>
              <a:avLst/>
              <a:gdLst>
                <a:gd name="connsiteX0" fmla="*/ 381361 w 381361"/>
                <a:gd name="connsiteY0" fmla="*/ 0 h 697717"/>
                <a:gd name="connsiteX1" fmla="*/ 359693 w 381361"/>
                <a:gd name="connsiteY1" fmla="*/ 697717 h 697717"/>
                <a:gd name="connsiteX2" fmla="*/ 0 w 381361"/>
                <a:gd name="connsiteY2" fmla="*/ 563374 h 697717"/>
                <a:gd name="connsiteX3" fmla="*/ 381361 w 381361"/>
                <a:gd name="connsiteY3" fmla="*/ 0 h 697717"/>
                <a:gd name="connsiteX0-1" fmla="*/ 381361 w 503626"/>
                <a:gd name="connsiteY0-2" fmla="*/ 0 h 716767"/>
                <a:gd name="connsiteX1-3" fmla="*/ 503626 w 503626"/>
                <a:gd name="connsiteY1-4" fmla="*/ 716767 h 716767"/>
                <a:gd name="connsiteX2-5" fmla="*/ 0 w 503626"/>
                <a:gd name="connsiteY2-6" fmla="*/ 563374 h 716767"/>
                <a:gd name="connsiteX3-7" fmla="*/ 381361 w 503626"/>
                <a:gd name="connsiteY3-8" fmla="*/ 0 h 716767"/>
                <a:gd name="connsiteX0-9" fmla="*/ 381361 w 381361"/>
                <a:gd name="connsiteY0-10" fmla="*/ 0 h 704067"/>
                <a:gd name="connsiteX1-11" fmla="*/ 370276 w 381361"/>
                <a:gd name="connsiteY1-12" fmla="*/ 704067 h 704067"/>
                <a:gd name="connsiteX2-13" fmla="*/ 0 w 381361"/>
                <a:gd name="connsiteY2-14" fmla="*/ 563374 h 704067"/>
                <a:gd name="connsiteX3-15" fmla="*/ 381361 w 381361"/>
                <a:gd name="connsiteY3-16" fmla="*/ 0 h 704067"/>
              </a:gdLst>
              <a:ahLst/>
              <a:cxnLst>
                <a:cxn ang="0">
                  <a:pos x="connsiteX0-1" y="connsiteY0-2"/>
                </a:cxn>
                <a:cxn ang="0">
                  <a:pos x="connsiteX1-3" y="connsiteY1-4"/>
                </a:cxn>
                <a:cxn ang="0">
                  <a:pos x="connsiteX2-5" y="connsiteY2-6"/>
                </a:cxn>
                <a:cxn ang="0">
                  <a:pos x="connsiteX3-7" y="connsiteY3-8"/>
                </a:cxn>
              </a:cxnLst>
              <a:rect l="l" t="t" r="r" b="b"/>
              <a:pathLst>
                <a:path w="381361" h="704067">
                  <a:moveTo>
                    <a:pt x="381361" y="0"/>
                  </a:moveTo>
                  <a:lnTo>
                    <a:pt x="370276" y="704067"/>
                  </a:lnTo>
                  <a:lnTo>
                    <a:pt x="0" y="563374"/>
                  </a:lnTo>
                  <a:lnTo>
                    <a:pt x="381361" y="0"/>
                  </a:lnTo>
                  <a:close/>
                </a:path>
              </a:pathLst>
            </a:custGeom>
            <a:solidFill>
              <a:srgbClr val="C4EDE7"/>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 name="任意多边形: 形状 12"/>
            <p:cNvSpPr/>
            <p:nvPr>
              <p:custDataLst>
                <p:tags r:id="rId5"/>
              </p:custDataLst>
            </p:nvPr>
          </p:nvSpPr>
          <p:spPr>
            <a:xfrm>
              <a:off x="9115925" y="1898540"/>
              <a:ext cx="419101" cy="703792"/>
            </a:xfrm>
            <a:custGeom>
              <a:avLst/>
              <a:gdLst>
                <a:gd name="connsiteX0" fmla="*/ 409575 w 409575"/>
                <a:gd name="connsiteY0" fmla="*/ 628650 h 711200"/>
                <a:gd name="connsiteX1" fmla="*/ 0 w 409575"/>
                <a:gd name="connsiteY1" fmla="*/ 711200 h 711200"/>
                <a:gd name="connsiteX2" fmla="*/ 19050 w 409575"/>
                <a:gd name="connsiteY2" fmla="*/ 0 h 711200"/>
                <a:gd name="connsiteX3" fmla="*/ 409575 w 409575"/>
                <a:gd name="connsiteY3" fmla="*/ 628650 h 711200"/>
                <a:gd name="connsiteX0-1" fmla="*/ 414338 w 414338"/>
                <a:gd name="connsiteY0-2" fmla="*/ 628650 h 711200"/>
                <a:gd name="connsiteX1-3" fmla="*/ 0 w 414338"/>
                <a:gd name="connsiteY1-4" fmla="*/ 711200 h 711200"/>
                <a:gd name="connsiteX2-5" fmla="*/ 23813 w 414338"/>
                <a:gd name="connsiteY2-6" fmla="*/ 0 h 711200"/>
                <a:gd name="connsiteX3-7" fmla="*/ 414338 w 414338"/>
                <a:gd name="connsiteY3-8" fmla="*/ 628650 h 711200"/>
                <a:gd name="connsiteX0-9" fmla="*/ 417513 w 417513"/>
                <a:gd name="connsiteY0-10" fmla="*/ 652462 h 711200"/>
                <a:gd name="connsiteX1-11" fmla="*/ 0 w 417513"/>
                <a:gd name="connsiteY1-12" fmla="*/ 711200 h 711200"/>
                <a:gd name="connsiteX2-13" fmla="*/ 23813 w 417513"/>
                <a:gd name="connsiteY2-14" fmla="*/ 0 h 711200"/>
                <a:gd name="connsiteX3-15" fmla="*/ 417513 w 417513"/>
                <a:gd name="connsiteY3-16" fmla="*/ 652462 h 711200"/>
                <a:gd name="connsiteX0-17" fmla="*/ 419101 w 419101"/>
                <a:gd name="connsiteY0-18" fmla="*/ 652462 h 727075"/>
                <a:gd name="connsiteX1-19" fmla="*/ 0 w 419101"/>
                <a:gd name="connsiteY1-20" fmla="*/ 727075 h 727075"/>
                <a:gd name="connsiteX2-21" fmla="*/ 25401 w 419101"/>
                <a:gd name="connsiteY2-22" fmla="*/ 0 h 727075"/>
                <a:gd name="connsiteX3-23" fmla="*/ 419101 w 419101"/>
                <a:gd name="connsiteY3-24" fmla="*/ 652462 h 727075"/>
                <a:gd name="connsiteX0-25" fmla="*/ 436034 w 436034"/>
                <a:gd name="connsiteY0-26" fmla="*/ 646112 h 720725"/>
                <a:gd name="connsiteX1-27" fmla="*/ 16933 w 436034"/>
                <a:gd name="connsiteY1-28" fmla="*/ 720725 h 720725"/>
                <a:gd name="connsiteX2-29" fmla="*/ 0 w 436034"/>
                <a:gd name="connsiteY2-30" fmla="*/ 0 h 720725"/>
                <a:gd name="connsiteX3-31" fmla="*/ 436034 w 436034"/>
                <a:gd name="connsiteY3-32" fmla="*/ 646112 h 720725"/>
                <a:gd name="connsiteX0-33" fmla="*/ 419101 w 419101"/>
                <a:gd name="connsiteY0-34" fmla="*/ 629179 h 703792"/>
                <a:gd name="connsiteX1-35" fmla="*/ 0 w 419101"/>
                <a:gd name="connsiteY1-36" fmla="*/ 703792 h 703792"/>
                <a:gd name="connsiteX2-37" fmla="*/ 23284 w 419101"/>
                <a:gd name="connsiteY2-38" fmla="*/ 0 h 703792"/>
                <a:gd name="connsiteX3-39" fmla="*/ 419101 w 419101"/>
                <a:gd name="connsiteY3-40" fmla="*/ 629179 h 703792"/>
              </a:gdLst>
              <a:ahLst/>
              <a:cxnLst>
                <a:cxn ang="0">
                  <a:pos x="connsiteX0-1" y="connsiteY0-2"/>
                </a:cxn>
                <a:cxn ang="0">
                  <a:pos x="connsiteX1-3" y="connsiteY1-4"/>
                </a:cxn>
                <a:cxn ang="0">
                  <a:pos x="connsiteX2-5" y="connsiteY2-6"/>
                </a:cxn>
                <a:cxn ang="0">
                  <a:pos x="connsiteX3-7" y="connsiteY3-8"/>
                </a:cxn>
              </a:cxnLst>
              <a:rect l="l" t="t" r="r" b="b"/>
              <a:pathLst>
                <a:path w="419101" h="703792">
                  <a:moveTo>
                    <a:pt x="419101" y="629179"/>
                  </a:moveTo>
                  <a:lnTo>
                    <a:pt x="0" y="703792"/>
                  </a:lnTo>
                  <a:lnTo>
                    <a:pt x="23284" y="0"/>
                  </a:lnTo>
                  <a:lnTo>
                    <a:pt x="419101" y="629179"/>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8" name="任意多边形: 形状 13"/>
            <p:cNvSpPr/>
            <p:nvPr>
              <p:custDataLst>
                <p:tags r:id="rId6"/>
              </p:custDataLst>
            </p:nvPr>
          </p:nvSpPr>
          <p:spPr>
            <a:xfrm>
              <a:off x="8552893" y="2448873"/>
              <a:ext cx="573616" cy="294216"/>
            </a:xfrm>
            <a:custGeom>
              <a:avLst/>
              <a:gdLst>
                <a:gd name="connsiteX0" fmla="*/ 268816 w 573616"/>
                <a:gd name="connsiteY0" fmla="*/ 0 h 294216"/>
                <a:gd name="connsiteX1" fmla="*/ 35983 w 573616"/>
                <a:gd name="connsiteY1" fmla="*/ 29633 h 294216"/>
                <a:gd name="connsiteX2" fmla="*/ 0 w 573616"/>
                <a:gd name="connsiteY2" fmla="*/ 294216 h 294216"/>
                <a:gd name="connsiteX3" fmla="*/ 573616 w 573616"/>
                <a:gd name="connsiteY3" fmla="*/ 139700 h 294216"/>
                <a:gd name="connsiteX4" fmla="*/ 268816 w 573616"/>
                <a:gd name="connsiteY4" fmla="*/ 0 h 294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616" h="294216">
                  <a:moveTo>
                    <a:pt x="268816" y="0"/>
                  </a:moveTo>
                  <a:lnTo>
                    <a:pt x="35983" y="29633"/>
                  </a:lnTo>
                  <a:lnTo>
                    <a:pt x="0" y="294216"/>
                  </a:lnTo>
                  <a:lnTo>
                    <a:pt x="573616" y="139700"/>
                  </a:lnTo>
                  <a:lnTo>
                    <a:pt x="268816" y="0"/>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9" name="任意多边形: 形状 14"/>
            <p:cNvSpPr/>
            <p:nvPr>
              <p:custDataLst>
                <p:tags r:id="rId7"/>
              </p:custDataLst>
            </p:nvPr>
          </p:nvSpPr>
          <p:spPr>
            <a:xfrm>
              <a:off x="9111693" y="2478506"/>
              <a:ext cx="745066" cy="226483"/>
            </a:xfrm>
            <a:custGeom>
              <a:avLst/>
              <a:gdLst>
                <a:gd name="connsiteX0" fmla="*/ 745066 w 745066"/>
                <a:gd name="connsiteY0" fmla="*/ 226483 h 226483"/>
                <a:gd name="connsiteX1" fmla="*/ 0 w 745066"/>
                <a:gd name="connsiteY1" fmla="*/ 114300 h 226483"/>
                <a:gd name="connsiteX2" fmla="*/ 550333 w 745066"/>
                <a:gd name="connsiteY2" fmla="*/ 0 h 226483"/>
                <a:gd name="connsiteX3" fmla="*/ 745066 w 745066"/>
                <a:gd name="connsiteY3" fmla="*/ 226483 h 226483"/>
              </a:gdLst>
              <a:ahLst/>
              <a:cxnLst>
                <a:cxn ang="0">
                  <a:pos x="connsiteX0" y="connsiteY0"/>
                </a:cxn>
                <a:cxn ang="0">
                  <a:pos x="connsiteX1" y="connsiteY1"/>
                </a:cxn>
                <a:cxn ang="0">
                  <a:pos x="connsiteX2" y="connsiteY2"/>
                </a:cxn>
                <a:cxn ang="0">
                  <a:pos x="connsiteX3" y="connsiteY3"/>
                </a:cxn>
              </a:cxnLst>
              <a:rect l="l" t="t" r="r" b="b"/>
              <a:pathLst>
                <a:path w="745066" h="226483">
                  <a:moveTo>
                    <a:pt x="745066" y="226483"/>
                  </a:moveTo>
                  <a:lnTo>
                    <a:pt x="0" y="114300"/>
                  </a:lnTo>
                  <a:lnTo>
                    <a:pt x="550333" y="0"/>
                  </a:lnTo>
                  <a:lnTo>
                    <a:pt x="745066" y="226483"/>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28" name="任意多边形: 形状 15"/>
            <p:cNvSpPr/>
            <p:nvPr>
              <p:custDataLst>
                <p:tags r:id="rId8"/>
              </p:custDataLst>
            </p:nvPr>
          </p:nvSpPr>
          <p:spPr>
            <a:xfrm>
              <a:off x="8552893" y="2571639"/>
              <a:ext cx="759883" cy="603250"/>
            </a:xfrm>
            <a:custGeom>
              <a:avLst/>
              <a:gdLst>
                <a:gd name="connsiteX0" fmla="*/ 759883 w 759883"/>
                <a:gd name="connsiteY0" fmla="*/ 340784 h 603250"/>
                <a:gd name="connsiteX1" fmla="*/ 558800 w 759883"/>
                <a:gd name="connsiteY1" fmla="*/ 0 h 603250"/>
                <a:gd name="connsiteX2" fmla="*/ 0 w 759883"/>
                <a:gd name="connsiteY2" fmla="*/ 167217 h 603250"/>
                <a:gd name="connsiteX3" fmla="*/ 402166 w 759883"/>
                <a:gd name="connsiteY3" fmla="*/ 603250 h 603250"/>
                <a:gd name="connsiteX4" fmla="*/ 759883 w 759883"/>
                <a:gd name="connsiteY4" fmla="*/ 340784 h 603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883" h="603250">
                  <a:moveTo>
                    <a:pt x="759883" y="340784"/>
                  </a:moveTo>
                  <a:lnTo>
                    <a:pt x="558800" y="0"/>
                  </a:lnTo>
                  <a:lnTo>
                    <a:pt x="0" y="167217"/>
                  </a:lnTo>
                  <a:lnTo>
                    <a:pt x="402166" y="603250"/>
                  </a:lnTo>
                  <a:lnTo>
                    <a:pt x="759883" y="340784"/>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29" name="任意多边形: 形状 16"/>
            <p:cNvSpPr/>
            <p:nvPr>
              <p:custDataLst>
                <p:tags r:id="rId9"/>
              </p:custDataLst>
            </p:nvPr>
          </p:nvSpPr>
          <p:spPr>
            <a:xfrm>
              <a:off x="9113809" y="2571639"/>
              <a:ext cx="840317" cy="393700"/>
            </a:xfrm>
            <a:custGeom>
              <a:avLst/>
              <a:gdLst>
                <a:gd name="connsiteX0" fmla="*/ 840317 w 840317"/>
                <a:gd name="connsiteY0" fmla="*/ 393700 h 393700"/>
                <a:gd name="connsiteX1" fmla="*/ 747184 w 840317"/>
                <a:gd name="connsiteY1" fmla="*/ 133350 h 393700"/>
                <a:gd name="connsiteX2" fmla="*/ 0 w 840317"/>
                <a:gd name="connsiteY2" fmla="*/ 0 h 393700"/>
                <a:gd name="connsiteX3" fmla="*/ 203200 w 840317"/>
                <a:gd name="connsiteY3" fmla="*/ 345017 h 393700"/>
                <a:gd name="connsiteX4" fmla="*/ 840317 w 840317"/>
                <a:gd name="connsiteY4" fmla="*/ 393700 h 393700"/>
                <a:gd name="connsiteX0-1" fmla="*/ 840317 w 840317"/>
                <a:gd name="connsiteY0-2" fmla="*/ 393700 h 393700"/>
                <a:gd name="connsiteX1-3" fmla="*/ 747184 w 840317"/>
                <a:gd name="connsiteY1-4" fmla="*/ 133350 h 393700"/>
                <a:gd name="connsiteX2-5" fmla="*/ 0 w 840317"/>
                <a:gd name="connsiteY2-6" fmla="*/ 0 h 393700"/>
                <a:gd name="connsiteX3-7" fmla="*/ 176212 w 840317"/>
                <a:gd name="connsiteY3-8" fmla="*/ 354542 h 393700"/>
                <a:gd name="connsiteX4-9" fmla="*/ 840317 w 840317"/>
                <a:gd name="connsiteY4-10" fmla="*/ 393700 h 3937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40317" h="393700">
                  <a:moveTo>
                    <a:pt x="840317" y="393700"/>
                  </a:moveTo>
                  <a:lnTo>
                    <a:pt x="747184" y="133350"/>
                  </a:lnTo>
                  <a:lnTo>
                    <a:pt x="0" y="0"/>
                  </a:lnTo>
                  <a:lnTo>
                    <a:pt x="176212" y="354542"/>
                  </a:lnTo>
                  <a:lnTo>
                    <a:pt x="840317" y="393700"/>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0" name="任意多边形: 形状 17"/>
            <p:cNvSpPr/>
            <p:nvPr>
              <p:custDataLst>
                <p:tags r:id="rId10"/>
              </p:custDataLst>
            </p:nvPr>
          </p:nvSpPr>
          <p:spPr>
            <a:xfrm>
              <a:off x="8175609" y="2698639"/>
              <a:ext cx="766234" cy="1325034"/>
            </a:xfrm>
            <a:custGeom>
              <a:avLst/>
              <a:gdLst>
                <a:gd name="connsiteX0" fmla="*/ 400050 w 766234"/>
                <a:gd name="connsiteY0" fmla="*/ 31750 h 1325034"/>
                <a:gd name="connsiteX1" fmla="*/ 0 w 766234"/>
                <a:gd name="connsiteY1" fmla="*/ 0 h 1325034"/>
                <a:gd name="connsiteX2" fmla="*/ 342900 w 766234"/>
                <a:gd name="connsiteY2" fmla="*/ 1325034 h 1325034"/>
                <a:gd name="connsiteX3" fmla="*/ 766234 w 766234"/>
                <a:gd name="connsiteY3" fmla="*/ 465667 h 1325034"/>
                <a:gd name="connsiteX4" fmla="*/ 400050 w 766234"/>
                <a:gd name="connsiteY4" fmla="*/ 31750 h 1325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234" h="1325034">
                  <a:moveTo>
                    <a:pt x="400050" y="31750"/>
                  </a:moveTo>
                  <a:lnTo>
                    <a:pt x="0" y="0"/>
                  </a:lnTo>
                  <a:lnTo>
                    <a:pt x="342900" y="1325034"/>
                  </a:lnTo>
                  <a:lnTo>
                    <a:pt x="766234" y="465667"/>
                  </a:lnTo>
                  <a:lnTo>
                    <a:pt x="400050" y="31750"/>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1" name="任意多边形: 形状 18"/>
            <p:cNvSpPr/>
            <p:nvPr>
              <p:custDataLst>
                <p:tags r:id="rId11"/>
              </p:custDataLst>
            </p:nvPr>
          </p:nvSpPr>
          <p:spPr>
            <a:xfrm>
              <a:off x="8936009" y="2893373"/>
              <a:ext cx="670984" cy="806450"/>
            </a:xfrm>
            <a:custGeom>
              <a:avLst/>
              <a:gdLst>
                <a:gd name="connsiteX0" fmla="*/ 370417 w 664634"/>
                <a:gd name="connsiteY0" fmla="*/ 0 h 800100"/>
                <a:gd name="connsiteX1" fmla="*/ 664634 w 664634"/>
                <a:gd name="connsiteY1" fmla="*/ 800100 h 800100"/>
                <a:gd name="connsiteX2" fmla="*/ 0 w 664634"/>
                <a:gd name="connsiteY2" fmla="*/ 275166 h 800100"/>
                <a:gd name="connsiteX3" fmla="*/ 370417 w 664634"/>
                <a:gd name="connsiteY3" fmla="*/ 0 h 800100"/>
                <a:gd name="connsiteX0-1" fmla="*/ 370417 w 783167"/>
                <a:gd name="connsiteY0-2" fmla="*/ 0 h 723900"/>
                <a:gd name="connsiteX1-3" fmla="*/ 783167 w 783167"/>
                <a:gd name="connsiteY1-4" fmla="*/ 723900 h 723900"/>
                <a:gd name="connsiteX2-5" fmla="*/ 0 w 783167"/>
                <a:gd name="connsiteY2-6" fmla="*/ 275166 h 723900"/>
                <a:gd name="connsiteX3-7" fmla="*/ 370417 w 783167"/>
                <a:gd name="connsiteY3-8" fmla="*/ 0 h 723900"/>
                <a:gd name="connsiteX0-9" fmla="*/ 370417 w 670984"/>
                <a:gd name="connsiteY0-10" fmla="*/ 0 h 806450"/>
                <a:gd name="connsiteX1-11" fmla="*/ 670984 w 670984"/>
                <a:gd name="connsiteY1-12" fmla="*/ 806450 h 806450"/>
                <a:gd name="connsiteX2-13" fmla="*/ 0 w 670984"/>
                <a:gd name="connsiteY2-14" fmla="*/ 275166 h 806450"/>
                <a:gd name="connsiteX3-15" fmla="*/ 370417 w 670984"/>
                <a:gd name="connsiteY3-16" fmla="*/ 0 h 806450"/>
              </a:gdLst>
              <a:ahLst/>
              <a:cxnLst>
                <a:cxn ang="0">
                  <a:pos x="connsiteX0-1" y="connsiteY0-2"/>
                </a:cxn>
                <a:cxn ang="0">
                  <a:pos x="connsiteX1-3" y="connsiteY1-4"/>
                </a:cxn>
                <a:cxn ang="0">
                  <a:pos x="connsiteX2-5" y="connsiteY2-6"/>
                </a:cxn>
                <a:cxn ang="0">
                  <a:pos x="connsiteX3-7" y="connsiteY3-8"/>
                </a:cxn>
              </a:cxnLst>
              <a:rect l="l" t="t" r="r" b="b"/>
              <a:pathLst>
                <a:path w="670984" h="806450">
                  <a:moveTo>
                    <a:pt x="370417" y="0"/>
                  </a:moveTo>
                  <a:lnTo>
                    <a:pt x="670984" y="806450"/>
                  </a:lnTo>
                  <a:lnTo>
                    <a:pt x="0" y="275166"/>
                  </a:lnTo>
                  <a:lnTo>
                    <a:pt x="370417" y="0"/>
                  </a:lnTo>
                  <a:close/>
                </a:path>
              </a:pathLst>
            </a:custGeom>
            <a:solidFill>
              <a:srgbClr val="55C3D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2" name="任意多边形: 形状 19"/>
            <p:cNvSpPr/>
            <p:nvPr>
              <p:custDataLst>
                <p:tags r:id="rId12"/>
              </p:custDataLst>
            </p:nvPr>
          </p:nvSpPr>
          <p:spPr>
            <a:xfrm>
              <a:off x="9282083" y="2899723"/>
              <a:ext cx="959909" cy="1001183"/>
            </a:xfrm>
            <a:custGeom>
              <a:avLst/>
              <a:gdLst>
                <a:gd name="connsiteX0" fmla="*/ 620184 w 950384"/>
                <a:gd name="connsiteY0" fmla="*/ 46566 h 1007533"/>
                <a:gd name="connsiteX1" fmla="*/ 882650 w 950384"/>
                <a:gd name="connsiteY1" fmla="*/ 395816 h 1007533"/>
                <a:gd name="connsiteX2" fmla="*/ 950384 w 950384"/>
                <a:gd name="connsiteY2" fmla="*/ 1007533 h 1007533"/>
                <a:gd name="connsiteX3" fmla="*/ 0 w 950384"/>
                <a:gd name="connsiteY3" fmla="*/ 0 h 1007533"/>
                <a:gd name="connsiteX4" fmla="*/ 620184 w 950384"/>
                <a:gd name="connsiteY4" fmla="*/ 46566 h 1007533"/>
                <a:gd name="connsiteX0-1" fmla="*/ 629709 w 959909"/>
                <a:gd name="connsiteY0-2" fmla="*/ 40216 h 1001183"/>
                <a:gd name="connsiteX1-3" fmla="*/ 892175 w 959909"/>
                <a:gd name="connsiteY1-4" fmla="*/ 389466 h 1001183"/>
                <a:gd name="connsiteX2-5" fmla="*/ 959909 w 959909"/>
                <a:gd name="connsiteY2-6" fmla="*/ 1001183 h 1001183"/>
                <a:gd name="connsiteX3-7" fmla="*/ 0 w 959909"/>
                <a:gd name="connsiteY3-8" fmla="*/ 0 h 1001183"/>
                <a:gd name="connsiteX4-9" fmla="*/ 629709 w 959909"/>
                <a:gd name="connsiteY4-10" fmla="*/ 40216 h 100118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59909" h="1001183">
                  <a:moveTo>
                    <a:pt x="629709" y="40216"/>
                  </a:moveTo>
                  <a:lnTo>
                    <a:pt x="892175" y="389466"/>
                  </a:lnTo>
                  <a:lnTo>
                    <a:pt x="959909" y="1001183"/>
                  </a:lnTo>
                  <a:lnTo>
                    <a:pt x="0" y="0"/>
                  </a:lnTo>
                  <a:lnTo>
                    <a:pt x="629709" y="40216"/>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3" name="任意多边形: 形状 21"/>
            <p:cNvSpPr/>
            <p:nvPr>
              <p:custDataLst>
                <p:tags r:id="rId13"/>
              </p:custDataLst>
            </p:nvPr>
          </p:nvSpPr>
          <p:spPr>
            <a:xfrm>
              <a:off x="8936009" y="3636323"/>
              <a:ext cx="666750" cy="654050"/>
            </a:xfrm>
            <a:custGeom>
              <a:avLst/>
              <a:gdLst>
                <a:gd name="connsiteX0" fmla="*/ 133350 w 666750"/>
                <a:gd name="connsiteY0" fmla="*/ 0 h 654050"/>
                <a:gd name="connsiteX1" fmla="*/ 666750 w 666750"/>
                <a:gd name="connsiteY1" fmla="*/ 57150 h 654050"/>
                <a:gd name="connsiteX2" fmla="*/ 599017 w 666750"/>
                <a:gd name="connsiteY2" fmla="*/ 472016 h 654050"/>
                <a:gd name="connsiteX3" fmla="*/ 0 w 666750"/>
                <a:gd name="connsiteY3" fmla="*/ 654050 h 654050"/>
                <a:gd name="connsiteX4" fmla="*/ 133350 w 666750"/>
                <a:gd name="connsiteY4" fmla="*/ 0 h 654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0" h="654050">
                  <a:moveTo>
                    <a:pt x="133350" y="0"/>
                  </a:moveTo>
                  <a:lnTo>
                    <a:pt x="666750" y="57150"/>
                  </a:lnTo>
                  <a:lnTo>
                    <a:pt x="599017" y="472016"/>
                  </a:lnTo>
                  <a:lnTo>
                    <a:pt x="0" y="654050"/>
                  </a:lnTo>
                  <a:lnTo>
                    <a:pt x="133350" y="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4" name="任意多边形: 形状 22"/>
            <p:cNvSpPr/>
            <p:nvPr>
              <p:custDataLst>
                <p:tags r:id="rId14"/>
              </p:custDataLst>
            </p:nvPr>
          </p:nvSpPr>
          <p:spPr>
            <a:xfrm>
              <a:off x="7848043" y="2702873"/>
              <a:ext cx="690033" cy="1320800"/>
            </a:xfrm>
            <a:custGeom>
              <a:avLst/>
              <a:gdLst>
                <a:gd name="connsiteX0" fmla="*/ 4233 w 690033"/>
                <a:gd name="connsiteY0" fmla="*/ 446616 h 1327150"/>
                <a:gd name="connsiteX1" fmla="*/ 342900 w 690033"/>
                <a:gd name="connsiteY1" fmla="*/ 0 h 1327150"/>
                <a:gd name="connsiteX2" fmla="*/ 690033 w 690033"/>
                <a:gd name="connsiteY2" fmla="*/ 1327150 h 1327150"/>
                <a:gd name="connsiteX3" fmla="*/ 0 w 690033"/>
                <a:gd name="connsiteY3" fmla="*/ 1102783 h 1327150"/>
                <a:gd name="connsiteX4" fmla="*/ 4233 w 690033"/>
                <a:gd name="connsiteY4" fmla="*/ 446616 h 1327150"/>
                <a:gd name="connsiteX0-1" fmla="*/ 4233 w 690033"/>
                <a:gd name="connsiteY0-2" fmla="*/ 440266 h 1320800"/>
                <a:gd name="connsiteX1-3" fmla="*/ 355600 w 690033"/>
                <a:gd name="connsiteY1-4" fmla="*/ 0 h 1320800"/>
                <a:gd name="connsiteX2-5" fmla="*/ 690033 w 690033"/>
                <a:gd name="connsiteY2-6" fmla="*/ 1320800 h 1320800"/>
                <a:gd name="connsiteX3-7" fmla="*/ 0 w 690033"/>
                <a:gd name="connsiteY3-8" fmla="*/ 1096433 h 1320800"/>
                <a:gd name="connsiteX4-9" fmla="*/ 4233 w 690033"/>
                <a:gd name="connsiteY4-10" fmla="*/ 440266 h 13208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0033" h="1320800">
                  <a:moveTo>
                    <a:pt x="4233" y="440266"/>
                  </a:moveTo>
                  <a:lnTo>
                    <a:pt x="355600" y="0"/>
                  </a:lnTo>
                  <a:lnTo>
                    <a:pt x="690033" y="1320800"/>
                  </a:lnTo>
                  <a:lnTo>
                    <a:pt x="0" y="1096433"/>
                  </a:lnTo>
                  <a:lnTo>
                    <a:pt x="4233" y="440266"/>
                  </a:lnTo>
                  <a:close/>
                </a:path>
              </a:pathLst>
            </a:custGeom>
            <a:solidFill>
              <a:srgbClr val="C4EDE7"/>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5" name="任意多边形: 形状 23"/>
            <p:cNvSpPr/>
            <p:nvPr>
              <p:custDataLst>
                <p:tags r:id="rId15"/>
              </p:custDataLst>
            </p:nvPr>
          </p:nvSpPr>
          <p:spPr>
            <a:xfrm>
              <a:off x="8944476" y="3153723"/>
              <a:ext cx="660400" cy="539750"/>
            </a:xfrm>
            <a:custGeom>
              <a:avLst/>
              <a:gdLst>
                <a:gd name="connsiteX0" fmla="*/ 0 w 660400"/>
                <a:gd name="connsiteY0" fmla="*/ 0 h 539750"/>
                <a:gd name="connsiteX1" fmla="*/ 129117 w 660400"/>
                <a:gd name="connsiteY1" fmla="*/ 493183 h 539750"/>
                <a:gd name="connsiteX2" fmla="*/ 660400 w 660400"/>
                <a:gd name="connsiteY2" fmla="*/ 539750 h 539750"/>
                <a:gd name="connsiteX3" fmla="*/ 0 w 660400"/>
                <a:gd name="connsiteY3" fmla="*/ 0 h 539750"/>
              </a:gdLst>
              <a:ahLst/>
              <a:cxnLst>
                <a:cxn ang="0">
                  <a:pos x="connsiteX0" y="connsiteY0"/>
                </a:cxn>
                <a:cxn ang="0">
                  <a:pos x="connsiteX1" y="connsiteY1"/>
                </a:cxn>
                <a:cxn ang="0">
                  <a:pos x="connsiteX2" y="connsiteY2"/>
                </a:cxn>
                <a:cxn ang="0">
                  <a:pos x="connsiteX3" y="connsiteY3"/>
                </a:cxn>
              </a:cxnLst>
              <a:rect l="l" t="t" r="r" b="b"/>
              <a:pathLst>
                <a:path w="660400" h="539750">
                  <a:moveTo>
                    <a:pt x="0" y="0"/>
                  </a:moveTo>
                  <a:lnTo>
                    <a:pt x="129117" y="493183"/>
                  </a:lnTo>
                  <a:lnTo>
                    <a:pt x="660400" y="539750"/>
                  </a:lnTo>
                  <a:lnTo>
                    <a:pt x="0" y="0"/>
                  </a:lnTo>
                  <a:close/>
                </a:path>
              </a:pathLst>
            </a:custGeom>
            <a:solidFill>
              <a:srgbClr val="55C3D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6" name="任意多边形: 形状 24"/>
            <p:cNvSpPr/>
            <p:nvPr>
              <p:custDataLst>
                <p:tags r:id="rId16"/>
              </p:custDataLst>
            </p:nvPr>
          </p:nvSpPr>
          <p:spPr>
            <a:xfrm>
              <a:off x="9306426" y="2916656"/>
              <a:ext cx="654050" cy="770468"/>
            </a:xfrm>
            <a:custGeom>
              <a:avLst/>
              <a:gdLst>
                <a:gd name="connsiteX0" fmla="*/ 0 w 654050"/>
                <a:gd name="connsiteY0" fmla="*/ 0 h 774700"/>
                <a:gd name="connsiteX1" fmla="*/ 654050 w 654050"/>
                <a:gd name="connsiteY1" fmla="*/ 660400 h 774700"/>
                <a:gd name="connsiteX2" fmla="*/ 275167 w 654050"/>
                <a:gd name="connsiteY2" fmla="*/ 774700 h 774700"/>
                <a:gd name="connsiteX3" fmla="*/ 0 w 654050"/>
                <a:gd name="connsiteY3" fmla="*/ 0 h 774700"/>
                <a:gd name="connsiteX0-1" fmla="*/ 0 w 654050"/>
                <a:gd name="connsiteY0-2" fmla="*/ 0 h 795867"/>
                <a:gd name="connsiteX1-3" fmla="*/ 654050 w 654050"/>
                <a:gd name="connsiteY1-4" fmla="*/ 660400 h 795867"/>
                <a:gd name="connsiteX2-5" fmla="*/ 91017 w 654050"/>
                <a:gd name="connsiteY2-6" fmla="*/ 795867 h 795867"/>
                <a:gd name="connsiteX3-7" fmla="*/ 0 w 654050"/>
                <a:gd name="connsiteY3-8" fmla="*/ 0 h 795867"/>
                <a:gd name="connsiteX0-9" fmla="*/ 0 w 654050"/>
                <a:gd name="connsiteY0-10" fmla="*/ 0 h 660400"/>
                <a:gd name="connsiteX1-11" fmla="*/ 654050 w 654050"/>
                <a:gd name="connsiteY1-12" fmla="*/ 660400 h 660400"/>
                <a:gd name="connsiteX2-13" fmla="*/ 505884 w 654050"/>
                <a:gd name="connsiteY2-14" fmla="*/ 620184 h 660400"/>
                <a:gd name="connsiteX3-15" fmla="*/ 0 w 654050"/>
                <a:gd name="connsiteY3-16" fmla="*/ 0 h 660400"/>
                <a:gd name="connsiteX0-17" fmla="*/ 0 w 654050"/>
                <a:gd name="connsiteY0-18" fmla="*/ 0 h 770468"/>
                <a:gd name="connsiteX1-19" fmla="*/ 654050 w 654050"/>
                <a:gd name="connsiteY1-20" fmla="*/ 660400 h 770468"/>
                <a:gd name="connsiteX2-21" fmla="*/ 287867 w 654050"/>
                <a:gd name="connsiteY2-22" fmla="*/ 770468 h 770468"/>
                <a:gd name="connsiteX3-23" fmla="*/ 0 w 654050"/>
                <a:gd name="connsiteY3-24" fmla="*/ 0 h 770468"/>
              </a:gdLst>
              <a:ahLst/>
              <a:cxnLst>
                <a:cxn ang="0">
                  <a:pos x="connsiteX0-1" y="connsiteY0-2"/>
                </a:cxn>
                <a:cxn ang="0">
                  <a:pos x="connsiteX1-3" y="connsiteY1-4"/>
                </a:cxn>
                <a:cxn ang="0">
                  <a:pos x="connsiteX2-5" y="connsiteY2-6"/>
                </a:cxn>
                <a:cxn ang="0">
                  <a:pos x="connsiteX3-7" y="connsiteY3-8"/>
                </a:cxn>
              </a:cxnLst>
              <a:rect l="l" t="t" r="r" b="b"/>
              <a:pathLst>
                <a:path w="654050" h="770468">
                  <a:moveTo>
                    <a:pt x="0" y="0"/>
                  </a:moveTo>
                  <a:lnTo>
                    <a:pt x="654050" y="660400"/>
                  </a:lnTo>
                  <a:lnTo>
                    <a:pt x="287867" y="770468"/>
                  </a:lnTo>
                  <a:lnTo>
                    <a:pt x="0" y="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7" name="任意多边形: 形状 25"/>
            <p:cNvSpPr/>
            <p:nvPr>
              <p:custDataLst>
                <p:tags r:id="rId17"/>
              </p:custDataLst>
            </p:nvPr>
          </p:nvSpPr>
          <p:spPr>
            <a:xfrm>
              <a:off x="8322176" y="2476389"/>
              <a:ext cx="275167" cy="254000"/>
            </a:xfrm>
            <a:custGeom>
              <a:avLst/>
              <a:gdLst>
                <a:gd name="connsiteX0" fmla="*/ 0 w 275167"/>
                <a:gd name="connsiteY0" fmla="*/ 239184 h 254000"/>
                <a:gd name="connsiteX1" fmla="*/ 275167 w 275167"/>
                <a:gd name="connsiteY1" fmla="*/ 0 h 254000"/>
                <a:gd name="connsiteX2" fmla="*/ 239183 w 275167"/>
                <a:gd name="connsiteY2" fmla="*/ 254000 h 254000"/>
                <a:gd name="connsiteX3" fmla="*/ 0 w 275167"/>
                <a:gd name="connsiteY3" fmla="*/ 239184 h 254000"/>
              </a:gdLst>
              <a:ahLst/>
              <a:cxnLst>
                <a:cxn ang="0">
                  <a:pos x="connsiteX0" y="connsiteY0"/>
                </a:cxn>
                <a:cxn ang="0">
                  <a:pos x="connsiteX1" y="connsiteY1"/>
                </a:cxn>
                <a:cxn ang="0">
                  <a:pos x="connsiteX2" y="connsiteY2"/>
                </a:cxn>
                <a:cxn ang="0">
                  <a:pos x="connsiteX3" y="connsiteY3"/>
                </a:cxn>
              </a:cxnLst>
              <a:rect l="l" t="t" r="r" b="b"/>
              <a:pathLst>
                <a:path w="275167" h="254000">
                  <a:moveTo>
                    <a:pt x="0" y="239184"/>
                  </a:moveTo>
                  <a:lnTo>
                    <a:pt x="275167" y="0"/>
                  </a:lnTo>
                  <a:lnTo>
                    <a:pt x="239183" y="254000"/>
                  </a:lnTo>
                  <a:lnTo>
                    <a:pt x="0" y="239184"/>
                  </a:lnTo>
                  <a:close/>
                </a:path>
              </a:pathLst>
            </a:custGeom>
            <a:solidFill>
              <a:srgbClr val="C4EDE7"/>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8" name="任意多边形: 形状 26"/>
            <p:cNvSpPr/>
            <p:nvPr>
              <p:custDataLst>
                <p:tags r:id="rId18"/>
              </p:custDataLst>
            </p:nvPr>
          </p:nvSpPr>
          <p:spPr>
            <a:xfrm>
              <a:off x="8516909" y="3145256"/>
              <a:ext cx="575734" cy="1145117"/>
            </a:xfrm>
            <a:custGeom>
              <a:avLst/>
              <a:gdLst>
                <a:gd name="connsiteX0" fmla="*/ 0 w 575734"/>
                <a:gd name="connsiteY0" fmla="*/ 857250 h 1145117"/>
                <a:gd name="connsiteX1" fmla="*/ 416984 w 575734"/>
                <a:gd name="connsiteY1" fmla="*/ 1145117 h 1145117"/>
                <a:gd name="connsiteX2" fmla="*/ 575734 w 575734"/>
                <a:gd name="connsiteY2" fmla="*/ 472017 h 1145117"/>
                <a:gd name="connsiteX3" fmla="*/ 431800 w 575734"/>
                <a:gd name="connsiteY3" fmla="*/ 0 h 1145117"/>
                <a:gd name="connsiteX4" fmla="*/ 0 w 575734"/>
                <a:gd name="connsiteY4" fmla="*/ 857250 h 1145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734" h="1145117">
                  <a:moveTo>
                    <a:pt x="0" y="857250"/>
                  </a:moveTo>
                  <a:lnTo>
                    <a:pt x="416984" y="1145117"/>
                  </a:lnTo>
                  <a:lnTo>
                    <a:pt x="575734" y="472017"/>
                  </a:lnTo>
                  <a:lnTo>
                    <a:pt x="431800" y="0"/>
                  </a:lnTo>
                  <a:lnTo>
                    <a:pt x="0" y="857250"/>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39" name="任意多边形: 形状 27"/>
            <p:cNvSpPr/>
            <p:nvPr>
              <p:custDataLst>
                <p:tags r:id="rId19"/>
              </p:custDataLst>
            </p:nvPr>
          </p:nvSpPr>
          <p:spPr>
            <a:xfrm>
              <a:off x="7625793" y="3138906"/>
              <a:ext cx="262466" cy="660400"/>
            </a:xfrm>
            <a:custGeom>
              <a:avLst/>
              <a:gdLst>
                <a:gd name="connsiteX0" fmla="*/ 239183 w 262466"/>
                <a:gd name="connsiteY0" fmla="*/ 0 h 660400"/>
                <a:gd name="connsiteX1" fmla="*/ 0 w 262466"/>
                <a:gd name="connsiteY1" fmla="*/ 120650 h 660400"/>
                <a:gd name="connsiteX2" fmla="*/ 40216 w 262466"/>
                <a:gd name="connsiteY2" fmla="*/ 647700 h 660400"/>
                <a:gd name="connsiteX3" fmla="*/ 262466 w 262466"/>
                <a:gd name="connsiteY3" fmla="*/ 660400 h 660400"/>
                <a:gd name="connsiteX4" fmla="*/ 239183 w 262466"/>
                <a:gd name="connsiteY4" fmla="*/ 0 h 66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466" h="660400">
                  <a:moveTo>
                    <a:pt x="239183" y="0"/>
                  </a:moveTo>
                  <a:lnTo>
                    <a:pt x="0" y="120650"/>
                  </a:lnTo>
                  <a:lnTo>
                    <a:pt x="40216" y="647700"/>
                  </a:lnTo>
                  <a:lnTo>
                    <a:pt x="262466" y="660400"/>
                  </a:lnTo>
                  <a:lnTo>
                    <a:pt x="239183" y="0"/>
                  </a:lnTo>
                  <a:close/>
                </a:path>
              </a:pathLst>
            </a:custGeom>
            <a:solidFill>
              <a:srgbClr val="D6F2E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0" name="任意多边形: 形状 29"/>
            <p:cNvSpPr/>
            <p:nvPr>
              <p:custDataLst>
                <p:tags r:id="rId20"/>
              </p:custDataLst>
            </p:nvPr>
          </p:nvSpPr>
          <p:spPr>
            <a:xfrm>
              <a:off x="7570759" y="3748506"/>
              <a:ext cx="338667" cy="186267"/>
            </a:xfrm>
            <a:custGeom>
              <a:avLst/>
              <a:gdLst>
                <a:gd name="connsiteX0" fmla="*/ 105834 w 338667"/>
                <a:gd name="connsiteY0" fmla="*/ 0 h 186267"/>
                <a:gd name="connsiteX1" fmla="*/ 0 w 338667"/>
                <a:gd name="connsiteY1" fmla="*/ 186267 h 186267"/>
                <a:gd name="connsiteX2" fmla="*/ 338667 w 338667"/>
                <a:gd name="connsiteY2" fmla="*/ 42333 h 186267"/>
                <a:gd name="connsiteX3" fmla="*/ 105834 w 338667"/>
                <a:gd name="connsiteY3" fmla="*/ 0 h 186267"/>
              </a:gdLst>
              <a:ahLst/>
              <a:cxnLst>
                <a:cxn ang="0">
                  <a:pos x="connsiteX0" y="connsiteY0"/>
                </a:cxn>
                <a:cxn ang="0">
                  <a:pos x="connsiteX1" y="connsiteY1"/>
                </a:cxn>
                <a:cxn ang="0">
                  <a:pos x="connsiteX2" y="connsiteY2"/>
                </a:cxn>
                <a:cxn ang="0">
                  <a:pos x="connsiteX3" y="connsiteY3"/>
                </a:cxn>
              </a:cxnLst>
              <a:rect l="l" t="t" r="r" b="b"/>
              <a:pathLst>
                <a:path w="338667" h="186267">
                  <a:moveTo>
                    <a:pt x="105834" y="0"/>
                  </a:moveTo>
                  <a:lnTo>
                    <a:pt x="0" y="186267"/>
                  </a:lnTo>
                  <a:lnTo>
                    <a:pt x="338667" y="42333"/>
                  </a:lnTo>
                  <a:lnTo>
                    <a:pt x="105834" y="0"/>
                  </a:lnTo>
                  <a:close/>
                </a:path>
              </a:pathLst>
            </a:custGeom>
            <a:solidFill>
              <a:srgbClr val="70D6D2"/>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1" name="任意多边形: 形状 30"/>
            <p:cNvSpPr/>
            <p:nvPr>
              <p:custDataLst>
                <p:tags r:id="rId21"/>
              </p:custDataLst>
            </p:nvPr>
          </p:nvSpPr>
          <p:spPr>
            <a:xfrm>
              <a:off x="7759143" y="3786606"/>
              <a:ext cx="810683" cy="385233"/>
            </a:xfrm>
            <a:custGeom>
              <a:avLst/>
              <a:gdLst>
                <a:gd name="connsiteX0" fmla="*/ 0 w 810683"/>
                <a:gd name="connsiteY0" fmla="*/ 33867 h 385233"/>
                <a:gd name="connsiteX1" fmla="*/ 298450 w 810683"/>
                <a:gd name="connsiteY1" fmla="*/ 385233 h 385233"/>
                <a:gd name="connsiteX2" fmla="*/ 810683 w 810683"/>
                <a:gd name="connsiteY2" fmla="*/ 245533 h 385233"/>
                <a:gd name="connsiteX3" fmla="*/ 150283 w 810683"/>
                <a:gd name="connsiteY3" fmla="*/ 0 h 385233"/>
                <a:gd name="connsiteX4" fmla="*/ 0 w 810683"/>
                <a:gd name="connsiteY4" fmla="*/ 33867 h 385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683" h="385233">
                  <a:moveTo>
                    <a:pt x="0" y="33867"/>
                  </a:moveTo>
                  <a:lnTo>
                    <a:pt x="298450" y="385233"/>
                  </a:lnTo>
                  <a:lnTo>
                    <a:pt x="810683" y="245533"/>
                  </a:lnTo>
                  <a:lnTo>
                    <a:pt x="150283" y="0"/>
                  </a:lnTo>
                  <a:lnTo>
                    <a:pt x="0" y="33867"/>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2" name="任意多边形: 形状 31"/>
            <p:cNvSpPr/>
            <p:nvPr>
              <p:custDataLst>
                <p:tags r:id="rId22"/>
              </p:custDataLst>
            </p:nvPr>
          </p:nvSpPr>
          <p:spPr>
            <a:xfrm>
              <a:off x="9509626" y="3574939"/>
              <a:ext cx="560917" cy="910167"/>
            </a:xfrm>
            <a:custGeom>
              <a:avLst/>
              <a:gdLst>
                <a:gd name="connsiteX0" fmla="*/ 0 w 560917"/>
                <a:gd name="connsiteY0" fmla="*/ 493184 h 910167"/>
                <a:gd name="connsiteX1" fmla="*/ 298450 w 560917"/>
                <a:gd name="connsiteY1" fmla="*/ 910167 h 910167"/>
                <a:gd name="connsiteX2" fmla="*/ 560917 w 560917"/>
                <a:gd name="connsiteY2" fmla="*/ 592667 h 910167"/>
                <a:gd name="connsiteX3" fmla="*/ 376767 w 560917"/>
                <a:gd name="connsiteY3" fmla="*/ 0 h 910167"/>
                <a:gd name="connsiteX4" fmla="*/ 71967 w 560917"/>
                <a:gd name="connsiteY4" fmla="*/ 95250 h 910167"/>
                <a:gd name="connsiteX5" fmla="*/ 0 w 560917"/>
                <a:gd name="connsiteY5" fmla="*/ 493184 h 910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0917" h="910167">
                  <a:moveTo>
                    <a:pt x="0" y="493184"/>
                  </a:moveTo>
                  <a:lnTo>
                    <a:pt x="298450" y="910167"/>
                  </a:lnTo>
                  <a:lnTo>
                    <a:pt x="560917" y="592667"/>
                  </a:lnTo>
                  <a:lnTo>
                    <a:pt x="376767" y="0"/>
                  </a:lnTo>
                  <a:lnTo>
                    <a:pt x="71967" y="95250"/>
                  </a:lnTo>
                  <a:lnTo>
                    <a:pt x="0" y="493184"/>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3" name="任意多边形: 形状 32"/>
            <p:cNvSpPr/>
            <p:nvPr>
              <p:custDataLst>
                <p:tags r:id="rId23"/>
              </p:custDataLst>
            </p:nvPr>
          </p:nvSpPr>
          <p:spPr>
            <a:xfrm>
              <a:off x="8059709" y="4025789"/>
              <a:ext cx="876300" cy="251884"/>
            </a:xfrm>
            <a:custGeom>
              <a:avLst/>
              <a:gdLst>
                <a:gd name="connsiteX0" fmla="*/ 876300 w 876300"/>
                <a:gd name="connsiteY0" fmla="*/ 251884 h 251884"/>
                <a:gd name="connsiteX1" fmla="*/ 0 w 876300"/>
                <a:gd name="connsiteY1" fmla="*/ 131234 h 251884"/>
                <a:gd name="connsiteX2" fmla="*/ 503767 w 876300"/>
                <a:gd name="connsiteY2" fmla="*/ 0 h 251884"/>
                <a:gd name="connsiteX3" fmla="*/ 876300 w 876300"/>
                <a:gd name="connsiteY3" fmla="*/ 251884 h 251884"/>
              </a:gdLst>
              <a:ahLst/>
              <a:cxnLst>
                <a:cxn ang="0">
                  <a:pos x="connsiteX0" y="connsiteY0"/>
                </a:cxn>
                <a:cxn ang="0">
                  <a:pos x="connsiteX1" y="connsiteY1"/>
                </a:cxn>
                <a:cxn ang="0">
                  <a:pos x="connsiteX2" y="connsiteY2"/>
                </a:cxn>
                <a:cxn ang="0">
                  <a:pos x="connsiteX3" y="connsiteY3"/>
                </a:cxn>
              </a:cxnLst>
              <a:rect l="l" t="t" r="r" b="b"/>
              <a:pathLst>
                <a:path w="876300" h="251884">
                  <a:moveTo>
                    <a:pt x="876300" y="251884"/>
                  </a:moveTo>
                  <a:lnTo>
                    <a:pt x="0" y="131234"/>
                  </a:lnTo>
                  <a:lnTo>
                    <a:pt x="503767" y="0"/>
                  </a:lnTo>
                  <a:lnTo>
                    <a:pt x="876300" y="251884"/>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4" name="任意多边形: 形状 33"/>
            <p:cNvSpPr/>
            <p:nvPr>
              <p:custDataLst>
                <p:tags r:id="rId24"/>
              </p:custDataLst>
            </p:nvPr>
          </p:nvSpPr>
          <p:spPr>
            <a:xfrm>
              <a:off x="8914843" y="4093523"/>
              <a:ext cx="908050" cy="577850"/>
            </a:xfrm>
            <a:custGeom>
              <a:avLst/>
              <a:gdLst>
                <a:gd name="connsiteX0" fmla="*/ 649816 w 908050"/>
                <a:gd name="connsiteY0" fmla="*/ 0 h 577850"/>
                <a:gd name="connsiteX1" fmla="*/ 0 w 908050"/>
                <a:gd name="connsiteY1" fmla="*/ 171450 h 577850"/>
                <a:gd name="connsiteX2" fmla="*/ 287866 w 908050"/>
                <a:gd name="connsiteY2" fmla="*/ 524933 h 577850"/>
                <a:gd name="connsiteX3" fmla="*/ 554566 w 908050"/>
                <a:gd name="connsiteY3" fmla="*/ 577850 h 577850"/>
                <a:gd name="connsiteX4" fmla="*/ 908050 w 908050"/>
                <a:gd name="connsiteY4" fmla="*/ 372533 h 577850"/>
                <a:gd name="connsiteX5" fmla="*/ 649816 w 908050"/>
                <a:gd name="connsiteY5" fmla="*/ 0 h 57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050" h="577850">
                  <a:moveTo>
                    <a:pt x="649816" y="0"/>
                  </a:moveTo>
                  <a:lnTo>
                    <a:pt x="0" y="171450"/>
                  </a:lnTo>
                  <a:lnTo>
                    <a:pt x="287866" y="524933"/>
                  </a:lnTo>
                  <a:lnTo>
                    <a:pt x="554566" y="577850"/>
                  </a:lnTo>
                  <a:lnTo>
                    <a:pt x="908050" y="372533"/>
                  </a:lnTo>
                  <a:lnTo>
                    <a:pt x="649816" y="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5" name="任意多边形: 形状 34"/>
            <p:cNvSpPr/>
            <p:nvPr>
              <p:custDataLst>
                <p:tags r:id="rId25"/>
              </p:custDataLst>
            </p:nvPr>
          </p:nvSpPr>
          <p:spPr>
            <a:xfrm>
              <a:off x="7570231" y="3839523"/>
              <a:ext cx="286278" cy="175683"/>
            </a:xfrm>
            <a:custGeom>
              <a:avLst/>
              <a:gdLst>
                <a:gd name="connsiteX0" fmla="*/ 0 w 222250"/>
                <a:gd name="connsiteY0" fmla="*/ 99483 h 169333"/>
                <a:gd name="connsiteX1" fmla="*/ 95250 w 222250"/>
                <a:gd name="connsiteY1" fmla="*/ 169333 h 169333"/>
                <a:gd name="connsiteX2" fmla="*/ 222250 w 222250"/>
                <a:gd name="connsiteY2" fmla="*/ 0 h 169333"/>
                <a:gd name="connsiteX3" fmla="*/ 0 w 222250"/>
                <a:gd name="connsiteY3" fmla="*/ 99483 h 169333"/>
                <a:gd name="connsiteX0-1" fmla="*/ 0 w 227012"/>
                <a:gd name="connsiteY0-2" fmla="*/ 94721 h 169333"/>
                <a:gd name="connsiteX1-3" fmla="*/ 100012 w 227012"/>
                <a:gd name="connsiteY1-4" fmla="*/ 169333 h 169333"/>
                <a:gd name="connsiteX2-5" fmla="*/ 227012 w 227012"/>
                <a:gd name="connsiteY2-6" fmla="*/ 0 h 169333"/>
                <a:gd name="connsiteX3-7" fmla="*/ 0 w 227012"/>
                <a:gd name="connsiteY3-8" fmla="*/ 94721 h 169333"/>
                <a:gd name="connsiteX0-9" fmla="*/ 0 w 286278"/>
                <a:gd name="connsiteY0-10" fmla="*/ 94721 h 177800"/>
                <a:gd name="connsiteX1-11" fmla="*/ 286278 w 286278"/>
                <a:gd name="connsiteY1-12" fmla="*/ 177800 h 177800"/>
                <a:gd name="connsiteX2-13" fmla="*/ 227012 w 286278"/>
                <a:gd name="connsiteY2-14" fmla="*/ 0 h 177800"/>
                <a:gd name="connsiteX3-15" fmla="*/ 0 w 286278"/>
                <a:gd name="connsiteY3-16" fmla="*/ 94721 h 177800"/>
                <a:gd name="connsiteX0-17" fmla="*/ 0 w 286278"/>
                <a:gd name="connsiteY0-18" fmla="*/ 52387 h 135466"/>
                <a:gd name="connsiteX1-19" fmla="*/ 286278 w 286278"/>
                <a:gd name="connsiteY1-20" fmla="*/ 135466 h 135466"/>
                <a:gd name="connsiteX2-21" fmla="*/ 176212 w 286278"/>
                <a:gd name="connsiteY2-22" fmla="*/ 0 h 135466"/>
                <a:gd name="connsiteX3-23" fmla="*/ 0 w 286278"/>
                <a:gd name="connsiteY3-24" fmla="*/ 52387 h 135466"/>
                <a:gd name="connsiteX0-25" fmla="*/ 0 w 286278"/>
                <a:gd name="connsiteY0-26" fmla="*/ 82021 h 165100"/>
                <a:gd name="connsiteX1-27" fmla="*/ 286278 w 286278"/>
                <a:gd name="connsiteY1-28" fmla="*/ 165100 h 165100"/>
                <a:gd name="connsiteX2-29" fmla="*/ 203729 w 286278"/>
                <a:gd name="connsiteY2-30" fmla="*/ 0 h 165100"/>
                <a:gd name="connsiteX3-31" fmla="*/ 0 w 286278"/>
                <a:gd name="connsiteY3-32" fmla="*/ 82021 h 165100"/>
                <a:gd name="connsiteX0-33" fmla="*/ 0 w 286278"/>
                <a:gd name="connsiteY0-34" fmla="*/ 92604 h 175683"/>
                <a:gd name="connsiteX1-35" fmla="*/ 286278 w 286278"/>
                <a:gd name="connsiteY1-36" fmla="*/ 175683 h 175683"/>
                <a:gd name="connsiteX2-37" fmla="*/ 203729 w 286278"/>
                <a:gd name="connsiteY2-38" fmla="*/ 0 h 175683"/>
                <a:gd name="connsiteX3-39" fmla="*/ 0 w 286278"/>
                <a:gd name="connsiteY3-40" fmla="*/ 92604 h 175683"/>
              </a:gdLst>
              <a:ahLst/>
              <a:cxnLst>
                <a:cxn ang="0">
                  <a:pos x="connsiteX0-1" y="connsiteY0-2"/>
                </a:cxn>
                <a:cxn ang="0">
                  <a:pos x="connsiteX1-3" y="connsiteY1-4"/>
                </a:cxn>
                <a:cxn ang="0">
                  <a:pos x="connsiteX2-5" y="connsiteY2-6"/>
                </a:cxn>
                <a:cxn ang="0">
                  <a:pos x="connsiteX3-7" y="connsiteY3-8"/>
                </a:cxn>
              </a:cxnLst>
              <a:rect l="l" t="t" r="r" b="b"/>
              <a:pathLst>
                <a:path w="286278" h="175683">
                  <a:moveTo>
                    <a:pt x="0" y="92604"/>
                  </a:moveTo>
                  <a:lnTo>
                    <a:pt x="286278" y="175683"/>
                  </a:lnTo>
                  <a:lnTo>
                    <a:pt x="203729" y="0"/>
                  </a:lnTo>
                  <a:lnTo>
                    <a:pt x="0" y="92604"/>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6" name="任意多边形: 形状 35"/>
            <p:cNvSpPr/>
            <p:nvPr>
              <p:custDataLst>
                <p:tags r:id="rId26"/>
              </p:custDataLst>
            </p:nvPr>
          </p:nvSpPr>
          <p:spPr>
            <a:xfrm>
              <a:off x="7740093" y="3801423"/>
              <a:ext cx="472016" cy="662516"/>
            </a:xfrm>
            <a:custGeom>
              <a:avLst/>
              <a:gdLst>
                <a:gd name="connsiteX0" fmla="*/ 472016 w 472016"/>
                <a:gd name="connsiteY0" fmla="*/ 662516 h 662516"/>
                <a:gd name="connsiteX1" fmla="*/ 321733 w 472016"/>
                <a:gd name="connsiteY1" fmla="*/ 353483 h 662516"/>
                <a:gd name="connsiteX2" fmla="*/ 0 w 472016"/>
                <a:gd name="connsiteY2" fmla="*/ 0 h 662516"/>
                <a:gd name="connsiteX3" fmla="*/ 234950 w 472016"/>
                <a:gd name="connsiteY3" fmla="*/ 463550 h 662516"/>
                <a:gd name="connsiteX4" fmla="*/ 472016 w 472016"/>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016" h="662516">
                  <a:moveTo>
                    <a:pt x="472016" y="662516"/>
                  </a:moveTo>
                  <a:lnTo>
                    <a:pt x="321733" y="353483"/>
                  </a:lnTo>
                  <a:lnTo>
                    <a:pt x="0" y="0"/>
                  </a:lnTo>
                  <a:lnTo>
                    <a:pt x="234950" y="463550"/>
                  </a:lnTo>
                  <a:lnTo>
                    <a:pt x="472016" y="662516"/>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7" name="任意多边形: 形状 36"/>
            <p:cNvSpPr/>
            <p:nvPr>
              <p:custDataLst>
                <p:tags r:id="rId27"/>
              </p:custDataLst>
            </p:nvPr>
          </p:nvSpPr>
          <p:spPr>
            <a:xfrm>
              <a:off x="8665076" y="4248039"/>
              <a:ext cx="567267" cy="368300"/>
            </a:xfrm>
            <a:custGeom>
              <a:avLst/>
              <a:gdLst>
                <a:gd name="connsiteX0" fmla="*/ 567267 w 567267"/>
                <a:gd name="connsiteY0" fmla="*/ 368300 h 368300"/>
                <a:gd name="connsiteX1" fmla="*/ 0 w 567267"/>
                <a:gd name="connsiteY1" fmla="*/ 205317 h 368300"/>
                <a:gd name="connsiteX2" fmla="*/ 256117 w 567267"/>
                <a:gd name="connsiteY2" fmla="*/ 0 h 368300"/>
                <a:gd name="connsiteX3" fmla="*/ 567267 w 567267"/>
                <a:gd name="connsiteY3" fmla="*/ 368300 h 368300"/>
              </a:gdLst>
              <a:ahLst/>
              <a:cxnLst>
                <a:cxn ang="0">
                  <a:pos x="connsiteX0" y="connsiteY0"/>
                </a:cxn>
                <a:cxn ang="0">
                  <a:pos x="connsiteX1" y="connsiteY1"/>
                </a:cxn>
                <a:cxn ang="0">
                  <a:pos x="connsiteX2" y="connsiteY2"/>
                </a:cxn>
                <a:cxn ang="0">
                  <a:pos x="connsiteX3" y="connsiteY3"/>
                </a:cxn>
              </a:cxnLst>
              <a:rect l="l" t="t" r="r" b="b"/>
              <a:pathLst>
                <a:path w="567267" h="368300">
                  <a:moveTo>
                    <a:pt x="567267" y="368300"/>
                  </a:moveTo>
                  <a:lnTo>
                    <a:pt x="0" y="205317"/>
                  </a:lnTo>
                  <a:lnTo>
                    <a:pt x="256117" y="0"/>
                  </a:lnTo>
                  <a:lnTo>
                    <a:pt x="567267" y="36830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48" name="任意多边形: 形状 37"/>
            <p:cNvSpPr/>
            <p:nvPr>
              <p:custDataLst>
                <p:tags r:id="rId28"/>
              </p:custDataLst>
            </p:nvPr>
          </p:nvSpPr>
          <p:spPr>
            <a:xfrm>
              <a:off x="8057593" y="4146439"/>
              <a:ext cx="874183" cy="309034"/>
            </a:xfrm>
            <a:custGeom>
              <a:avLst/>
              <a:gdLst>
                <a:gd name="connsiteX0" fmla="*/ 139700 w 874183"/>
                <a:gd name="connsiteY0" fmla="*/ 309034 h 309034"/>
                <a:gd name="connsiteX1" fmla="*/ 637116 w 874183"/>
                <a:gd name="connsiteY1" fmla="*/ 306917 h 309034"/>
                <a:gd name="connsiteX2" fmla="*/ 874183 w 874183"/>
                <a:gd name="connsiteY2" fmla="*/ 112184 h 309034"/>
                <a:gd name="connsiteX3" fmla="*/ 0 w 874183"/>
                <a:gd name="connsiteY3" fmla="*/ 0 h 309034"/>
                <a:gd name="connsiteX4" fmla="*/ 139700 w 874183"/>
                <a:gd name="connsiteY4" fmla="*/ 309034 h 309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83" h="309034">
                  <a:moveTo>
                    <a:pt x="139700" y="309034"/>
                  </a:moveTo>
                  <a:lnTo>
                    <a:pt x="637116" y="306917"/>
                  </a:lnTo>
                  <a:lnTo>
                    <a:pt x="874183" y="112184"/>
                  </a:lnTo>
                  <a:lnTo>
                    <a:pt x="0" y="0"/>
                  </a:lnTo>
                  <a:lnTo>
                    <a:pt x="139700" y="309034"/>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0" name="任意多边形: 形状 38"/>
            <p:cNvSpPr/>
            <p:nvPr>
              <p:custDataLst>
                <p:tags r:id="rId29"/>
              </p:custDataLst>
            </p:nvPr>
          </p:nvSpPr>
          <p:spPr>
            <a:xfrm>
              <a:off x="7968693" y="4203589"/>
              <a:ext cx="438150" cy="863600"/>
            </a:xfrm>
            <a:custGeom>
              <a:avLst/>
              <a:gdLst>
                <a:gd name="connsiteX0" fmla="*/ 0 w 438150"/>
                <a:gd name="connsiteY0" fmla="*/ 0 h 863600"/>
                <a:gd name="connsiteX1" fmla="*/ 438150 w 438150"/>
                <a:gd name="connsiteY1" fmla="*/ 863600 h 863600"/>
                <a:gd name="connsiteX2" fmla="*/ 218016 w 438150"/>
                <a:gd name="connsiteY2" fmla="*/ 190500 h 863600"/>
                <a:gd name="connsiteX3" fmla="*/ 0 w 438150"/>
                <a:gd name="connsiteY3" fmla="*/ 0 h 863600"/>
              </a:gdLst>
              <a:ahLst/>
              <a:cxnLst>
                <a:cxn ang="0">
                  <a:pos x="connsiteX0" y="connsiteY0"/>
                </a:cxn>
                <a:cxn ang="0">
                  <a:pos x="connsiteX1" y="connsiteY1"/>
                </a:cxn>
                <a:cxn ang="0">
                  <a:pos x="connsiteX2" y="connsiteY2"/>
                </a:cxn>
                <a:cxn ang="0">
                  <a:pos x="connsiteX3" y="connsiteY3"/>
                </a:cxn>
              </a:cxnLst>
              <a:rect l="l" t="t" r="r" b="b"/>
              <a:pathLst>
                <a:path w="438150" h="863600">
                  <a:moveTo>
                    <a:pt x="0" y="0"/>
                  </a:moveTo>
                  <a:lnTo>
                    <a:pt x="438150" y="863600"/>
                  </a:lnTo>
                  <a:lnTo>
                    <a:pt x="218016" y="190500"/>
                  </a:lnTo>
                  <a:lnTo>
                    <a:pt x="0" y="0"/>
                  </a:lnTo>
                  <a:close/>
                </a:path>
              </a:pathLst>
            </a:custGeom>
            <a:solidFill>
              <a:srgbClr val="0DBBAF"/>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1" name="任意多边形: 形状 39"/>
            <p:cNvSpPr/>
            <p:nvPr>
              <p:custDataLst>
                <p:tags r:id="rId30"/>
              </p:custDataLst>
            </p:nvPr>
          </p:nvSpPr>
          <p:spPr>
            <a:xfrm>
              <a:off x="8157076" y="4375039"/>
              <a:ext cx="552450" cy="730250"/>
            </a:xfrm>
            <a:custGeom>
              <a:avLst/>
              <a:gdLst>
                <a:gd name="connsiteX0" fmla="*/ 552450 w 552450"/>
                <a:gd name="connsiteY0" fmla="*/ 52917 h 730250"/>
                <a:gd name="connsiteX1" fmla="*/ 260350 w 552450"/>
                <a:gd name="connsiteY1" fmla="*/ 730250 h 730250"/>
                <a:gd name="connsiteX2" fmla="*/ 0 w 552450"/>
                <a:gd name="connsiteY2" fmla="*/ 0 h 730250"/>
                <a:gd name="connsiteX3" fmla="*/ 552450 w 552450"/>
                <a:gd name="connsiteY3" fmla="*/ 52917 h 730250"/>
              </a:gdLst>
              <a:ahLst/>
              <a:cxnLst>
                <a:cxn ang="0">
                  <a:pos x="connsiteX0" y="connsiteY0"/>
                </a:cxn>
                <a:cxn ang="0">
                  <a:pos x="connsiteX1" y="connsiteY1"/>
                </a:cxn>
                <a:cxn ang="0">
                  <a:pos x="connsiteX2" y="connsiteY2"/>
                </a:cxn>
                <a:cxn ang="0">
                  <a:pos x="connsiteX3" y="connsiteY3"/>
                </a:cxn>
              </a:cxnLst>
              <a:rect l="l" t="t" r="r" b="b"/>
              <a:pathLst>
                <a:path w="552450" h="730250">
                  <a:moveTo>
                    <a:pt x="552450" y="52917"/>
                  </a:moveTo>
                  <a:lnTo>
                    <a:pt x="260350" y="730250"/>
                  </a:lnTo>
                  <a:lnTo>
                    <a:pt x="0" y="0"/>
                  </a:lnTo>
                  <a:lnTo>
                    <a:pt x="552450" y="52917"/>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2" name="任意多边形: 形状 40"/>
            <p:cNvSpPr/>
            <p:nvPr>
              <p:custDataLst>
                <p:tags r:id="rId31"/>
              </p:custDataLst>
            </p:nvPr>
          </p:nvSpPr>
          <p:spPr>
            <a:xfrm>
              <a:off x="8671426" y="4442773"/>
              <a:ext cx="795867" cy="552450"/>
            </a:xfrm>
            <a:custGeom>
              <a:avLst/>
              <a:gdLst>
                <a:gd name="connsiteX0" fmla="*/ 0 w 795867"/>
                <a:gd name="connsiteY0" fmla="*/ 0 h 552450"/>
                <a:gd name="connsiteX1" fmla="*/ 757767 w 795867"/>
                <a:gd name="connsiteY1" fmla="*/ 552450 h 552450"/>
                <a:gd name="connsiteX2" fmla="*/ 795867 w 795867"/>
                <a:gd name="connsiteY2" fmla="*/ 198966 h 552450"/>
                <a:gd name="connsiteX3" fmla="*/ 0 w 795867"/>
                <a:gd name="connsiteY3" fmla="*/ 0 h 552450"/>
              </a:gdLst>
              <a:ahLst/>
              <a:cxnLst>
                <a:cxn ang="0">
                  <a:pos x="connsiteX0" y="connsiteY0"/>
                </a:cxn>
                <a:cxn ang="0">
                  <a:pos x="connsiteX1" y="connsiteY1"/>
                </a:cxn>
                <a:cxn ang="0">
                  <a:pos x="connsiteX2" y="connsiteY2"/>
                </a:cxn>
                <a:cxn ang="0">
                  <a:pos x="connsiteX3" y="connsiteY3"/>
                </a:cxn>
              </a:cxnLst>
              <a:rect l="l" t="t" r="r" b="b"/>
              <a:pathLst>
                <a:path w="795867" h="552450">
                  <a:moveTo>
                    <a:pt x="0" y="0"/>
                  </a:moveTo>
                  <a:lnTo>
                    <a:pt x="757767" y="552450"/>
                  </a:lnTo>
                  <a:lnTo>
                    <a:pt x="795867" y="198966"/>
                  </a:lnTo>
                  <a:lnTo>
                    <a:pt x="0" y="0"/>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3" name="任意多边形: 形状 41"/>
            <p:cNvSpPr/>
            <p:nvPr>
              <p:custDataLst>
                <p:tags r:id="rId32"/>
              </p:custDataLst>
            </p:nvPr>
          </p:nvSpPr>
          <p:spPr>
            <a:xfrm>
              <a:off x="8414252" y="4430072"/>
              <a:ext cx="361950" cy="1274233"/>
            </a:xfrm>
            <a:custGeom>
              <a:avLst/>
              <a:gdLst>
                <a:gd name="connsiteX0" fmla="*/ 342900 w 342900"/>
                <a:gd name="connsiteY0" fmla="*/ 1274233 h 1274233"/>
                <a:gd name="connsiteX1" fmla="*/ 249767 w 342900"/>
                <a:gd name="connsiteY1" fmla="*/ 0 h 1274233"/>
                <a:gd name="connsiteX2" fmla="*/ 0 w 342900"/>
                <a:gd name="connsiteY2" fmla="*/ 709083 h 1274233"/>
                <a:gd name="connsiteX3" fmla="*/ 342900 w 342900"/>
                <a:gd name="connsiteY3" fmla="*/ 1274233 h 1274233"/>
                <a:gd name="connsiteX0-1" fmla="*/ 361950 w 361950"/>
                <a:gd name="connsiteY0-2" fmla="*/ 1274233 h 1274233"/>
                <a:gd name="connsiteX1-3" fmla="*/ 268817 w 361950"/>
                <a:gd name="connsiteY1-4" fmla="*/ 0 h 1274233"/>
                <a:gd name="connsiteX2-5" fmla="*/ 0 w 361950"/>
                <a:gd name="connsiteY2-6" fmla="*/ 666221 h 1274233"/>
                <a:gd name="connsiteX3-7" fmla="*/ 361950 w 361950"/>
                <a:gd name="connsiteY3-8" fmla="*/ 1274233 h 1274233"/>
              </a:gdLst>
              <a:ahLst/>
              <a:cxnLst>
                <a:cxn ang="0">
                  <a:pos x="connsiteX0-1" y="connsiteY0-2"/>
                </a:cxn>
                <a:cxn ang="0">
                  <a:pos x="connsiteX1-3" y="connsiteY1-4"/>
                </a:cxn>
                <a:cxn ang="0">
                  <a:pos x="connsiteX2-5" y="connsiteY2-6"/>
                </a:cxn>
                <a:cxn ang="0">
                  <a:pos x="connsiteX3-7" y="connsiteY3-8"/>
                </a:cxn>
              </a:cxnLst>
              <a:rect l="l" t="t" r="r" b="b"/>
              <a:pathLst>
                <a:path w="361950" h="1274233">
                  <a:moveTo>
                    <a:pt x="361950" y="1274233"/>
                  </a:moveTo>
                  <a:lnTo>
                    <a:pt x="268817" y="0"/>
                  </a:lnTo>
                  <a:lnTo>
                    <a:pt x="0" y="666221"/>
                  </a:lnTo>
                  <a:lnTo>
                    <a:pt x="361950" y="1274233"/>
                  </a:lnTo>
                  <a:close/>
                </a:path>
              </a:pathLst>
            </a:custGeom>
            <a:solidFill>
              <a:srgbClr val="00A6CC"/>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4" name="任意多边形: 形状 42"/>
            <p:cNvSpPr/>
            <p:nvPr>
              <p:custDataLst>
                <p:tags r:id="rId33"/>
              </p:custDataLst>
            </p:nvPr>
          </p:nvSpPr>
          <p:spPr>
            <a:xfrm>
              <a:off x="8682009" y="4459706"/>
              <a:ext cx="228072" cy="1261533"/>
            </a:xfrm>
            <a:custGeom>
              <a:avLst/>
              <a:gdLst>
                <a:gd name="connsiteX0" fmla="*/ 0 w 201084"/>
                <a:gd name="connsiteY0" fmla="*/ 0 h 1261533"/>
                <a:gd name="connsiteX1" fmla="*/ 201084 w 201084"/>
                <a:gd name="connsiteY1" fmla="*/ 895350 h 1261533"/>
                <a:gd name="connsiteX2" fmla="*/ 93134 w 201084"/>
                <a:gd name="connsiteY2" fmla="*/ 1261533 h 1261533"/>
                <a:gd name="connsiteX3" fmla="*/ 0 w 201084"/>
                <a:gd name="connsiteY3" fmla="*/ 0 h 1261533"/>
                <a:gd name="connsiteX0-1" fmla="*/ 0 w 228072"/>
                <a:gd name="connsiteY0-2" fmla="*/ 0 h 1261533"/>
                <a:gd name="connsiteX1-3" fmla="*/ 228072 w 228072"/>
                <a:gd name="connsiteY1-4" fmla="*/ 876300 h 1261533"/>
                <a:gd name="connsiteX2-5" fmla="*/ 93134 w 228072"/>
                <a:gd name="connsiteY2-6" fmla="*/ 1261533 h 1261533"/>
                <a:gd name="connsiteX3-7" fmla="*/ 0 w 228072"/>
                <a:gd name="connsiteY3-8" fmla="*/ 0 h 1261533"/>
              </a:gdLst>
              <a:ahLst/>
              <a:cxnLst>
                <a:cxn ang="0">
                  <a:pos x="connsiteX0-1" y="connsiteY0-2"/>
                </a:cxn>
                <a:cxn ang="0">
                  <a:pos x="connsiteX1-3" y="connsiteY1-4"/>
                </a:cxn>
                <a:cxn ang="0">
                  <a:pos x="connsiteX2-5" y="connsiteY2-6"/>
                </a:cxn>
                <a:cxn ang="0">
                  <a:pos x="connsiteX3-7" y="connsiteY3-8"/>
                </a:cxn>
              </a:cxnLst>
              <a:rect l="l" t="t" r="r" b="b"/>
              <a:pathLst>
                <a:path w="228072" h="1261533">
                  <a:moveTo>
                    <a:pt x="0" y="0"/>
                  </a:moveTo>
                  <a:lnTo>
                    <a:pt x="228072" y="876300"/>
                  </a:lnTo>
                  <a:lnTo>
                    <a:pt x="93134" y="1261533"/>
                  </a:lnTo>
                  <a:lnTo>
                    <a:pt x="0" y="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5" name="任意多边形: 形状 43"/>
            <p:cNvSpPr/>
            <p:nvPr>
              <p:custDataLst>
                <p:tags r:id="rId34"/>
              </p:custDataLst>
            </p:nvPr>
          </p:nvSpPr>
          <p:spPr>
            <a:xfrm>
              <a:off x="8671426" y="4436423"/>
              <a:ext cx="279400" cy="1087966"/>
            </a:xfrm>
            <a:custGeom>
              <a:avLst/>
              <a:gdLst>
                <a:gd name="connsiteX0" fmla="*/ 0 w 279400"/>
                <a:gd name="connsiteY0" fmla="*/ 0 h 1087966"/>
                <a:gd name="connsiteX1" fmla="*/ 279400 w 279400"/>
                <a:gd name="connsiteY1" fmla="*/ 1087966 h 1087966"/>
                <a:gd name="connsiteX2" fmla="*/ 247650 w 279400"/>
                <a:gd name="connsiteY2" fmla="*/ 457200 h 1087966"/>
                <a:gd name="connsiteX3" fmla="*/ 0 w 279400"/>
                <a:gd name="connsiteY3" fmla="*/ 0 h 1087966"/>
              </a:gdLst>
              <a:ahLst/>
              <a:cxnLst>
                <a:cxn ang="0">
                  <a:pos x="connsiteX0" y="connsiteY0"/>
                </a:cxn>
                <a:cxn ang="0">
                  <a:pos x="connsiteX1" y="connsiteY1"/>
                </a:cxn>
                <a:cxn ang="0">
                  <a:pos x="connsiteX2" y="connsiteY2"/>
                </a:cxn>
                <a:cxn ang="0">
                  <a:pos x="connsiteX3" y="connsiteY3"/>
                </a:cxn>
              </a:cxnLst>
              <a:rect l="l" t="t" r="r" b="b"/>
              <a:pathLst>
                <a:path w="279400" h="1087966">
                  <a:moveTo>
                    <a:pt x="0" y="0"/>
                  </a:moveTo>
                  <a:lnTo>
                    <a:pt x="279400" y="1087966"/>
                  </a:lnTo>
                  <a:lnTo>
                    <a:pt x="247650" y="457200"/>
                  </a:lnTo>
                  <a:lnTo>
                    <a:pt x="0" y="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6" name="任意多边形: 形状 44"/>
            <p:cNvSpPr/>
            <p:nvPr>
              <p:custDataLst>
                <p:tags r:id="rId35"/>
              </p:custDataLst>
            </p:nvPr>
          </p:nvSpPr>
          <p:spPr>
            <a:xfrm>
              <a:off x="8674601" y="4437480"/>
              <a:ext cx="767292" cy="746125"/>
            </a:xfrm>
            <a:custGeom>
              <a:avLst/>
              <a:gdLst>
                <a:gd name="connsiteX0" fmla="*/ 719667 w 757767"/>
                <a:gd name="connsiteY0" fmla="*/ 742950 h 742950"/>
                <a:gd name="connsiteX1" fmla="*/ 757767 w 757767"/>
                <a:gd name="connsiteY1" fmla="*/ 546100 h 742950"/>
                <a:gd name="connsiteX2" fmla="*/ 0 w 757767"/>
                <a:gd name="connsiteY2" fmla="*/ 0 h 742950"/>
                <a:gd name="connsiteX3" fmla="*/ 234950 w 757767"/>
                <a:gd name="connsiteY3" fmla="*/ 488950 h 742950"/>
                <a:gd name="connsiteX4" fmla="*/ 719667 w 757767"/>
                <a:gd name="connsiteY4" fmla="*/ 742950 h 742950"/>
                <a:gd name="connsiteX0-1" fmla="*/ 729192 w 767292"/>
                <a:gd name="connsiteY0-2" fmla="*/ 746125 h 746125"/>
                <a:gd name="connsiteX1-3" fmla="*/ 767292 w 767292"/>
                <a:gd name="connsiteY1-4" fmla="*/ 549275 h 746125"/>
                <a:gd name="connsiteX2-5" fmla="*/ 0 w 767292"/>
                <a:gd name="connsiteY2-6" fmla="*/ 0 h 746125"/>
                <a:gd name="connsiteX3-7" fmla="*/ 244475 w 767292"/>
                <a:gd name="connsiteY3-8" fmla="*/ 492125 h 746125"/>
                <a:gd name="connsiteX4-9" fmla="*/ 729192 w 767292"/>
                <a:gd name="connsiteY4-10" fmla="*/ 746125 h 7461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67292" h="746125">
                  <a:moveTo>
                    <a:pt x="729192" y="746125"/>
                  </a:moveTo>
                  <a:lnTo>
                    <a:pt x="767292" y="549275"/>
                  </a:lnTo>
                  <a:lnTo>
                    <a:pt x="0" y="0"/>
                  </a:lnTo>
                  <a:lnTo>
                    <a:pt x="244475" y="492125"/>
                  </a:lnTo>
                  <a:lnTo>
                    <a:pt x="729192" y="746125"/>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7" name="任意多边形: 形状 45"/>
            <p:cNvSpPr/>
            <p:nvPr>
              <p:custDataLst>
                <p:tags r:id="rId36"/>
              </p:custDataLst>
            </p:nvPr>
          </p:nvSpPr>
          <p:spPr>
            <a:xfrm>
              <a:off x="8900026" y="4878806"/>
              <a:ext cx="501650" cy="685800"/>
            </a:xfrm>
            <a:custGeom>
              <a:avLst/>
              <a:gdLst>
                <a:gd name="connsiteX0" fmla="*/ 59267 w 501650"/>
                <a:gd name="connsiteY0" fmla="*/ 685800 h 685800"/>
                <a:gd name="connsiteX1" fmla="*/ 501650 w 501650"/>
                <a:gd name="connsiteY1" fmla="*/ 302683 h 685800"/>
                <a:gd name="connsiteX2" fmla="*/ 0 w 501650"/>
                <a:gd name="connsiteY2" fmla="*/ 0 h 685800"/>
                <a:gd name="connsiteX3" fmla="*/ 59267 w 501650"/>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01650" h="685800">
                  <a:moveTo>
                    <a:pt x="59267" y="685800"/>
                  </a:moveTo>
                  <a:lnTo>
                    <a:pt x="501650" y="302683"/>
                  </a:lnTo>
                  <a:lnTo>
                    <a:pt x="0" y="0"/>
                  </a:lnTo>
                  <a:lnTo>
                    <a:pt x="59267" y="685800"/>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58" name="任意多边形: 形状 46"/>
            <p:cNvSpPr/>
            <p:nvPr>
              <p:custDataLst>
                <p:tags r:id="rId37"/>
              </p:custDataLst>
            </p:nvPr>
          </p:nvSpPr>
          <p:spPr>
            <a:xfrm>
              <a:off x="9877926" y="3575469"/>
              <a:ext cx="366713" cy="590550"/>
            </a:xfrm>
            <a:custGeom>
              <a:avLst/>
              <a:gdLst>
                <a:gd name="connsiteX0" fmla="*/ 0 w 366713"/>
                <a:gd name="connsiteY0" fmla="*/ 4762 h 590550"/>
                <a:gd name="connsiteX1" fmla="*/ 61913 w 366713"/>
                <a:gd name="connsiteY1" fmla="*/ 0 h 590550"/>
                <a:gd name="connsiteX2" fmla="*/ 366713 w 366713"/>
                <a:gd name="connsiteY2" fmla="*/ 328612 h 590550"/>
                <a:gd name="connsiteX3" fmla="*/ 179388 w 366713"/>
                <a:gd name="connsiteY3" fmla="*/ 590550 h 590550"/>
                <a:gd name="connsiteX4" fmla="*/ 0 w 366713"/>
                <a:gd name="connsiteY4" fmla="*/ 4762 h 590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3" h="590550">
                  <a:moveTo>
                    <a:pt x="0" y="4762"/>
                  </a:moveTo>
                  <a:lnTo>
                    <a:pt x="61913" y="0"/>
                  </a:lnTo>
                  <a:lnTo>
                    <a:pt x="366713" y="328612"/>
                  </a:lnTo>
                  <a:lnTo>
                    <a:pt x="179388" y="590550"/>
                  </a:lnTo>
                  <a:lnTo>
                    <a:pt x="0" y="4762"/>
                  </a:lnTo>
                  <a:close/>
                </a:path>
              </a:pathLst>
            </a:custGeom>
            <a:solidFill>
              <a:srgbClr val="0C93B5"/>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grpSp>
      <p:sp>
        <p:nvSpPr>
          <p:cNvPr id="59" name="矩形 58"/>
          <p:cNvSpPr/>
          <p:nvPr>
            <p:custDataLst>
              <p:tags r:id="rId38"/>
            </p:custDataLst>
          </p:nvPr>
        </p:nvSpPr>
        <p:spPr>
          <a:xfrm>
            <a:off x="6739255" y="1723390"/>
            <a:ext cx="4176395" cy="2902585"/>
          </a:xfrm>
          <a:prstGeom prst="rect">
            <a:avLst/>
          </a:prstGeom>
          <a:gradFill flip="none" rotWithShape="1">
            <a:gsLst>
              <a:gs pos="97000">
                <a:srgbClr val="4472C4">
                  <a:lumMod val="0"/>
                  <a:lumOff val="100000"/>
                  <a:alpha val="0"/>
                </a:srgbClr>
              </a:gs>
              <a:gs pos="83000">
                <a:srgbClr val="4472C4">
                  <a:lumMod val="0"/>
                  <a:lumOff val="100000"/>
                  <a:alpha val="0"/>
                </a:srgbClr>
              </a:gs>
              <a:gs pos="28000">
                <a:srgbClr val="0C93B5"/>
              </a:gs>
            </a:gsLst>
            <a:path path="circle">
              <a:fillToRect l="50000" t="-80000" r="50000" b="180000"/>
            </a:path>
            <a:tileRect/>
          </a:gra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a:latin typeface="汉仪君黑-45简" panose="020B0604020202020204" charset="-122"/>
              <a:ea typeface="汉仪君黑-45简" panose="020B0604020202020204" charset="-122"/>
              <a:sym typeface="汉仪君黑-45简" panose="020B0604020202020204" charset="-122"/>
            </a:endParaRPr>
          </a:p>
        </p:txBody>
      </p:sp>
      <p:sp>
        <p:nvSpPr>
          <p:cNvPr id="64" name="文本框 63"/>
          <p:cNvSpPr txBox="1"/>
          <p:nvPr>
            <p:custDataLst>
              <p:tags r:id="rId39"/>
            </p:custDataLst>
          </p:nvPr>
        </p:nvSpPr>
        <p:spPr>
          <a:xfrm>
            <a:off x="459605" y="1663183"/>
            <a:ext cx="5238901" cy="1014730"/>
          </a:xfrm>
          <a:prstGeom prst="rect">
            <a:avLst/>
          </a:prstGeom>
          <a:noFill/>
        </p:spPr>
        <p:txBody>
          <a:bodyPr wrap="square" rtlCol="0" anchor="ctr" anchorCtr="0">
            <a:spAutoFit/>
          </a:bodyPr>
          <a:p>
            <a:pPr marL="285750" indent="-285750">
              <a:buFont typeface="Wingdings" panose="05000000000000000000" charset="0"/>
              <a:buChar char="Ø"/>
            </a:pPr>
            <a:r>
              <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案例分析</a:t>
            </a:r>
            <a:endPar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a:p>
            <a:pPr indent="0">
              <a:buFont typeface="Wingdings" panose="05000000000000000000" charset="0"/>
              <a:buNone/>
            </a:pPr>
            <a:r>
              <a:rPr lang="en-US" altLang="zh-CN"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a:p>
            <a:pPr indent="0">
              <a:buFont typeface="Wingdings" panose="05000000000000000000" charset="0"/>
              <a:buNone/>
            </a:pPr>
            <a:r>
              <a:rPr lang="en-US" altLang="zh-CN"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r>
              <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人资主管</a:t>
            </a:r>
            <a:r>
              <a:rPr lang="en-US" altLang="zh-CN"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a:t>
            </a:r>
            <a:r>
              <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岗位招聘分析</a:t>
            </a:r>
            <a:endParaRPr lang="zh-CN" altLang="en-US" sz="2000"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5" name="文本框 64"/>
          <p:cNvSpPr txBox="1"/>
          <p:nvPr>
            <p:custDataLst>
              <p:tags r:id="rId40"/>
            </p:custDataLst>
          </p:nvPr>
        </p:nvSpPr>
        <p:spPr>
          <a:xfrm>
            <a:off x="469765" y="3891387"/>
            <a:ext cx="5238901" cy="1050925"/>
          </a:xfrm>
          <a:prstGeom prst="rect">
            <a:avLst/>
          </a:prstGeom>
          <a:noFill/>
        </p:spPr>
        <p:txBody>
          <a:bodyPr wrap="square" rtlCol="0" anchor="t" anchorCtr="0">
            <a:spAutoFit/>
          </a:bodyPr>
          <a:p>
            <a:pPr marL="285750" indent="-285750">
              <a:lnSpc>
                <a:spcPct val="130000"/>
              </a:lnSpc>
              <a:buFont typeface="Wingdings" panose="05000000000000000000" charset="0"/>
              <a:buChar char="Ø"/>
            </a:pP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简历关键词：</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a:p>
            <a:pPr indent="0">
              <a:lnSpc>
                <a:spcPct val="130000"/>
              </a:lnSpc>
              <a:buFont typeface="Wingdings" panose="05000000000000000000" charset="0"/>
              <a:buNone/>
            </a:pPr>
            <a:r>
              <a:rPr lang="en-US" altLang="zh-CN" sz="1600" dirty="0">
                <a:solidFill>
                  <a:schemeClr val="accent2">
                    <a:lumMod val="75000"/>
                  </a:schemeClr>
                </a:solidFill>
                <a:latin typeface="汉仪君黑-45简" panose="020B0604020202020204" charset="-122"/>
                <a:ea typeface="汉仪君黑-45简" panose="020B0604020202020204" charset="-122"/>
                <a:sym typeface="+mn-ea"/>
              </a:rPr>
              <a:t>    </a:t>
            </a: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简历完善、招聘管理、组织架构搭建、绩效、薪酬管理、培训管理</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p:txBody>
      </p:sp>
      <p:sp>
        <p:nvSpPr>
          <p:cNvPr id="66" name="文本框 65"/>
          <p:cNvSpPr txBox="1"/>
          <p:nvPr>
            <p:custDataLst>
              <p:tags r:id="rId41"/>
            </p:custDataLst>
          </p:nvPr>
        </p:nvSpPr>
        <p:spPr>
          <a:xfrm>
            <a:off x="10618470" y="782320"/>
            <a:ext cx="1360805"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01 技能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7" name="文本框 66"/>
          <p:cNvSpPr txBox="1"/>
          <p:nvPr>
            <p:custDataLst>
              <p:tags r:id="rId42"/>
            </p:custDataLst>
          </p:nvPr>
        </p:nvSpPr>
        <p:spPr>
          <a:xfrm>
            <a:off x="10586720" y="1247775"/>
            <a:ext cx="1105535"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02 </a:t>
            </a:r>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知识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endParaRPr>
          </a:p>
        </p:txBody>
      </p:sp>
      <p:sp>
        <p:nvSpPr>
          <p:cNvPr id="68" name="文本框 67"/>
          <p:cNvSpPr txBox="1"/>
          <p:nvPr>
            <p:custDataLst>
              <p:tags r:id="rId43"/>
            </p:custDataLst>
          </p:nvPr>
        </p:nvSpPr>
        <p:spPr>
          <a:xfrm>
            <a:off x="10564495" y="1748155"/>
            <a:ext cx="1049655"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03 价值观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69" name="文本框 68"/>
          <p:cNvSpPr txBox="1"/>
          <p:nvPr>
            <p:custDataLst>
              <p:tags r:id="rId44"/>
            </p:custDataLst>
          </p:nvPr>
        </p:nvSpPr>
        <p:spPr>
          <a:xfrm>
            <a:off x="10613390" y="2163445"/>
            <a:ext cx="1292860"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04 </a:t>
            </a:r>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自我形象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endParaRPr>
          </a:p>
        </p:txBody>
      </p:sp>
      <p:sp>
        <p:nvSpPr>
          <p:cNvPr id="70" name="文本框 69"/>
          <p:cNvSpPr txBox="1"/>
          <p:nvPr>
            <p:custDataLst>
              <p:tags r:id="rId45"/>
            </p:custDataLst>
          </p:nvPr>
        </p:nvSpPr>
        <p:spPr>
          <a:xfrm>
            <a:off x="10613390" y="2593340"/>
            <a:ext cx="1292860" cy="382905"/>
          </a:xfrm>
          <a:prstGeom prst="rect">
            <a:avLst/>
          </a:prstGeom>
          <a:noFill/>
        </p:spPr>
        <p:txBody>
          <a:bodyPr wrap="square" rtlCol="0" anchor="ctr" anchorCtr="0">
            <a:noAutofit/>
          </a:bodyPr>
          <a:p>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05 </a:t>
            </a:r>
            <a:r>
              <a:rPr lang="en-US" altLang="zh-CN" sz="1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特质/倾向  </a:t>
            </a:r>
            <a:r>
              <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rPr>
              <a:t>  </a:t>
            </a:r>
            <a:endParaRPr lang="en-US" altLang="zh-CN" sz="2200" b="1" dirty="0">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mn-ea"/>
            </a:endParaRPr>
          </a:p>
        </p:txBody>
      </p:sp>
      <p:sp>
        <p:nvSpPr>
          <p:cNvPr id="71" name="文本框 70"/>
          <p:cNvSpPr txBox="1"/>
          <p:nvPr>
            <p:custDataLst>
              <p:tags r:id="rId46"/>
            </p:custDataLst>
          </p:nvPr>
        </p:nvSpPr>
        <p:spPr>
          <a:xfrm>
            <a:off x="8300720" y="1259205"/>
            <a:ext cx="641985" cy="382905"/>
          </a:xfrm>
          <a:prstGeom prst="rect">
            <a:avLst/>
          </a:prstGeom>
          <a:noFill/>
        </p:spPr>
        <p:txBody>
          <a:bodyPr wrap="square" rtlCol="0" anchor="ctr" anchorCtr="0">
            <a:noAutofit/>
          </a:bodyPr>
          <a:p>
            <a:r>
              <a:rPr lang="zh-CN" altLang="en-US"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冰山上</a:t>
            </a:r>
            <a:r>
              <a:rPr lang="en-US" altLang="zh-CN"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r>
              <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72" name="文本框 71"/>
          <p:cNvSpPr txBox="1"/>
          <p:nvPr>
            <p:custDataLst>
              <p:tags r:id="rId47"/>
            </p:custDataLst>
          </p:nvPr>
        </p:nvSpPr>
        <p:spPr>
          <a:xfrm>
            <a:off x="8300720" y="1748155"/>
            <a:ext cx="641985" cy="382905"/>
          </a:xfrm>
          <a:prstGeom prst="rect">
            <a:avLst/>
          </a:prstGeom>
          <a:noFill/>
        </p:spPr>
        <p:txBody>
          <a:bodyPr wrap="square" rtlCol="0" anchor="ctr" anchorCtr="0">
            <a:noAutofit/>
          </a:bodyPr>
          <a:p>
            <a:r>
              <a:rPr lang="zh-CN" altLang="en-US"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冰山下</a:t>
            </a:r>
            <a:r>
              <a:rPr lang="en-US" altLang="zh-CN" sz="1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r>
              <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endParaRPr lang="en-US" altLang="zh-CN" sz="2200" b="1" dirty="0">
              <a:solidFill>
                <a:sysClr val="windowText" lastClr="000000">
                  <a:lumMod val="75000"/>
                  <a:lumOff val="25000"/>
                </a:sys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2" name="文本框 1"/>
          <p:cNvSpPr txBox="1"/>
          <p:nvPr>
            <p:custDataLst>
              <p:tags r:id="rId48"/>
            </p:custDataLst>
          </p:nvPr>
        </p:nvSpPr>
        <p:spPr>
          <a:xfrm>
            <a:off x="469900" y="5241925"/>
            <a:ext cx="7844155" cy="730885"/>
          </a:xfrm>
          <a:prstGeom prst="rect">
            <a:avLst/>
          </a:prstGeom>
          <a:noFill/>
        </p:spPr>
        <p:txBody>
          <a:bodyPr wrap="square" rtlCol="0" anchor="t" anchorCtr="0">
            <a:spAutoFit/>
          </a:bodyPr>
          <a:p>
            <a:pPr marL="285750" indent="-285750">
              <a:lnSpc>
                <a:spcPct val="130000"/>
              </a:lnSpc>
              <a:buFont typeface="Wingdings" panose="05000000000000000000" charset="0"/>
              <a:buChar char="Ø"/>
            </a:pP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问题：</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a:p>
            <a:pPr indent="0">
              <a:lnSpc>
                <a:spcPct val="130000"/>
              </a:lnSpc>
              <a:buFont typeface="Wingdings" panose="05000000000000000000" charset="0"/>
              <a:buNone/>
            </a:pPr>
            <a:r>
              <a:rPr lang="en-US" altLang="zh-CN" sz="1600" dirty="0">
                <a:solidFill>
                  <a:schemeClr val="accent2">
                    <a:lumMod val="75000"/>
                  </a:schemeClr>
                </a:solidFill>
                <a:latin typeface="汉仪君黑-45简" panose="020B0604020202020204" charset="-122"/>
                <a:ea typeface="汉仪君黑-45简" panose="020B0604020202020204" charset="-122"/>
                <a:sym typeface="+mn-ea"/>
              </a:rPr>
              <a:t>    </a:t>
            </a:r>
            <a:r>
              <a:rPr lang="zh-CN" altLang="en-US" sz="1600" dirty="0">
                <a:solidFill>
                  <a:schemeClr val="accent2">
                    <a:lumMod val="75000"/>
                  </a:schemeClr>
                </a:solidFill>
                <a:latin typeface="汉仪君黑-45简" panose="020B0604020202020204" charset="-122"/>
                <a:ea typeface="汉仪君黑-45简" panose="020B0604020202020204" charset="-122"/>
                <a:sym typeface="+mn-ea"/>
              </a:rPr>
              <a:t>沟通能力明显短板，简历能力无法回复执行流程，思维逻辑能力差</a:t>
            </a:r>
            <a:endParaRPr lang="zh-CN" altLang="en-US" sz="1600" dirty="0">
              <a:solidFill>
                <a:schemeClr val="accent2">
                  <a:lumMod val="75000"/>
                </a:schemeClr>
              </a:solidFill>
              <a:latin typeface="汉仪君黑-45简" panose="020B0604020202020204" charset="-122"/>
              <a:ea typeface="汉仪君黑-45简" panose="020B0604020202020204" charset="-122"/>
              <a:sym typeface="+mn-ea"/>
            </a:endParaRPr>
          </a:p>
        </p:txBody>
      </p:sp>
      <p:cxnSp>
        <p:nvCxnSpPr>
          <p:cNvPr id="160" name="直接连接符 159"/>
          <p:cNvCxnSpPr/>
          <p:nvPr>
            <p:custDataLst>
              <p:tags r:id="rId49"/>
            </p:custDataLst>
          </p:nvPr>
        </p:nvCxnSpPr>
        <p:spPr>
          <a:xfrm flipV="1">
            <a:off x="172085" y="4926330"/>
            <a:ext cx="11520000" cy="0"/>
          </a:xfrm>
          <a:prstGeom prst="line">
            <a:avLst/>
          </a:prstGeom>
          <a:ln>
            <a:solidFill>
              <a:srgbClr val="7B8DA5"/>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custDataLst>
              <p:tags r:id="rId50"/>
            </p:custDataLst>
          </p:nvPr>
        </p:nvCxnSpPr>
        <p:spPr>
          <a:xfrm flipV="1">
            <a:off x="172085" y="5966460"/>
            <a:ext cx="11520000" cy="0"/>
          </a:xfrm>
          <a:prstGeom prst="line">
            <a:avLst/>
          </a:prstGeom>
          <a:ln>
            <a:solidFill>
              <a:srgbClr val="7B8DA5"/>
            </a:solidFill>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13" name="对象 12">
            <a:hlinkClick r:id="" action="ppaction://ole?verb="/>
          </p:cNvPr>
          <p:cNvGraphicFramePr>
            <a:graphicFrameLocks noChangeAspect="1"/>
          </p:cNvGraphicFramePr>
          <p:nvPr/>
        </p:nvGraphicFramePr>
        <p:xfrm>
          <a:off x="10720705" y="6059170"/>
          <a:ext cx="971550" cy="666750"/>
        </p:xfrm>
        <a:graphic>
          <a:graphicData uri="http://schemas.openxmlformats.org/presentationml/2006/ole">
            <mc:AlternateContent xmlns:mc="http://schemas.openxmlformats.org/markup-compatibility/2006">
              <mc:Choice xmlns:v="urn:schemas-microsoft-com:vml" Requires="v">
                <p:oleObj spid="_x0000_s3073" name="" showAsIcon="1" r:id="rId51" imgW="971550" imgH="666750" progId="Word.Document.12">
                  <p:embed/>
                </p:oleObj>
              </mc:Choice>
              <mc:Fallback>
                <p:oleObj name="" showAsIcon="1" r:id="rId51" imgW="971550" imgH="666750" progId="Word.Document.12">
                  <p:embed/>
                  <p:pic>
                    <p:nvPicPr>
                      <p:cNvPr id="0" name="图片 3072"/>
                      <p:cNvPicPr/>
                      <p:nvPr/>
                    </p:nvPicPr>
                    <p:blipFill>
                      <a:blip r:embed="rId52"/>
                      <a:stretch>
                        <a:fillRect/>
                      </a:stretch>
                    </p:blipFill>
                    <p:spPr>
                      <a:xfrm>
                        <a:off x="10720705" y="6059170"/>
                        <a:ext cx="971550" cy="66675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500"/>
                                        <p:tgtEl>
                                          <p:spTgt spid="160"/>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0" y="6401399"/>
            <a:ext cx="1933184" cy="456601"/>
            <a:chOff x="5813" y="5507421"/>
            <a:chExt cx="7708780" cy="1350579"/>
          </a:xfrm>
        </p:grpSpPr>
        <p:sp>
          <p:nvSpPr>
            <p:cNvPr id="18" name="等腰三角形 17"/>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0" name="等腰三角形 19"/>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2" name="组合 21"/>
          <p:cNvGrpSpPr/>
          <p:nvPr/>
        </p:nvGrpSpPr>
        <p:grpSpPr>
          <a:xfrm>
            <a:off x="10258816" y="-14340"/>
            <a:ext cx="1933184" cy="456601"/>
            <a:chOff x="1717902" y="-14340"/>
            <a:chExt cx="10474098" cy="2473890"/>
          </a:xfrm>
        </p:grpSpPr>
        <p:sp>
          <p:nvSpPr>
            <p:cNvPr id="26" name="任意多边形: 形状 25"/>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7" name="任意多边形: 形状 26"/>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8" name="组合 27"/>
          <p:cNvGrpSpPr/>
          <p:nvPr/>
        </p:nvGrpSpPr>
        <p:grpSpPr>
          <a:xfrm>
            <a:off x="0" y="138059"/>
            <a:ext cx="321733" cy="810207"/>
            <a:chOff x="-79079" y="0"/>
            <a:chExt cx="530352" cy="1060704"/>
          </a:xfrm>
        </p:grpSpPr>
        <p:sp>
          <p:nvSpPr>
            <p:cNvPr id="29" name="任意多边形: 形状 28"/>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0" name="任意多边形: 形状 29"/>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1" name="文本框 30"/>
          <p:cNvSpPr txBox="1"/>
          <p:nvPr/>
        </p:nvSpPr>
        <p:spPr>
          <a:xfrm>
            <a:off x="321733" y="281552"/>
            <a:ext cx="2912534" cy="521970"/>
          </a:xfrm>
          <a:prstGeom prst="rect">
            <a:avLst/>
          </a:prstGeom>
          <a:noFill/>
        </p:spPr>
        <p:txBody>
          <a:bodyPr wrap="square" rtlCol="0">
            <a:spAutoFit/>
          </a:bodyPr>
          <a:lstStyle/>
          <a:p>
            <a:pPr algn="dist"/>
            <a:r>
              <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rPr>
              <a:t>提问技巧</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4" name="椭圆 3"/>
          <p:cNvSpPr/>
          <p:nvPr>
            <p:custDataLst>
              <p:tags r:id="rId1"/>
            </p:custDataLst>
          </p:nvPr>
        </p:nvSpPr>
        <p:spPr>
          <a:xfrm>
            <a:off x="5049172" y="816059"/>
            <a:ext cx="439548" cy="439548"/>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735" dirty="0">
                <a:latin typeface="汉仪君黑-45简" panose="020B0604020202020204" charset="-122"/>
                <a:ea typeface="汉仪君黑-45简" panose="020B0604020202020204" charset="-122"/>
                <a:cs typeface="+mn-ea"/>
                <a:sym typeface="+mn-lt"/>
              </a:rPr>
              <a:t>1</a:t>
            </a:r>
            <a:endParaRPr lang="en-US" altLang="zh-CN" sz="1735" dirty="0">
              <a:latin typeface="汉仪君黑-45简" panose="020B0604020202020204" charset="-122"/>
              <a:ea typeface="汉仪君黑-45简" panose="020B0604020202020204" charset="-122"/>
              <a:cs typeface="+mn-ea"/>
              <a:sym typeface="+mn-lt"/>
            </a:endParaRPr>
          </a:p>
        </p:txBody>
      </p:sp>
      <p:sp>
        <p:nvSpPr>
          <p:cNvPr id="13" name="文本框 12"/>
          <p:cNvSpPr txBox="1">
            <a:spLocks noChangeArrowheads="1"/>
          </p:cNvSpPr>
          <p:nvPr>
            <p:custDataLst>
              <p:tags r:id="rId2"/>
            </p:custDataLst>
          </p:nvPr>
        </p:nvSpPr>
        <p:spPr bwMode="auto">
          <a:xfrm>
            <a:off x="5665470" y="713105"/>
            <a:ext cx="2287905" cy="313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开放式提问</a:t>
            </a:r>
            <a:endParaRPr lang="zh-CN" altLang="en-US" sz="16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a:p>
            <a:pPr eaLnBrk="1" hangingPunct="1"/>
            <a:endParaRPr lang="zh-CN" altLang="en-US" sz="1600" b="1" dirty="0">
              <a:solidFill>
                <a:schemeClr val="accent2">
                  <a:lumMod val="75000"/>
                </a:schemeClr>
              </a:solidFill>
              <a:latin typeface="汉仪君黑-45简" panose="020B0604020202020204" charset="-122"/>
              <a:ea typeface="汉仪君黑-45简" panose="020B0604020202020204" charset="-122"/>
              <a:cs typeface="+mn-ea"/>
              <a:sym typeface="汉仪君黑-45简" panose="020B0604020202020204" charset="-122"/>
            </a:endParaRPr>
          </a:p>
        </p:txBody>
      </p:sp>
      <p:sp>
        <p:nvSpPr>
          <p:cNvPr id="15" name="文本框 14"/>
          <p:cNvSpPr txBox="1">
            <a:spLocks noChangeArrowheads="1"/>
          </p:cNvSpPr>
          <p:nvPr>
            <p:custDataLst>
              <p:tags r:id="rId3"/>
            </p:custDataLst>
          </p:nvPr>
        </p:nvSpPr>
        <p:spPr bwMode="auto">
          <a:xfrm>
            <a:off x="5716905" y="1066165"/>
            <a:ext cx="6212205" cy="386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800"/>
              </a:spcAft>
            </a:pPr>
            <a:r>
              <a:rPr lang="zh-CN" altLang="en-US" sz="1200">
                <a:solidFill>
                  <a:srgbClr val="595959"/>
                </a:solidFill>
                <a:latin typeface="SimHei" panose="02010609060101010101" charset="-122"/>
                <a:ea typeface="SimHei" panose="02010609060101010101" charset="-122"/>
                <a:cs typeface="方正小标宋_GBK" panose="02010600030101010101" charset="-122"/>
                <a:sym typeface="+mn-ea"/>
              </a:rPr>
              <a:t>观察逻辑、表达、反应能力、解决问题的能力</a:t>
            </a:r>
            <a:endParaRPr lang="en-US" altLang="zh-CN" sz="1200" dirty="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9" name="椭圆 8"/>
          <p:cNvSpPr/>
          <p:nvPr>
            <p:custDataLst>
              <p:tags r:id="rId4"/>
            </p:custDataLst>
          </p:nvPr>
        </p:nvSpPr>
        <p:spPr>
          <a:xfrm>
            <a:off x="5041441" y="1636406"/>
            <a:ext cx="437339" cy="437339"/>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735" dirty="0">
                <a:latin typeface="汉仪君黑-45简" panose="020B0604020202020204" charset="-122"/>
                <a:ea typeface="汉仪君黑-45简" panose="020B0604020202020204" charset="-122"/>
                <a:cs typeface="+mn-ea"/>
                <a:sym typeface="+mn-lt"/>
              </a:rPr>
              <a:t>2</a:t>
            </a:r>
            <a:endParaRPr lang="en-US" altLang="zh-CN" sz="1735" dirty="0">
              <a:latin typeface="汉仪君黑-45简" panose="020B0604020202020204" charset="-122"/>
              <a:ea typeface="汉仪君黑-45简" panose="020B0604020202020204" charset="-122"/>
              <a:cs typeface="+mn-ea"/>
              <a:sym typeface="+mn-lt"/>
            </a:endParaRPr>
          </a:p>
        </p:txBody>
      </p:sp>
      <p:sp>
        <p:nvSpPr>
          <p:cNvPr id="21" name="文本框 20"/>
          <p:cNvSpPr txBox="1">
            <a:spLocks noChangeArrowheads="1"/>
          </p:cNvSpPr>
          <p:nvPr>
            <p:custDataLst>
              <p:tags r:id="rId5"/>
            </p:custDataLst>
          </p:nvPr>
        </p:nvSpPr>
        <p:spPr bwMode="auto">
          <a:xfrm>
            <a:off x="5689720" y="1553025"/>
            <a:ext cx="1715122" cy="30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结构化提问</a:t>
            </a:r>
            <a:endParaRPr lang="zh-CN" altLang="en-US" sz="16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3" name="文本框 22"/>
          <p:cNvSpPr txBox="1">
            <a:spLocks noChangeArrowheads="1"/>
          </p:cNvSpPr>
          <p:nvPr>
            <p:custDataLst>
              <p:tags r:id="rId6"/>
            </p:custDataLst>
          </p:nvPr>
        </p:nvSpPr>
        <p:spPr bwMode="auto">
          <a:xfrm>
            <a:off x="5734050" y="1895475"/>
            <a:ext cx="605345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800"/>
              </a:spcAft>
            </a:pPr>
            <a:r>
              <a:rPr lang="zh-CN" altLang="en-US" sz="1200">
                <a:solidFill>
                  <a:srgbClr val="595959"/>
                </a:solidFill>
                <a:latin typeface="SimHei" panose="02010609060101010101" charset="-122"/>
                <a:ea typeface="SimHei" panose="02010609060101010101" charset="-122"/>
                <a:cs typeface="方正小标宋_GBK" panose="02010600030101010101" charset="-122"/>
                <a:sym typeface="+mn-ea"/>
              </a:rPr>
              <a:t>用于了解业绩综合指标、日常工作开展</a:t>
            </a:r>
            <a:endParaRPr lang="zh-CN" altLang="en-US" sz="1200" dirty="0">
              <a:solidFill>
                <a:srgbClr val="0D0D0D"/>
              </a:solidFill>
              <a:latin typeface="汉仪君黑-45简" panose="020B0604020202020204" charset="-122"/>
              <a:ea typeface="汉仪君黑-45简" panose="020B0604020202020204" charset="-122"/>
              <a:cs typeface="汉仪君黑-45简" panose="020B0604020202020204" charset="-122"/>
              <a:sym typeface="+mn-lt"/>
            </a:endParaRPr>
          </a:p>
        </p:txBody>
      </p:sp>
      <p:grpSp>
        <p:nvGrpSpPr>
          <p:cNvPr id="36" name="组合 35"/>
          <p:cNvGrpSpPr/>
          <p:nvPr/>
        </p:nvGrpSpPr>
        <p:grpSpPr>
          <a:xfrm>
            <a:off x="5027295" y="2425700"/>
            <a:ext cx="6842125" cy="1022350"/>
            <a:chOff x="10217" y="4276"/>
            <a:chExt cx="10775" cy="1610"/>
          </a:xfrm>
        </p:grpSpPr>
        <p:sp>
          <p:nvSpPr>
            <p:cNvPr id="6" name="椭圆 5"/>
            <p:cNvSpPr/>
            <p:nvPr>
              <p:custDataLst>
                <p:tags r:id="rId7"/>
              </p:custDataLst>
            </p:nvPr>
          </p:nvSpPr>
          <p:spPr>
            <a:xfrm>
              <a:off x="10217" y="4429"/>
              <a:ext cx="717" cy="717"/>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735" dirty="0">
                  <a:latin typeface="汉仪君黑-45简" panose="020B0604020202020204" charset="-122"/>
                  <a:ea typeface="汉仪君黑-45简" panose="020B0604020202020204" charset="-122"/>
                  <a:cs typeface="+mn-ea"/>
                  <a:sym typeface="+mn-lt"/>
                </a:rPr>
                <a:t>3</a:t>
              </a:r>
              <a:endParaRPr lang="en-US" altLang="zh-CN" sz="1735" dirty="0">
                <a:latin typeface="汉仪君黑-45简" panose="020B0604020202020204" charset="-122"/>
                <a:ea typeface="汉仪君黑-45简" panose="020B0604020202020204" charset="-122"/>
                <a:cs typeface="+mn-ea"/>
                <a:sym typeface="+mn-lt"/>
              </a:endParaRPr>
            </a:p>
          </p:txBody>
        </p:sp>
        <p:sp>
          <p:nvSpPr>
            <p:cNvPr id="17" name="文本框 16"/>
            <p:cNvSpPr txBox="1">
              <a:spLocks noChangeArrowheads="1"/>
            </p:cNvSpPr>
            <p:nvPr>
              <p:custDataLst>
                <p:tags r:id="rId8"/>
              </p:custDataLst>
            </p:nvPr>
          </p:nvSpPr>
          <p:spPr bwMode="auto">
            <a:xfrm>
              <a:off x="11303" y="4276"/>
              <a:ext cx="3988"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b="1">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穿插式提问</a:t>
              </a:r>
              <a:endParaRPr lang="zh-CN" altLang="en-US" sz="1600" b="1">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19" name="文本框 18"/>
            <p:cNvSpPr txBox="1">
              <a:spLocks noChangeArrowheads="1"/>
            </p:cNvSpPr>
            <p:nvPr>
              <p:custDataLst>
                <p:tags r:id="rId9"/>
              </p:custDataLst>
            </p:nvPr>
          </p:nvSpPr>
          <p:spPr bwMode="auto">
            <a:xfrm>
              <a:off x="11373" y="4749"/>
              <a:ext cx="9619" cy="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800"/>
                </a:spcAft>
              </a:pPr>
              <a:r>
                <a:rPr lang="zh-CN" altLang="en-US" sz="1200">
                  <a:solidFill>
                    <a:srgbClr val="595959"/>
                  </a:solidFill>
                  <a:latin typeface="SimHei" panose="02010609060101010101" charset="-122"/>
                  <a:ea typeface="SimHei" panose="02010609060101010101" charset="-122"/>
                  <a:cs typeface="方正小标宋_GBK" panose="02010600030101010101" charset="-122"/>
                  <a:sym typeface="+mn-ea"/>
                </a:rPr>
                <a:t>将问题打散，针对逻辑力强的面试人员</a:t>
              </a:r>
              <a:endParaRPr lang="zh-CN" altLang="en-US" sz="1200" dirty="0">
                <a:solidFill>
                  <a:srgbClr val="0D0D0D"/>
                </a:solidFill>
                <a:latin typeface="汉仪君黑-45简" panose="020B0604020202020204" charset="-122"/>
                <a:ea typeface="汉仪君黑-45简" panose="020B0604020202020204" charset="-122"/>
                <a:cs typeface="汉仪君黑-45简" panose="020B0604020202020204" charset="-122"/>
                <a:sym typeface="+mn-lt"/>
              </a:endParaRPr>
            </a:p>
          </p:txBody>
        </p:sp>
      </p:grpSp>
      <p:sp>
        <p:nvSpPr>
          <p:cNvPr id="11" name="椭圆 10"/>
          <p:cNvSpPr/>
          <p:nvPr>
            <p:custDataLst>
              <p:tags r:id="rId10"/>
            </p:custDataLst>
          </p:nvPr>
        </p:nvSpPr>
        <p:spPr>
          <a:xfrm>
            <a:off x="5028189" y="3312219"/>
            <a:ext cx="427952" cy="427952"/>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735" dirty="0">
                <a:latin typeface="汉仪君黑-45简" panose="020B0604020202020204" charset="-122"/>
                <a:ea typeface="汉仪君黑-45简" panose="020B0604020202020204" charset="-122"/>
                <a:cs typeface="+mn-ea"/>
                <a:sym typeface="+mn-lt"/>
              </a:rPr>
              <a:t>4</a:t>
            </a:r>
            <a:endParaRPr lang="en-US" altLang="zh-CN" sz="1735" dirty="0">
              <a:latin typeface="汉仪君黑-45简" panose="020B0604020202020204" charset="-122"/>
              <a:ea typeface="汉仪君黑-45简" panose="020B0604020202020204" charset="-122"/>
              <a:cs typeface="+mn-ea"/>
              <a:sym typeface="+mn-lt"/>
            </a:endParaRPr>
          </a:p>
        </p:txBody>
      </p:sp>
      <p:sp>
        <p:nvSpPr>
          <p:cNvPr id="24" name="文本框 23"/>
          <p:cNvSpPr txBox="1">
            <a:spLocks noChangeArrowheads="1"/>
          </p:cNvSpPr>
          <p:nvPr>
            <p:custDataLst>
              <p:tags r:id="rId11"/>
            </p:custDataLst>
          </p:nvPr>
        </p:nvSpPr>
        <p:spPr bwMode="auto">
          <a:xfrm>
            <a:off x="5721082" y="3273013"/>
            <a:ext cx="2675391" cy="261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施压式提问</a:t>
            </a:r>
            <a:endParaRPr lang="zh-CN" altLang="en-US" sz="1600" b="1">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5" name="文本框 24"/>
          <p:cNvSpPr txBox="1">
            <a:spLocks noChangeArrowheads="1"/>
          </p:cNvSpPr>
          <p:nvPr>
            <p:custDataLst>
              <p:tags r:id="rId12"/>
            </p:custDataLst>
          </p:nvPr>
        </p:nvSpPr>
        <p:spPr bwMode="auto">
          <a:xfrm>
            <a:off x="5721350" y="3538220"/>
            <a:ext cx="5908675" cy="401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800"/>
              </a:spcAft>
            </a:pPr>
            <a:r>
              <a:rPr lang="zh-CN" altLang="en-US" sz="1200">
                <a:solidFill>
                  <a:srgbClr val="595959"/>
                </a:solidFill>
                <a:latin typeface="SimHei" panose="02010609060101010101" charset="-122"/>
                <a:ea typeface="SimHei" panose="02010609060101010101" charset="-122"/>
                <a:cs typeface="方正小标宋_GBK" panose="02010600030101010101" charset="-122"/>
                <a:sym typeface="+mn-ea"/>
              </a:rPr>
              <a:t>测试面试者在压力下的应变能力、决策能力、沟通能力以及过程控制能力</a:t>
            </a:r>
            <a:endParaRPr lang="en-US" altLang="zh-CN" sz="1200" dirty="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grpSp>
        <p:nvGrpSpPr>
          <p:cNvPr id="35" name="组合 34"/>
          <p:cNvGrpSpPr/>
          <p:nvPr/>
        </p:nvGrpSpPr>
        <p:grpSpPr>
          <a:xfrm>
            <a:off x="5022850" y="4060190"/>
            <a:ext cx="6846570" cy="895985"/>
            <a:chOff x="10191" y="7221"/>
            <a:chExt cx="10782" cy="1411"/>
          </a:xfrm>
        </p:grpSpPr>
        <p:sp>
          <p:nvSpPr>
            <p:cNvPr id="32" name="椭圆 31"/>
            <p:cNvSpPr/>
            <p:nvPr>
              <p:custDataLst>
                <p:tags r:id="rId13"/>
              </p:custDataLst>
            </p:nvPr>
          </p:nvSpPr>
          <p:spPr>
            <a:xfrm>
              <a:off x="10191" y="7426"/>
              <a:ext cx="717" cy="717"/>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735" dirty="0">
                  <a:latin typeface="汉仪君黑-45简" panose="020B0604020202020204" charset="-122"/>
                  <a:ea typeface="汉仪君黑-45简" panose="020B0604020202020204" charset="-122"/>
                  <a:cs typeface="+mn-ea"/>
                  <a:sym typeface="+mn-lt"/>
                </a:rPr>
                <a:t>5</a:t>
              </a:r>
              <a:endParaRPr lang="en-US" altLang="zh-CN" sz="1735" dirty="0">
                <a:latin typeface="汉仪君黑-45简" panose="020B0604020202020204" charset="-122"/>
                <a:ea typeface="汉仪君黑-45简" panose="020B0604020202020204" charset="-122"/>
                <a:cs typeface="+mn-ea"/>
                <a:sym typeface="+mn-lt"/>
              </a:endParaRPr>
            </a:p>
          </p:txBody>
        </p:sp>
        <p:sp>
          <p:nvSpPr>
            <p:cNvPr id="33" name="文本框 32"/>
            <p:cNvSpPr txBox="1">
              <a:spLocks noChangeArrowheads="1"/>
            </p:cNvSpPr>
            <p:nvPr>
              <p:custDataLst>
                <p:tags r:id="rId14"/>
              </p:custDataLst>
            </p:nvPr>
          </p:nvSpPr>
          <p:spPr bwMode="auto">
            <a:xfrm>
              <a:off x="11218" y="7221"/>
              <a:ext cx="3988"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b="1">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挖坑式提问</a:t>
              </a:r>
              <a:endParaRPr lang="zh-CN" altLang="en-US" sz="1600" b="1">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34" name="文本框 33"/>
            <p:cNvSpPr txBox="1">
              <a:spLocks noChangeArrowheads="1"/>
            </p:cNvSpPr>
            <p:nvPr>
              <p:custDataLst>
                <p:tags r:id="rId15"/>
              </p:custDataLst>
            </p:nvPr>
          </p:nvSpPr>
          <p:spPr bwMode="auto">
            <a:xfrm>
              <a:off x="11218" y="7730"/>
              <a:ext cx="9755"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800"/>
                </a:spcAft>
              </a:pPr>
              <a:r>
                <a:rPr lang="zh-CN" altLang="en-US" sz="1200">
                  <a:solidFill>
                    <a:srgbClr val="595959"/>
                  </a:solidFill>
                  <a:latin typeface="SimHei" panose="02010609060101010101" charset="-122"/>
                  <a:ea typeface="SimHei" panose="02010609060101010101" charset="-122"/>
                  <a:cs typeface="SimHei" panose="02010609060101010101" charset="-122"/>
                  <a:sym typeface="+mn-ea"/>
                </a:rPr>
                <a:t>由大到小，再迂回到问题本身，观察前后回答是否一致，判断面试者简历的真实度-真诚度</a:t>
              </a:r>
              <a:endParaRPr lang="en-US" altLang="zh-CN" sz="1200" dirty="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grpSp>
      <p:sp>
        <p:nvSpPr>
          <p:cNvPr id="54" name="矩形 53"/>
          <p:cNvSpPr/>
          <p:nvPr>
            <p:custDataLst>
              <p:tags r:id="rId16"/>
            </p:custDataLst>
          </p:nvPr>
        </p:nvSpPr>
        <p:spPr>
          <a:xfrm>
            <a:off x="291465" y="2469515"/>
            <a:ext cx="4100830" cy="2406650"/>
          </a:xfrm>
          <a:prstGeom prst="rect">
            <a:avLst/>
          </a:prstGeom>
        </p:spPr>
        <p:txBody>
          <a:bodyPr wrap="square" tIns="0" bIns="0" rtlCol="0">
            <a:noAutofit/>
          </a:bodyPr>
          <a:p>
            <a:pPr lvl="0" algn="l">
              <a:lnSpc>
                <a:spcPct val="120000"/>
              </a:lnSpc>
              <a:buClrTx/>
              <a:buSzTx/>
              <a:buFontTx/>
            </a:pPr>
            <a:r>
              <a:rPr lang="en-US" altLang="zh-CN" sz="1600" dirty="0">
                <a:solidFill>
                  <a:schemeClr val="bg1"/>
                </a:solidFill>
                <a:latin typeface="汉仪君黑-45简" panose="020B0604020202020204" charset="-122"/>
                <a:ea typeface="汉仪君黑-45简" panose="020B0604020202020204" charset="-122"/>
                <a:sym typeface="汉仪君黑-45简" panose="020B0604020202020204" charset="-122"/>
              </a:rPr>
              <a:t>进行结构化的面试提问，可以按照以下步骤进行：</a:t>
            </a:r>
            <a:endParaRPr lang="en-US" altLang="zh-CN" sz="1600" dirty="0">
              <a:solidFill>
                <a:schemeClr val="bg1"/>
              </a:solidFill>
              <a:latin typeface="汉仪君黑-45简" panose="020B0604020202020204" charset="-122"/>
              <a:ea typeface="汉仪君黑-45简" panose="020B0604020202020204" charset="-122"/>
              <a:sym typeface="汉仪君黑-45简" panose="020B0604020202020204" charset="-122"/>
            </a:endParaRPr>
          </a:p>
          <a:p>
            <a:pPr lvl="0" algn="l">
              <a:lnSpc>
                <a:spcPct val="120000"/>
              </a:lnSpc>
              <a:buClrTx/>
              <a:buSzTx/>
              <a:buFontTx/>
            </a:pPr>
            <a:endParaRPr lang="en-US" altLang="zh-CN" sz="1600" dirty="0">
              <a:solidFill>
                <a:schemeClr val="bg1"/>
              </a:solidFill>
              <a:latin typeface="汉仪君黑-45简" panose="020B0604020202020204" charset="-122"/>
              <a:ea typeface="汉仪君黑-45简" panose="020B0604020202020204" charset="-122"/>
              <a:sym typeface="汉仪君黑-45简" panose="020B0604020202020204" charset="-122"/>
            </a:endParaRPr>
          </a:p>
          <a:p>
            <a:pPr lvl="0" algn="l">
              <a:lnSpc>
                <a:spcPct val="120000"/>
              </a:lnSpc>
              <a:buClrTx/>
              <a:buSzTx/>
              <a:buFontTx/>
            </a:pPr>
            <a:r>
              <a:rPr lang="en-US" altLang="zh-CN" sz="1600" dirty="0">
                <a:solidFill>
                  <a:schemeClr val="bg1"/>
                </a:solidFill>
                <a:latin typeface="汉仪君黑-45简" panose="020B0604020202020204" charset="-122"/>
                <a:ea typeface="汉仪君黑-45简" panose="020B0604020202020204" charset="-122"/>
                <a:sym typeface="汉仪君黑-45简" panose="020B0604020202020204" charset="-122"/>
              </a:rPr>
              <a:t>持续改进：不断总结面试经验，完善问题设计、答题标准、反馈机制等，以提高招聘效率和质量。同时也要根据公司业务发展的变化，及时调整面试提问的内容。</a:t>
            </a:r>
            <a:endParaRPr lang="en-US" altLang="zh-CN" sz="1600" dirty="0">
              <a:solidFill>
                <a:schemeClr val="bg1"/>
              </a:solidFill>
              <a:latin typeface="汉仪君黑-45简" panose="020B0604020202020204" charset="-122"/>
              <a:ea typeface="汉仪君黑-45简" panose="020B0604020202020204" charset="-122"/>
              <a:sym typeface="汉仪君黑-45简" panose="020B0604020202020204" charset="-122"/>
            </a:endParaRPr>
          </a:p>
          <a:p>
            <a:pPr lvl="0" algn="l">
              <a:lnSpc>
                <a:spcPct val="120000"/>
              </a:lnSpc>
              <a:buClrTx/>
              <a:buSzTx/>
              <a:buFontTx/>
            </a:pPr>
            <a:endParaRPr lang="en-US" altLang="zh-CN" sz="1600" dirty="0">
              <a:solidFill>
                <a:schemeClr val="bg1"/>
              </a:solidFill>
              <a:latin typeface="汉仪君黑-45简" panose="020B0604020202020204" charset="-122"/>
              <a:ea typeface="汉仪君黑-45简" panose="020B0604020202020204" charset="-122"/>
              <a:sym typeface="汉仪君黑-45简" panose="020B0604020202020204" charset="-122"/>
            </a:endParaRPr>
          </a:p>
        </p:txBody>
      </p:sp>
      <p:grpSp>
        <p:nvGrpSpPr>
          <p:cNvPr id="37" name="组合 36"/>
          <p:cNvGrpSpPr/>
          <p:nvPr/>
        </p:nvGrpSpPr>
        <p:grpSpPr>
          <a:xfrm>
            <a:off x="5022850" y="4993640"/>
            <a:ext cx="6846570" cy="895985"/>
            <a:chOff x="10191" y="7221"/>
            <a:chExt cx="10782" cy="1411"/>
          </a:xfrm>
        </p:grpSpPr>
        <p:sp>
          <p:nvSpPr>
            <p:cNvPr id="38" name="椭圆 37"/>
            <p:cNvSpPr/>
            <p:nvPr>
              <p:custDataLst>
                <p:tags r:id="rId17"/>
              </p:custDataLst>
            </p:nvPr>
          </p:nvSpPr>
          <p:spPr>
            <a:xfrm>
              <a:off x="10191" y="7426"/>
              <a:ext cx="717" cy="717"/>
            </a:xfrm>
            <a:prstGeom prst="ellipse">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735" dirty="0">
                  <a:latin typeface="汉仪君黑-45简" panose="020B0604020202020204" charset="-122"/>
                  <a:ea typeface="汉仪君黑-45简" panose="020B0604020202020204" charset="-122"/>
                  <a:cs typeface="+mn-ea"/>
                  <a:sym typeface="+mn-lt"/>
                </a:rPr>
                <a:t>6</a:t>
              </a:r>
              <a:endParaRPr lang="en-US" altLang="zh-CN" sz="1735" dirty="0">
                <a:latin typeface="汉仪君黑-45简" panose="020B0604020202020204" charset="-122"/>
                <a:ea typeface="汉仪君黑-45简" panose="020B0604020202020204" charset="-122"/>
                <a:cs typeface="+mn-ea"/>
                <a:sym typeface="+mn-lt"/>
              </a:endParaRPr>
            </a:p>
          </p:txBody>
        </p:sp>
        <p:sp>
          <p:nvSpPr>
            <p:cNvPr id="39" name="文本框 38"/>
            <p:cNvSpPr txBox="1">
              <a:spLocks noChangeArrowheads="1"/>
            </p:cNvSpPr>
            <p:nvPr>
              <p:custDataLst>
                <p:tags r:id="rId18"/>
              </p:custDataLst>
            </p:nvPr>
          </p:nvSpPr>
          <p:spPr bwMode="auto">
            <a:xfrm>
              <a:off x="11218" y="7221"/>
              <a:ext cx="3988"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1600" b="1">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唠嗑式提问</a:t>
              </a:r>
              <a:endParaRPr lang="zh-CN" altLang="en-US" sz="1600" b="1">
                <a:solidFill>
                  <a:schemeClr val="accent2">
                    <a:lumMod val="7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40" name="文本框 39"/>
            <p:cNvSpPr txBox="1">
              <a:spLocks noChangeArrowheads="1"/>
            </p:cNvSpPr>
            <p:nvPr>
              <p:custDataLst>
                <p:tags r:id="rId19"/>
              </p:custDataLst>
            </p:nvPr>
          </p:nvSpPr>
          <p:spPr bwMode="auto">
            <a:xfrm>
              <a:off x="11218" y="7730"/>
              <a:ext cx="9755"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800"/>
                </a:spcAft>
              </a:pPr>
              <a:r>
                <a:rPr lang="zh-CN" altLang="en-US" sz="1200">
                  <a:solidFill>
                    <a:srgbClr val="595959"/>
                  </a:solidFill>
                  <a:latin typeface="SimHei" panose="02010609060101010101" charset="-122"/>
                  <a:ea typeface="SimHei" panose="02010609060101010101" charset="-122"/>
                  <a:cs typeface="SimHei" panose="02010609060101010101" charset="-122"/>
                  <a:sym typeface="+mn-ea"/>
                </a:rPr>
                <a:t>对方放松警惕，随时挖坑，深挖问题 </a:t>
              </a:r>
              <a:endParaRPr lang="en-US" altLang="zh-CN" sz="1200" dirty="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grpSp>
      <p:pic>
        <p:nvPicPr>
          <p:cNvPr id="41" name="https://photo-static-api.fotomore.com/creative/vcg/veer/612/veer-165598007.jpg" descr="templates\picture_hover\&amp;pky4654436178_sjzg_&amp;2&amp;src_toppic_dropmo01&amp;"/>
          <p:cNvPicPr>
            <a:picLocks noChangeAspect="1"/>
          </p:cNvPicPr>
          <p:nvPr/>
        </p:nvPicPr>
        <p:blipFill>
          <a:blip r:embed="rId20"/>
          <a:srcRect l="19913"/>
          <a:stretch>
            <a:fillRect/>
          </a:stretch>
        </p:blipFill>
        <p:spPr>
          <a:xfrm>
            <a:off x="118745" y="1169035"/>
            <a:ext cx="4726940" cy="4041140"/>
          </a:xfrm>
          <a:prstGeom prst="rect">
            <a:avLst/>
          </a:prstGeom>
        </p:spPr>
      </p:pic>
      <p:sp>
        <p:nvSpPr>
          <p:cNvPr id="42" name="文本框 41"/>
          <p:cNvSpPr txBox="1"/>
          <p:nvPr>
            <p:custDataLst>
              <p:tags r:id="rId21"/>
            </p:custDataLst>
          </p:nvPr>
        </p:nvSpPr>
        <p:spPr>
          <a:xfrm>
            <a:off x="5641340" y="6135370"/>
            <a:ext cx="3703320" cy="337185"/>
          </a:xfrm>
          <a:prstGeom prst="rect">
            <a:avLst/>
          </a:prstGeom>
          <a:noFill/>
        </p:spPr>
        <p:txBody>
          <a:bodyPr wrap="square" rtlCol="0" anchor="t">
            <a:spAutoFit/>
          </a:bodyPr>
          <a:p>
            <a:r>
              <a:rPr lang="zh-CN" altLang="en-US" sz="1600">
                <a:solidFill>
                  <a:schemeClr val="accent1">
                    <a:lumMod val="75000"/>
                  </a:schemeClr>
                </a:solidFill>
                <a:latin typeface="SimHei" panose="02010609060101010101" charset="-122"/>
                <a:ea typeface="SimHei" panose="02010609060101010101" charset="-122"/>
                <a:cs typeface="SimHei" panose="02010609060101010101" charset="-122"/>
                <a:sym typeface="+mn-ea"/>
              </a:rPr>
              <a:t>每一种提问方式的背后的动机式什么？</a:t>
            </a:r>
            <a:endParaRPr lang="zh-CN" altLang="en-US" sz="1600">
              <a:solidFill>
                <a:schemeClr val="accent1">
                  <a:lumMod val="75000"/>
                </a:schemeClr>
              </a:solidFill>
              <a:latin typeface="SimHei" panose="02010609060101010101" charset="-122"/>
              <a:ea typeface="SimHei" panose="02010609060101010101" charset="-122"/>
              <a:cs typeface="SimHei" panose="02010609060101010101" charset="-122"/>
              <a:sym typeface="+mn-ea"/>
            </a:endParaRPr>
          </a:p>
        </p:txBody>
      </p:sp>
      <p:pic>
        <p:nvPicPr>
          <p:cNvPr id="2" name="图片 1" descr="32313537353537323b32313537353535363b5b9a4f4d"/>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960620" y="5958840"/>
            <a:ext cx="596900" cy="596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341870" y="1338580"/>
            <a:ext cx="4184650" cy="4603115"/>
          </a:xfrm>
          <a:prstGeom prst="rect">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6" name="矩形 5"/>
          <p:cNvSpPr/>
          <p:nvPr/>
        </p:nvSpPr>
        <p:spPr>
          <a:xfrm>
            <a:off x="665480" y="1338580"/>
            <a:ext cx="6396355" cy="4592955"/>
          </a:xfrm>
          <a:prstGeom prst="rect">
            <a:avLst/>
          </a:prstGeom>
          <a:no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8" name="任意多边形: 形状 10"/>
          <p:cNvSpPr/>
          <p:nvPr/>
        </p:nvSpPr>
        <p:spPr>
          <a:xfrm>
            <a:off x="665480" y="4392295"/>
            <a:ext cx="6396990" cy="1549400"/>
          </a:xfrm>
          <a:custGeom>
            <a:avLst/>
            <a:gdLst>
              <a:gd name="connsiteX0" fmla="*/ 0 w 3529262"/>
              <a:gd name="connsiteY0" fmla="*/ 0 h 1653947"/>
              <a:gd name="connsiteX1" fmla="*/ 4918 w 3529262"/>
              <a:gd name="connsiteY1" fmla="*/ 8920 h 1653947"/>
              <a:gd name="connsiteX2" fmla="*/ 1764631 w 3529262"/>
              <a:gd name="connsiteY2" fmla="*/ 924027 h 1653947"/>
              <a:gd name="connsiteX3" fmla="*/ 3524344 w 3529262"/>
              <a:gd name="connsiteY3" fmla="*/ 8920 h 1653947"/>
              <a:gd name="connsiteX4" fmla="*/ 3529262 w 3529262"/>
              <a:gd name="connsiteY4" fmla="*/ 0 h 1653947"/>
              <a:gd name="connsiteX5" fmla="*/ 3529262 w 3529262"/>
              <a:gd name="connsiteY5" fmla="*/ 1653947 h 1653947"/>
              <a:gd name="connsiteX6" fmla="*/ 0 w 3529262"/>
              <a:gd name="connsiteY6" fmla="*/ 1653947 h 1653947"/>
              <a:gd name="connsiteX7" fmla="*/ 0 w 3529262"/>
              <a:gd name="connsiteY7" fmla="*/ 0 h 1653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9262" h="1653947">
                <a:moveTo>
                  <a:pt x="0" y="0"/>
                </a:moveTo>
                <a:lnTo>
                  <a:pt x="4918" y="8920"/>
                </a:lnTo>
                <a:cubicBezTo>
                  <a:pt x="343809" y="553999"/>
                  <a:pt x="1004764" y="924027"/>
                  <a:pt x="1764631" y="924027"/>
                </a:cubicBezTo>
                <a:cubicBezTo>
                  <a:pt x="2524499" y="924027"/>
                  <a:pt x="3185453" y="553999"/>
                  <a:pt x="3524344" y="8920"/>
                </a:cubicBezTo>
                <a:lnTo>
                  <a:pt x="3529262" y="0"/>
                </a:lnTo>
                <a:lnTo>
                  <a:pt x="3529262" y="1653947"/>
                </a:lnTo>
                <a:lnTo>
                  <a:pt x="0" y="1653947"/>
                </a:lnTo>
                <a:lnTo>
                  <a:pt x="0" y="0"/>
                </a:lnTo>
                <a:close/>
              </a:path>
            </a:pathLst>
          </a:custGeom>
          <a:solidFill>
            <a:srgbClr val="E0836A"/>
          </a:solid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0" name="任意多边形: 形状 18"/>
          <p:cNvSpPr/>
          <p:nvPr/>
        </p:nvSpPr>
        <p:spPr>
          <a:xfrm>
            <a:off x="7341870" y="4393565"/>
            <a:ext cx="4184650" cy="1547495"/>
          </a:xfrm>
          <a:custGeom>
            <a:avLst/>
            <a:gdLst>
              <a:gd name="connsiteX0" fmla="*/ 0 w 3529262"/>
              <a:gd name="connsiteY0" fmla="*/ 0 h 1653947"/>
              <a:gd name="connsiteX1" fmla="*/ 4918 w 3529262"/>
              <a:gd name="connsiteY1" fmla="*/ 8920 h 1653947"/>
              <a:gd name="connsiteX2" fmla="*/ 1764631 w 3529262"/>
              <a:gd name="connsiteY2" fmla="*/ 924027 h 1653947"/>
              <a:gd name="connsiteX3" fmla="*/ 3524344 w 3529262"/>
              <a:gd name="connsiteY3" fmla="*/ 8920 h 1653947"/>
              <a:gd name="connsiteX4" fmla="*/ 3529262 w 3529262"/>
              <a:gd name="connsiteY4" fmla="*/ 0 h 1653947"/>
              <a:gd name="connsiteX5" fmla="*/ 3529262 w 3529262"/>
              <a:gd name="connsiteY5" fmla="*/ 1653947 h 1653947"/>
              <a:gd name="connsiteX6" fmla="*/ 0 w 3529262"/>
              <a:gd name="connsiteY6" fmla="*/ 1653947 h 1653947"/>
              <a:gd name="connsiteX7" fmla="*/ 0 w 3529262"/>
              <a:gd name="connsiteY7" fmla="*/ 0 h 1653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9262" h="1653947">
                <a:moveTo>
                  <a:pt x="0" y="0"/>
                </a:moveTo>
                <a:lnTo>
                  <a:pt x="4918" y="8920"/>
                </a:lnTo>
                <a:cubicBezTo>
                  <a:pt x="343809" y="553999"/>
                  <a:pt x="1004764" y="924027"/>
                  <a:pt x="1764631" y="924027"/>
                </a:cubicBezTo>
                <a:cubicBezTo>
                  <a:pt x="2524499" y="924027"/>
                  <a:pt x="3185453" y="553999"/>
                  <a:pt x="3524344" y="8920"/>
                </a:cubicBezTo>
                <a:lnTo>
                  <a:pt x="3529262" y="0"/>
                </a:lnTo>
                <a:lnTo>
                  <a:pt x="3529262" y="1653947"/>
                </a:lnTo>
                <a:lnTo>
                  <a:pt x="0" y="1653947"/>
                </a:lnTo>
                <a:lnTo>
                  <a:pt x="0" y="0"/>
                </a:lnTo>
                <a:close/>
              </a:path>
            </a:pathLst>
          </a:custGeom>
          <a:solidFill>
            <a:srgbClr val="E0836A"/>
          </a:solidFill>
          <a:ln>
            <a:solidFill>
              <a:srgbClr val="E0836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2" name="文本框 11"/>
          <p:cNvSpPr txBox="1">
            <a:spLocks noChangeArrowheads="1"/>
          </p:cNvSpPr>
          <p:nvPr/>
        </p:nvSpPr>
        <p:spPr bwMode="auto">
          <a:xfrm>
            <a:off x="2568148" y="5371777"/>
            <a:ext cx="211714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2000" dirty="0">
                <a:solidFill>
                  <a:schemeClr val="bg1"/>
                </a:solidFill>
                <a:latin typeface="汉仪君黑-45简" panose="020B0604020202020204" charset="-122"/>
                <a:ea typeface="汉仪君黑-45简" panose="020B0604020202020204" charset="-122"/>
                <a:cs typeface="+mn-ea"/>
                <a:sym typeface="+mn-lt"/>
              </a:rPr>
              <a:t>提问</a:t>
            </a:r>
            <a:r>
              <a:rPr lang="zh-CN" altLang="en-US" sz="2000" dirty="0">
                <a:solidFill>
                  <a:schemeClr val="bg1"/>
                </a:solidFill>
                <a:latin typeface="汉仪君黑-45简" panose="020B0604020202020204" charset="-122"/>
                <a:ea typeface="汉仪君黑-45简" panose="020B0604020202020204" charset="-122"/>
                <a:cs typeface="+mn-ea"/>
                <a:sym typeface="+mn-lt"/>
              </a:rPr>
              <a:t>方式</a:t>
            </a:r>
            <a:endParaRPr lang="zh-CN" altLang="en-US" sz="2000" dirty="0">
              <a:solidFill>
                <a:schemeClr val="bg1"/>
              </a:solidFill>
              <a:latin typeface="汉仪君黑-45简" panose="020B0604020202020204" charset="-122"/>
              <a:ea typeface="汉仪君黑-45简" panose="020B0604020202020204" charset="-122"/>
              <a:cs typeface="+mn-ea"/>
              <a:sym typeface="+mn-lt"/>
            </a:endParaRPr>
          </a:p>
        </p:txBody>
      </p:sp>
      <p:sp>
        <p:nvSpPr>
          <p:cNvPr id="13" name="文本框 12"/>
          <p:cNvSpPr txBox="1">
            <a:spLocks noChangeArrowheads="1"/>
          </p:cNvSpPr>
          <p:nvPr/>
        </p:nvSpPr>
        <p:spPr bwMode="auto">
          <a:xfrm>
            <a:off x="831215" y="1467485"/>
            <a:ext cx="6117590" cy="3827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800"/>
              </a:spcAft>
            </a:pPr>
            <a:r>
              <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例：你能介绍下售前、售中、售后的工作主要有哪些吗？（开放式提问）</a:t>
            </a:r>
            <a:endPar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endParaRPr>
          </a:p>
          <a:p>
            <a:pPr>
              <a:lnSpc>
                <a:spcPct val="120000"/>
              </a:lnSpc>
              <a:spcAft>
                <a:spcPts val="800"/>
              </a:spcAft>
            </a:pPr>
            <a:r>
              <a:rPr lang="en-US" altLang="zh-CN"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1</a:t>
            </a:r>
            <a:r>
              <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、售前</a:t>
            </a:r>
            <a:endPar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endParaRPr>
          </a:p>
          <a:p>
            <a:pPr>
              <a:lnSpc>
                <a:spcPct val="120000"/>
              </a:lnSpc>
              <a:spcAft>
                <a:spcPts val="800"/>
              </a:spcAft>
            </a:pPr>
            <a:r>
              <a:rPr lang="en-US" altLang="zh-CN"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    1</a:t>
            </a:r>
            <a:r>
              <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）、方便了解下，你是从哪些维度来做市场调研和竞调的吗？</a:t>
            </a:r>
            <a:endPar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endParaRPr>
          </a:p>
          <a:p>
            <a:pPr>
              <a:lnSpc>
                <a:spcPct val="120000"/>
              </a:lnSpc>
              <a:spcAft>
                <a:spcPts val="800"/>
              </a:spcAft>
            </a:pPr>
            <a:r>
              <a:rPr lang="en-US" altLang="zh-CN"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    2</a:t>
            </a:r>
            <a:r>
              <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）、你会从哪些维度给产品做定位？</a:t>
            </a:r>
            <a:endPar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endParaRPr>
          </a:p>
          <a:p>
            <a:pPr>
              <a:lnSpc>
                <a:spcPct val="120000"/>
              </a:lnSpc>
              <a:spcAft>
                <a:spcPts val="800"/>
              </a:spcAft>
            </a:pPr>
            <a:r>
              <a:rPr lang="en-US" altLang="zh-CN"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    3</a:t>
            </a:r>
            <a:r>
              <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）、产品的用户画像你是怎么做的呢？</a:t>
            </a:r>
            <a:endPar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endParaRPr>
          </a:p>
          <a:p>
            <a:pPr>
              <a:lnSpc>
                <a:spcPct val="120000"/>
              </a:lnSpc>
              <a:spcAft>
                <a:spcPts val="800"/>
              </a:spcAft>
            </a:pPr>
            <a:r>
              <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 </a:t>
            </a:r>
            <a:r>
              <a:rPr lang="en-US" altLang="zh-CN"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   4</a:t>
            </a:r>
            <a:r>
              <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）、拿最近公司的一款产品举例，你的推广方案是怎么做的呢？</a:t>
            </a:r>
            <a:endPar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endParaRPr>
          </a:p>
          <a:p>
            <a:pPr>
              <a:lnSpc>
                <a:spcPct val="120000"/>
              </a:lnSpc>
              <a:spcAft>
                <a:spcPts val="800"/>
              </a:spcAft>
            </a:pPr>
            <a:r>
              <a:rPr lang="en-US" altLang="zh-CN"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2</a:t>
            </a:r>
            <a:r>
              <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、售中</a:t>
            </a:r>
            <a:endPar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endParaRPr>
          </a:p>
          <a:p>
            <a:pPr>
              <a:lnSpc>
                <a:spcPct val="120000"/>
              </a:lnSpc>
              <a:spcAft>
                <a:spcPts val="800"/>
              </a:spcAft>
            </a:pPr>
            <a:r>
              <a:rPr lang="en-US" altLang="zh-CN"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    1</a:t>
            </a:r>
            <a:r>
              <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）那能介绍一下这款产品，当时第一个月到第三个月，你的广告是怎么推广的呢？</a:t>
            </a:r>
            <a:endPar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endParaRPr>
          </a:p>
          <a:p>
            <a:pPr>
              <a:lnSpc>
                <a:spcPct val="120000"/>
              </a:lnSpc>
              <a:spcAft>
                <a:spcPts val="800"/>
              </a:spcAft>
            </a:pPr>
            <a:r>
              <a:rPr lang="en-US" altLang="zh-CN"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    2</a:t>
            </a:r>
            <a:r>
              <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）方便了解下，你们平时主要关注的广告数据有哪些呢？</a:t>
            </a:r>
            <a:endPar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endParaRPr>
          </a:p>
          <a:p>
            <a:pPr>
              <a:lnSpc>
                <a:spcPct val="120000"/>
              </a:lnSpc>
              <a:spcAft>
                <a:spcPts val="800"/>
              </a:spcAft>
            </a:pPr>
            <a:r>
              <a:rPr lang="en-US" altLang="zh-CN"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    3</a:t>
            </a:r>
            <a:r>
              <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rPr>
              <a:t>）刚刚那个产品，你能说说以上的这些数据具体数值是多少吗？</a:t>
            </a:r>
            <a:endParaRPr lang="zh-CN" altLang="en-US" sz="1200" spc="150">
              <a:solidFill>
                <a:schemeClr val="tx1"/>
              </a:solidFill>
              <a:latin typeface="汉仪君黑-45简" panose="020B0604020202020204" charset="-122"/>
              <a:ea typeface="汉仪君黑-45简" panose="020B0604020202020204" charset="-122"/>
              <a:cs typeface="汉仪君黑-45简" panose="020B0604020202020204" charset="-122"/>
              <a:sym typeface="+mn-ea"/>
            </a:endParaRPr>
          </a:p>
          <a:p>
            <a:pPr>
              <a:lnSpc>
                <a:spcPct val="150000"/>
              </a:lnSpc>
            </a:pPr>
            <a:endParaRPr lang="zh-CN" altLang="en-US" sz="1200" spc="150" dirty="0">
              <a:solidFill>
                <a:schemeClr val="tx1"/>
              </a:solidFill>
              <a:latin typeface="汉仪君黑-45简" panose="020B0604020202020204" charset="-122"/>
              <a:ea typeface="汉仪君黑-45简" panose="020B0604020202020204" charset="-122"/>
              <a:cs typeface="汉仪君黑-45简" panose="020B0604020202020204" charset="-122"/>
              <a:sym typeface="+mn-ea"/>
            </a:endParaRPr>
          </a:p>
        </p:txBody>
      </p:sp>
      <p:sp>
        <p:nvSpPr>
          <p:cNvPr id="15" name="文本框 14"/>
          <p:cNvSpPr txBox="1">
            <a:spLocks noChangeArrowheads="1"/>
          </p:cNvSpPr>
          <p:nvPr/>
        </p:nvSpPr>
        <p:spPr bwMode="auto">
          <a:xfrm>
            <a:off x="8355070" y="5371777"/>
            <a:ext cx="211714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2000" dirty="0">
                <a:solidFill>
                  <a:schemeClr val="bg1"/>
                </a:solidFill>
                <a:latin typeface="汉仪君黑-45简" panose="020B0604020202020204" charset="-122"/>
                <a:ea typeface="汉仪君黑-45简" panose="020B0604020202020204" charset="-122"/>
                <a:cs typeface="+mn-ea"/>
                <a:sym typeface="+mn-lt"/>
              </a:rPr>
              <a:t>逻辑</a:t>
            </a:r>
            <a:endParaRPr lang="zh-CN" altLang="en-US" sz="2000" dirty="0">
              <a:solidFill>
                <a:schemeClr val="bg1"/>
              </a:solidFill>
              <a:latin typeface="汉仪君黑-45简" panose="020B0604020202020204" charset="-122"/>
              <a:ea typeface="汉仪君黑-45简" panose="020B0604020202020204" charset="-122"/>
              <a:cs typeface="+mn-ea"/>
              <a:sym typeface="+mn-lt"/>
            </a:endParaRPr>
          </a:p>
        </p:txBody>
      </p:sp>
      <p:sp>
        <p:nvSpPr>
          <p:cNvPr id="18" name="文本框 17" descr="7b0a202020202262756c6c6574223a20227b5c2263617465676f727949645c223a31303030352c5c2274656d706c61746549645c223a32303233313535377d220a7d0a"/>
          <p:cNvSpPr txBox="1">
            <a:spLocks noChangeArrowheads="1"/>
          </p:cNvSpPr>
          <p:nvPr/>
        </p:nvSpPr>
        <p:spPr bwMode="auto">
          <a:xfrm>
            <a:off x="7482205" y="1618615"/>
            <a:ext cx="386334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800"/>
              </a:spcAft>
              <a:buBlip>
                <a:blip r:embed="rId1"/>
              </a:buBlip>
            </a:pPr>
            <a:r>
              <a:rPr lang="en-US" altLang="zh-CN" sz="1200">
                <a:latin typeface="汉仪君黑-45简" panose="020B0604020202020204" charset="-122"/>
                <a:ea typeface="汉仪君黑-45简" panose="020B0604020202020204" charset="-122"/>
                <a:sym typeface="+mn-ea"/>
              </a:rPr>
              <a:t>  开放式问题是大方向，也是所有细节问题的前提。通过大方向过渡到细分的问题，</a:t>
            </a:r>
            <a:endParaRPr lang="en-US" altLang="zh-CN" sz="1200">
              <a:latin typeface="汉仪君黑-45简" panose="020B0604020202020204" charset="-122"/>
              <a:ea typeface="汉仪君黑-45简" panose="020B0604020202020204" charset="-122"/>
              <a:sym typeface="+mn-ea"/>
            </a:endParaRPr>
          </a:p>
          <a:p>
            <a:pPr>
              <a:lnSpc>
                <a:spcPct val="120000"/>
              </a:lnSpc>
              <a:spcAft>
                <a:spcPts val="800"/>
              </a:spcAft>
            </a:pPr>
            <a:r>
              <a:rPr lang="en-US" altLang="zh-CN" sz="1200">
                <a:latin typeface="汉仪君黑-45简" panose="020B0604020202020204" charset="-122"/>
                <a:ea typeface="汉仪君黑-45简" panose="020B0604020202020204" charset="-122"/>
                <a:sym typeface="+mn-ea"/>
              </a:rPr>
              <a:t>一是了解对方的专业技能的熟悉程度，水份有多少。</a:t>
            </a:r>
            <a:endParaRPr lang="en-US" altLang="zh-CN" sz="1200">
              <a:latin typeface="汉仪君黑-45简" panose="020B0604020202020204" charset="-122"/>
              <a:ea typeface="汉仪君黑-45简" panose="020B0604020202020204" charset="-122"/>
              <a:sym typeface="+mn-ea"/>
            </a:endParaRPr>
          </a:p>
          <a:p>
            <a:pPr>
              <a:lnSpc>
                <a:spcPct val="120000"/>
              </a:lnSpc>
              <a:spcAft>
                <a:spcPts val="800"/>
              </a:spcAft>
            </a:pPr>
            <a:r>
              <a:rPr lang="en-US" altLang="zh-CN" sz="1200">
                <a:latin typeface="汉仪君黑-45简" panose="020B0604020202020204" charset="-122"/>
                <a:ea typeface="汉仪君黑-45简" panose="020B0604020202020204" charset="-122"/>
                <a:sym typeface="+mn-ea"/>
              </a:rPr>
              <a:t>二是，为了让对方没有防备心觉得我们套经验，</a:t>
            </a:r>
            <a:endParaRPr lang="en-US" altLang="zh-CN" sz="1200">
              <a:latin typeface="汉仪君黑-45简" panose="020B0604020202020204" charset="-122"/>
              <a:ea typeface="汉仪君黑-45简" panose="020B0604020202020204" charset="-122"/>
              <a:sym typeface="+mn-ea"/>
            </a:endParaRPr>
          </a:p>
          <a:p>
            <a:pPr>
              <a:lnSpc>
                <a:spcPct val="120000"/>
              </a:lnSpc>
              <a:spcAft>
                <a:spcPts val="800"/>
              </a:spcAft>
            </a:pPr>
            <a:r>
              <a:rPr lang="en-US" altLang="zh-CN" sz="1200">
                <a:latin typeface="汉仪君黑-45简" panose="020B0604020202020204" charset="-122"/>
                <a:ea typeface="汉仪君黑-45简" panose="020B0604020202020204" charset="-122"/>
                <a:sym typeface="+mn-ea"/>
              </a:rPr>
              <a:t>三是为了体现我们的专业度，从而在面试的时候吸引到面试者。</a:t>
            </a:r>
            <a:endParaRPr lang="en-US" altLang="zh-CN" sz="1200">
              <a:latin typeface="汉仪君黑-45简" panose="020B0604020202020204" charset="-122"/>
              <a:ea typeface="汉仪君黑-45简" panose="020B0604020202020204" charset="-122"/>
              <a:sym typeface="+mn-ea"/>
            </a:endParaRPr>
          </a:p>
          <a:p>
            <a:pPr>
              <a:lnSpc>
                <a:spcPct val="120000"/>
              </a:lnSpc>
              <a:spcAft>
                <a:spcPts val="800"/>
              </a:spcAft>
              <a:buBlip>
                <a:blip r:embed="rId1"/>
              </a:buBlip>
            </a:pPr>
            <a:r>
              <a:rPr lang="en-US" altLang="zh-CN" sz="1200">
                <a:latin typeface="汉仪君黑-45简" panose="020B0604020202020204" charset="-122"/>
                <a:ea typeface="汉仪君黑-45简" panose="020B0604020202020204" charset="-122"/>
                <a:sym typeface="+mn-ea"/>
              </a:rPr>
              <a:t>  开放式的提问，更多的是考评对方的逻辑、表达能力、反应能力、理解能力。</a:t>
            </a:r>
            <a:endParaRPr lang="en-US" altLang="zh-CN" sz="1200">
              <a:latin typeface="汉仪君黑-45简" panose="020B0604020202020204" charset="-122"/>
              <a:ea typeface="汉仪君黑-45简" panose="020B0604020202020204" charset="-122"/>
              <a:sym typeface="+mn-ea"/>
            </a:endParaRPr>
          </a:p>
          <a:p>
            <a:pPr>
              <a:lnSpc>
                <a:spcPct val="120000"/>
              </a:lnSpc>
              <a:spcAft>
                <a:spcPts val="800"/>
              </a:spcAft>
              <a:buBlip>
                <a:blip r:embed="rId1"/>
              </a:buBlip>
            </a:pPr>
            <a:r>
              <a:rPr lang="en-US" altLang="zh-CN" sz="1200">
                <a:latin typeface="汉仪君黑-45简" panose="020B0604020202020204" charset="-122"/>
                <a:ea typeface="汉仪君黑-45简" panose="020B0604020202020204" charset="-122"/>
                <a:sym typeface="+mn-ea"/>
              </a:rPr>
              <a:t>  </a:t>
            </a:r>
            <a:r>
              <a:rPr lang="zh-CN" altLang="en-US" sz="1200">
                <a:latin typeface="汉仪君黑-45简" panose="020B0604020202020204" charset="-122"/>
                <a:ea typeface="汉仪君黑-45简" panose="020B0604020202020204" charset="-122"/>
                <a:sym typeface="+mn-ea"/>
              </a:rPr>
              <a:t>而结构提问，就好比剥洋葱，一层一层往下深挖，检验面试者答案的水份。</a:t>
            </a:r>
            <a:endParaRPr lang="zh-CN" altLang="en-US" sz="12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grpSp>
        <p:nvGrpSpPr>
          <p:cNvPr id="17" name="组合 16"/>
          <p:cNvGrpSpPr/>
          <p:nvPr/>
        </p:nvGrpSpPr>
        <p:grpSpPr>
          <a:xfrm>
            <a:off x="0" y="6401399"/>
            <a:ext cx="1933184" cy="456601"/>
            <a:chOff x="5813" y="5507421"/>
            <a:chExt cx="7708780" cy="1350579"/>
          </a:xfrm>
        </p:grpSpPr>
        <p:sp>
          <p:nvSpPr>
            <p:cNvPr id="19" name="等腰三角形 18"/>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0" name="等腰三角形 19"/>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1" name="组合 20"/>
          <p:cNvGrpSpPr/>
          <p:nvPr/>
        </p:nvGrpSpPr>
        <p:grpSpPr>
          <a:xfrm>
            <a:off x="10258816" y="-14340"/>
            <a:ext cx="1933184" cy="456601"/>
            <a:chOff x="1717902" y="-14340"/>
            <a:chExt cx="10474098" cy="2473890"/>
          </a:xfrm>
        </p:grpSpPr>
        <p:sp>
          <p:nvSpPr>
            <p:cNvPr id="22" name="任意多边形: 形状 21"/>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3" name="任意多边形: 形状 22"/>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4" name="组合 23"/>
          <p:cNvGrpSpPr/>
          <p:nvPr/>
        </p:nvGrpSpPr>
        <p:grpSpPr>
          <a:xfrm>
            <a:off x="0" y="138059"/>
            <a:ext cx="321733" cy="810207"/>
            <a:chOff x="-79079" y="0"/>
            <a:chExt cx="530352" cy="1060704"/>
          </a:xfrm>
        </p:grpSpPr>
        <p:sp>
          <p:nvSpPr>
            <p:cNvPr id="25" name="任意多边形: 形状 24"/>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6" name="任意多边形: 形状 25"/>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27" name="文本框 26"/>
          <p:cNvSpPr txBox="1"/>
          <p:nvPr/>
        </p:nvSpPr>
        <p:spPr>
          <a:xfrm>
            <a:off x="321945" y="281305"/>
            <a:ext cx="5156200" cy="521970"/>
          </a:xfrm>
          <a:prstGeom prst="rect">
            <a:avLst/>
          </a:prstGeom>
          <a:noFill/>
        </p:spPr>
        <p:txBody>
          <a:bodyPr wrap="square" rtlCol="0">
            <a:spAutoFit/>
          </a:bodyPr>
          <a:lstStyle/>
          <a:p>
            <a:pPr algn="dist"/>
            <a:r>
              <a:rPr lang="zh-CN" altLang="en-US" sz="2800">
                <a:latin typeface="SimHei" panose="02010609060101010101" charset="-122"/>
                <a:ea typeface="SimHei" panose="02010609060101010101" charset="-122"/>
                <a:cs typeface="方正小标宋_GBK" panose="02010600030101010101" charset="-122"/>
                <a:sym typeface="+mn-ea"/>
              </a:rPr>
              <a:t>开放式提问、结构提问</a:t>
            </a:r>
            <a:endParaRPr lang="zh-CN" altLang="en-US" sz="2800"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0" y="6401399"/>
            <a:ext cx="1933184" cy="456601"/>
            <a:chOff x="5813" y="5507421"/>
            <a:chExt cx="7708780" cy="1350579"/>
          </a:xfrm>
        </p:grpSpPr>
        <p:sp>
          <p:nvSpPr>
            <p:cNvPr id="18" name="等腰三角形 17"/>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0" name="等腰三角形 19"/>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2" name="组合 21"/>
          <p:cNvGrpSpPr/>
          <p:nvPr/>
        </p:nvGrpSpPr>
        <p:grpSpPr>
          <a:xfrm>
            <a:off x="10258816" y="-14340"/>
            <a:ext cx="1933184" cy="456601"/>
            <a:chOff x="1717902" y="-14340"/>
            <a:chExt cx="10474098" cy="2473890"/>
          </a:xfrm>
        </p:grpSpPr>
        <p:sp>
          <p:nvSpPr>
            <p:cNvPr id="26" name="任意多边形: 形状 25"/>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7" name="任意多边形: 形状 26"/>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8" name="组合 27"/>
          <p:cNvGrpSpPr/>
          <p:nvPr/>
        </p:nvGrpSpPr>
        <p:grpSpPr>
          <a:xfrm>
            <a:off x="0" y="138059"/>
            <a:ext cx="321733" cy="810207"/>
            <a:chOff x="-79079" y="0"/>
            <a:chExt cx="530352" cy="1060704"/>
          </a:xfrm>
        </p:grpSpPr>
        <p:sp>
          <p:nvSpPr>
            <p:cNvPr id="29" name="任意多边形: 形状 28"/>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0" name="任意多边形: 形状 29"/>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31" name="文本框 30"/>
          <p:cNvSpPr txBox="1"/>
          <p:nvPr/>
        </p:nvSpPr>
        <p:spPr>
          <a:xfrm>
            <a:off x="427990" y="358775"/>
            <a:ext cx="5601970" cy="368300"/>
          </a:xfrm>
          <a:prstGeom prst="rect">
            <a:avLst/>
          </a:prstGeom>
          <a:noFill/>
        </p:spPr>
        <p:txBody>
          <a:bodyPr wrap="square" rtlCol="0">
            <a:spAutoFit/>
          </a:bodyPr>
          <a:lstStyle/>
          <a:p>
            <a:pPr algn="l"/>
            <a:r>
              <a:rPr lang="zh-CN" altLang="en-US" dirty="0">
                <a:solidFill>
                  <a:schemeClr val="tx1">
                    <a:lumMod val="75000"/>
                    <a:lumOff val="25000"/>
                  </a:schemeClr>
                </a:solidFill>
                <a:latin typeface="汉仪君黑-45简" panose="020B0604020202020204" charset="-122"/>
                <a:ea typeface="汉仪君黑-45简" panose="020B0604020202020204" charset="-122"/>
                <a:cs typeface="+mn-ea"/>
                <a:sym typeface="+mn-lt"/>
              </a:rPr>
              <a:t>请告诉我，以下案例中使用了哪几种提问方式呢？</a:t>
            </a:r>
            <a:endParaRPr lang="zh-CN" altLang="en-US"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3" name="矩形 2"/>
          <p:cNvSpPr/>
          <p:nvPr>
            <p:custDataLst>
              <p:tags r:id="rId1"/>
            </p:custDataLst>
          </p:nvPr>
        </p:nvSpPr>
        <p:spPr>
          <a:xfrm>
            <a:off x="635" y="1019175"/>
            <a:ext cx="12192000" cy="1360170"/>
          </a:xfrm>
          <a:prstGeom prst="rect">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4" name="文本框 33"/>
          <p:cNvSpPr txBox="1">
            <a:spLocks noChangeArrowheads="1"/>
          </p:cNvSpPr>
          <p:nvPr>
            <p:custDataLst>
              <p:tags r:id="rId2"/>
            </p:custDataLst>
          </p:nvPr>
        </p:nvSpPr>
        <p:spPr bwMode="auto">
          <a:xfrm>
            <a:off x="241935" y="2468245"/>
            <a:ext cx="11847830" cy="394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800"/>
              </a:spcAft>
            </a:pP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洪玲案例：</a:t>
            </a:r>
            <a:endPar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endParaRPr>
          </a:p>
          <a:p>
            <a:pPr>
              <a:lnSpc>
                <a:spcPct val="120000"/>
              </a:lnSpc>
              <a:spcAft>
                <a:spcPts val="800"/>
              </a:spcAft>
            </a:pPr>
            <a:r>
              <a:rPr lang="en-US" altLang="zh-CN" sz="1200" spc="150">
                <a:solidFill>
                  <a:srgbClr val="595959"/>
                </a:solidFill>
                <a:latin typeface="SimHei" panose="02010609060101010101" charset="-122"/>
                <a:ea typeface="SimHei" panose="02010609060101010101" charset="-122"/>
                <a:cs typeface="方正小标宋_GBK" panose="02010600030101010101" charset="-122"/>
                <a:sym typeface="+mn-ea"/>
              </a:rPr>
              <a:t>Q</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：整场面试下来，我发现你的声音好温柔哦，但从你的回复来看，我觉得你是一个很</a:t>
            </a:r>
            <a:r>
              <a:rPr lang="zh-CN" altLang="en-US" sz="1200" u="sng" spc="150">
                <a:solidFill>
                  <a:srgbClr val="595959"/>
                </a:solidFill>
                <a:highlight>
                  <a:srgbClr val="FFFF00"/>
                </a:highlight>
                <a:latin typeface="SimHei" panose="02010609060101010101" charset="-122"/>
                <a:ea typeface="SimHei" panose="02010609060101010101" charset="-122"/>
                <a:cs typeface="方正小标宋_GBK" panose="02010600030101010101" charset="-122"/>
                <a:sym typeface="+mn-ea"/>
              </a:rPr>
              <a:t>果断</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的人。那你平时讲话一直都这么</a:t>
            </a:r>
            <a:r>
              <a:rPr lang="zh-CN" altLang="en-US" sz="1200" u="sng" spc="150">
                <a:solidFill>
                  <a:srgbClr val="595959"/>
                </a:solidFill>
                <a:highlight>
                  <a:srgbClr val="FFFF00"/>
                </a:highlight>
                <a:latin typeface="SimHei" panose="02010609060101010101" charset="-122"/>
                <a:ea typeface="SimHei" panose="02010609060101010101" charset="-122"/>
                <a:cs typeface="方正小标宋_GBK" panose="02010600030101010101" charset="-122"/>
                <a:sym typeface="+mn-ea"/>
              </a:rPr>
              <a:t>温柔</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吗？</a:t>
            </a:r>
            <a:endPar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endParaRPr>
          </a:p>
          <a:p>
            <a:pPr>
              <a:lnSpc>
                <a:spcPct val="120000"/>
              </a:lnSpc>
              <a:spcAft>
                <a:spcPts val="800"/>
              </a:spcAft>
            </a:pPr>
            <a:r>
              <a:rPr lang="en-US" altLang="zh-CN" sz="1200" spc="150">
                <a:solidFill>
                  <a:srgbClr val="595959"/>
                </a:solidFill>
                <a:latin typeface="SimHei" panose="02010609060101010101" charset="-122"/>
                <a:ea typeface="SimHei" panose="02010609060101010101" charset="-122"/>
                <a:cs typeface="方正小标宋_GBK" panose="02010600030101010101" charset="-122"/>
                <a:sym typeface="+mn-ea"/>
              </a:rPr>
              <a:t>A</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：在公司其实跟现在差不多，但是在家，我老公说我比较</a:t>
            </a:r>
            <a:r>
              <a:rPr lang="zh-CN" altLang="en-US" sz="1200" u="sng" spc="150">
                <a:solidFill>
                  <a:srgbClr val="595959"/>
                </a:solidFill>
                <a:highlight>
                  <a:srgbClr val="FFFF00"/>
                </a:highlight>
                <a:latin typeface="SimHei" panose="02010609060101010101" charset="-122"/>
                <a:ea typeface="SimHei" panose="02010609060101010101" charset="-122"/>
                <a:cs typeface="方正小标宋_GBK" panose="02010600030101010101" charset="-122"/>
                <a:sym typeface="+mn-ea"/>
              </a:rPr>
              <a:t>强势</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a:t>
            </a:r>
            <a:endPar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endParaRPr>
          </a:p>
          <a:p>
            <a:pPr>
              <a:lnSpc>
                <a:spcPct val="120000"/>
              </a:lnSpc>
              <a:spcAft>
                <a:spcPts val="800"/>
              </a:spcAft>
            </a:pPr>
            <a:r>
              <a:rPr lang="en-US" altLang="zh-CN" sz="1200" spc="150">
                <a:solidFill>
                  <a:srgbClr val="595959"/>
                </a:solidFill>
                <a:latin typeface="SimHei" panose="02010609060101010101" charset="-122"/>
                <a:ea typeface="SimHei" panose="02010609060101010101" charset="-122"/>
                <a:cs typeface="方正小标宋_GBK" panose="02010600030101010101" charset="-122"/>
                <a:sym typeface="+mn-ea"/>
              </a:rPr>
              <a:t>Q</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：女人在婚姻里多多少少都会有点小脾气的，这个正常。那你平时跟老板和老板娘之间的相处是怎样的呢？他们对你的评价是怎样的呢？</a:t>
            </a:r>
            <a:endPar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endParaRPr>
          </a:p>
          <a:p>
            <a:pPr>
              <a:lnSpc>
                <a:spcPct val="120000"/>
              </a:lnSpc>
              <a:spcAft>
                <a:spcPts val="800"/>
              </a:spcAft>
            </a:pPr>
            <a:r>
              <a:rPr lang="en-US" altLang="zh-CN" sz="1200" spc="150">
                <a:solidFill>
                  <a:srgbClr val="595959"/>
                </a:solidFill>
                <a:latin typeface="SimHei" panose="02010609060101010101" charset="-122"/>
                <a:ea typeface="SimHei" panose="02010609060101010101" charset="-122"/>
                <a:cs typeface="方正小标宋_GBK" panose="02010600030101010101" charset="-122"/>
                <a:sym typeface="+mn-ea"/>
              </a:rPr>
              <a:t>A</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：跟老板和老板娘的关系都还不错，公司的一些问题，他们也会让我提建议。倒没有听到他们对我有什么评价。</a:t>
            </a:r>
            <a:endPar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endParaRPr>
          </a:p>
          <a:p>
            <a:pPr>
              <a:lnSpc>
                <a:spcPct val="120000"/>
              </a:lnSpc>
              <a:spcAft>
                <a:spcPts val="800"/>
              </a:spcAft>
            </a:pPr>
            <a:r>
              <a:rPr lang="en-US" altLang="zh-CN" sz="1200" spc="150">
                <a:solidFill>
                  <a:srgbClr val="595959"/>
                </a:solidFill>
                <a:latin typeface="SimHei" panose="02010609060101010101" charset="-122"/>
                <a:ea typeface="SimHei" panose="02010609060101010101" charset="-122"/>
                <a:cs typeface="方正小标宋_GBK" panose="02010600030101010101" charset="-122"/>
                <a:sym typeface="+mn-ea"/>
              </a:rPr>
              <a:t>Q</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：平时在工作中，老板对公司的一些决策你有不同的想法时，你会怎么处理呢？</a:t>
            </a:r>
            <a:endPar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endParaRPr>
          </a:p>
          <a:p>
            <a:pPr>
              <a:lnSpc>
                <a:spcPct val="120000"/>
              </a:lnSpc>
              <a:spcAft>
                <a:spcPts val="800"/>
              </a:spcAft>
            </a:pPr>
            <a:r>
              <a:rPr lang="en-US" altLang="zh-CN" sz="1200" spc="150">
                <a:solidFill>
                  <a:srgbClr val="595959"/>
                </a:solidFill>
                <a:latin typeface="SimHei" panose="02010609060101010101" charset="-122"/>
                <a:ea typeface="SimHei" panose="02010609060101010101" charset="-122"/>
                <a:cs typeface="方正小标宋_GBK" panose="02010600030101010101" charset="-122"/>
                <a:sym typeface="+mn-ea"/>
              </a:rPr>
              <a:t>A</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：如果这件事情有损害到公司的发展，我会给老板说我的建议，</a:t>
            </a:r>
            <a:r>
              <a:rPr lang="zh-CN" altLang="en-US" sz="1200" u="sng" spc="150">
                <a:solidFill>
                  <a:srgbClr val="595959"/>
                </a:solidFill>
                <a:highlight>
                  <a:srgbClr val="FFFF00"/>
                </a:highlight>
                <a:latin typeface="SimHei" panose="02010609060101010101" charset="-122"/>
                <a:ea typeface="SimHei" panose="02010609060101010101" charset="-122"/>
                <a:cs typeface="方正小标宋_GBK" panose="02010600030101010101" charset="-122"/>
                <a:sym typeface="+mn-ea"/>
              </a:rPr>
              <a:t>说服他，不要去做</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a:t>
            </a:r>
            <a:endPar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endParaRPr>
          </a:p>
          <a:p>
            <a:pPr>
              <a:lnSpc>
                <a:spcPct val="120000"/>
              </a:lnSpc>
              <a:spcAft>
                <a:spcPts val="800"/>
              </a:spcAft>
            </a:pPr>
            <a:r>
              <a:rPr lang="en-US" altLang="zh-CN" sz="1200" spc="150">
                <a:solidFill>
                  <a:srgbClr val="595959"/>
                </a:solidFill>
                <a:latin typeface="SimHei" panose="02010609060101010101" charset="-122"/>
                <a:ea typeface="SimHei" panose="02010609060101010101" charset="-122"/>
                <a:cs typeface="方正小标宋_GBK" panose="02010600030101010101" charset="-122"/>
                <a:sym typeface="+mn-ea"/>
              </a:rPr>
              <a:t>Q:</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可以举个例子讲讲吗？我觉得你应该时一个比较有想法的人。</a:t>
            </a:r>
            <a:endPar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endParaRPr>
          </a:p>
          <a:p>
            <a:pPr>
              <a:lnSpc>
                <a:spcPct val="120000"/>
              </a:lnSpc>
              <a:spcAft>
                <a:spcPts val="800"/>
              </a:spcAft>
            </a:pPr>
            <a:r>
              <a:rPr lang="en-US" altLang="zh-CN" sz="1200" spc="150">
                <a:solidFill>
                  <a:srgbClr val="595959"/>
                </a:solidFill>
                <a:latin typeface="SimHei" panose="02010609060101010101" charset="-122"/>
                <a:ea typeface="SimHei" panose="02010609060101010101" charset="-122"/>
                <a:cs typeface="方正小标宋_GBK" panose="02010600030101010101" charset="-122"/>
                <a:sym typeface="+mn-ea"/>
              </a:rPr>
              <a:t>A</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例如，我们老板想要拓展业务，做进口，做牛奶代理，但是我们公司以前并未做过，也不太熟悉，加上老板娘全力反对，公司的资金周转不太好，我个人也觉得这个业务对公司的发展不利，所以我有去找老板聊。但是老板听不进去我们的建议，当时我就想，不管怎么样都要说服他，我想着等他冷静几天，我后面又找他，当时就关上门就我和老板两个人，讲这个事情，我们</a:t>
            </a:r>
            <a:r>
              <a:rPr lang="zh-CN" altLang="en-US" sz="1200" u="sng" spc="150">
                <a:solidFill>
                  <a:srgbClr val="595959"/>
                </a:solidFill>
                <a:highlight>
                  <a:srgbClr val="FFFF00"/>
                </a:highlight>
                <a:latin typeface="SimHei" panose="02010609060101010101" charset="-122"/>
                <a:ea typeface="SimHei" panose="02010609060101010101" charset="-122"/>
                <a:cs typeface="方正小标宋_GBK" panose="02010600030101010101" charset="-122"/>
                <a:sym typeface="+mn-ea"/>
              </a:rPr>
              <a:t>老板脾气不太好</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，所以当时</a:t>
            </a:r>
            <a:r>
              <a:rPr lang="zh-CN" altLang="en-US" sz="1200" u="sng" spc="150">
                <a:solidFill>
                  <a:srgbClr val="595959"/>
                </a:solidFill>
                <a:highlight>
                  <a:srgbClr val="FFFF00"/>
                </a:highlight>
                <a:latin typeface="SimHei" panose="02010609060101010101" charset="-122"/>
                <a:ea typeface="SimHei" panose="02010609060101010101" charset="-122"/>
                <a:cs typeface="方正小标宋_GBK" panose="02010600030101010101" charset="-122"/>
                <a:sym typeface="+mn-ea"/>
              </a:rPr>
              <a:t>我也没忍住</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a:t>
            </a:r>
            <a:r>
              <a:rPr lang="zh-CN" altLang="en-US" sz="1200" u="sng" spc="150">
                <a:solidFill>
                  <a:srgbClr val="595959"/>
                </a:solidFill>
                <a:highlight>
                  <a:srgbClr val="FFFF00"/>
                </a:highlight>
                <a:latin typeface="SimHei" panose="02010609060101010101" charset="-122"/>
                <a:ea typeface="SimHei" panose="02010609060101010101" charset="-122"/>
                <a:cs typeface="方正小标宋_GBK" panose="02010600030101010101" charset="-122"/>
                <a:sym typeface="+mn-ea"/>
              </a:rPr>
              <a:t>就吵起来了</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a:t>
            </a:r>
            <a:endPar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endParaRPr>
          </a:p>
          <a:p>
            <a:pPr>
              <a:lnSpc>
                <a:spcPct val="120000"/>
              </a:lnSpc>
              <a:spcAft>
                <a:spcPts val="800"/>
              </a:spcAft>
            </a:pPr>
            <a:r>
              <a:rPr lang="en-US" altLang="zh-CN" sz="1200" spc="150">
                <a:solidFill>
                  <a:srgbClr val="595959"/>
                </a:solidFill>
                <a:latin typeface="SimHei" panose="02010609060101010101" charset="-122"/>
                <a:ea typeface="SimHei" panose="02010609060101010101" charset="-122"/>
                <a:cs typeface="方正小标宋_GBK" panose="02010600030101010101" charset="-122"/>
                <a:sym typeface="+mn-ea"/>
              </a:rPr>
              <a:t>Q</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：是上班期间吗</a:t>
            </a:r>
            <a:r>
              <a:rPr lang="en-US" altLang="zh-CN" sz="1200" spc="150">
                <a:solidFill>
                  <a:srgbClr val="595959"/>
                </a:solidFill>
                <a:latin typeface="SimHei" panose="02010609060101010101" charset="-122"/>
                <a:ea typeface="SimHei" panose="02010609060101010101" charset="-122"/>
                <a:cs typeface="方正小标宋_GBK" panose="02010600030101010101" charset="-122"/>
                <a:sym typeface="+mn-ea"/>
              </a:rPr>
              <a:t>?</a:t>
            </a:r>
            <a:endParaRPr lang="en-US" altLang="zh-CN" sz="1200" spc="150">
              <a:solidFill>
                <a:srgbClr val="595959"/>
              </a:solidFill>
              <a:latin typeface="SimHei" panose="02010609060101010101" charset="-122"/>
              <a:ea typeface="SimHei" panose="02010609060101010101" charset="-122"/>
              <a:cs typeface="方正小标宋_GBK" panose="02010600030101010101" charset="-122"/>
              <a:sym typeface="+mn-ea"/>
            </a:endParaRPr>
          </a:p>
          <a:p>
            <a:pPr>
              <a:lnSpc>
                <a:spcPct val="120000"/>
              </a:lnSpc>
              <a:spcAft>
                <a:spcPts val="800"/>
              </a:spcAft>
            </a:pPr>
            <a:r>
              <a:rPr lang="en-US" altLang="zh-CN" sz="1200" spc="150">
                <a:solidFill>
                  <a:srgbClr val="595959"/>
                </a:solidFill>
                <a:latin typeface="SimHei" panose="02010609060101010101" charset="-122"/>
                <a:ea typeface="SimHei" panose="02010609060101010101" charset="-122"/>
                <a:cs typeface="方正小标宋_GBK" panose="02010600030101010101" charset="-122"/>
                <a:sym typeface="+mn-ea"/>
              </a:rPr>
              <a:t>A:</a:t>
            </a:r>
            <a:r>
              <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rPr>
              <a:t>是的。</a:t>
            </a:r>
            <a:endParaRPr lang="zh-CN" altLang="en-US" sz="1200" spc="150">
              <a:solidFill>
                <a:srgbClr val="595959"/>
              </a:solidFill>
              <a:latin typeface="SimHei" panose="02010609060101010101" charset="-122"/>
              <a:ea typeface="SimHei" panose="02010609060101010101" charset="-122"/>
              <a:cs typeface="方正小标宋_GBK" panose="02010600030101010101" charset="-122"/>
              <a:sym typeface="+mn-ea"/>
            </a:endParaRPr>
          </a:p>
          <a:p>
            <a:pPr algn="l" fontAlgn="auto">
              <a:lnSpc>
                <a:spcPct val="110000"/>
              </a:lnSpc>
              <a:buClrTx/>
              <a:buSzTx/>
              <a:buFontTx/>
            </a:pPr>
            <a:endParaRPr lang="en-US" altLang="zh-CN" sz="1200" dirty="0" smtClean="0">
              <a:solidFill>
                <a:schemeClr val="tx1">
                  <a:lumMod val="65000"/>
                  <a:lumOff val="35000"/>
                </a:schemeClr>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54" name="矩形 53"/>
          <p:cNvSpPr/>
          <p:nvPr>
            <p:custDataLst>
              <p:tags r:id="rId3"/>
            </p:custDataLst>
          </p:nvPr>
        </p:nvSpPr>
        <p:spPr>
          <a:xfrm>
            <a:off x="321945" y="1078230"/>
            <a:ext cx="11475085" cy="1294130"/>
          </a:xfrm>
          <a:prstGeom prst="rect">
            <a:avLst/>
          </a:prstGeom>
        </p:spPr>
        <p:txBody>
          <a:bodyPr wrap="square" tIns="0" bIns="0" rtlCol="0">
            <a:noAutofit/>
          </a:bodyPr>
          <a:p>
            <a:pPr>
              <a:lnSpc>
                <a:spcPct val="120000"/>
              </a:lnSpc>
              <a:spcAft>
                <a:spcPts val="800"/>
              </a:spcAft>
            </a:pPr>
            <a:r>
              <a:rPr lang="zh-CN" altLang="en-US" sz="1200" spc="150">
                <a:solidFill>
                  <a:schemeClr val="bg1"/>
                </a:solidFill>
                <a:latin typeface="SimHei" panose="02010609060101010101" charset="-122"/>
                <a:ea typeface="SimHei" panose="02010609060101010101" charset="-122"/>
                <a:cs typeface="方正小标宋_GBK" panose="02010600030101010101" charset="-122"/>
                <a:sym typeface="+mn-ea"/>
              </a:rPr>
              <a:t>洪玲案例：</a:t>
            </a:r>
            <a:endParaRPr lang="zh-CN" altLang="en-US" sz="1200" spc="150">
              <a:solidFill>
                <a:schemeClr val="bg1"/>
              </a:solidFill>
              <a:latin typeface="SimHei" panose="02010609060101010101" charset="-122"/>
              <a:ea typeface="SimHei" panose="02010609060101010101" charset="-122"/>
              <a:cs typeface="方正小标宋_GBK" panose="02010600030101010101" charset="-122"/>
              <a:sym typeface="+mn-ea"/>
            </a:endParaRPr>
          </a:p>
          <a:p>
            <a:pPr>
              <a:lnSpc>
                <a:spcPct val="120000"/>
              </a:lnSpc>
              <a:spcAft>
                <a:spcPts val="800"/>
              </a:spcAft>
            </a:pPr>
            <a:r>
              <a:rPr lang="zh-CN" altLang="en-US" sz="1200" spc="150">
                <a:solidFill>
                  <a:schemeClr val="bg1"/>
                </a:solidFill>
                <a:latin typeface="SimHei" panose="02010609060101010101" charset="-122"/>
                <a:ea typeface="SimHei" panose="02010609060101010101" charset="-122"/>
                <a:cs typeface="方正小标宋_GBK" panose="02010600030101010101" charset="-122"/>
                <a:sym typeface="+mn-ea"/>
              </a:rPr>
              <a:t>人资六大板块，从重要性出发，以你的理解，如果按照重要性先后进行排序，你会觉得重点是哪一项？其次的排序是怎样的？</a:t>
            </a:r>
            <a:endParaRPr lang="zh-CN" altLang="en-US" sz="1200" spc="150">
              <a:solidFill>
                <a:schemeClr val="bg1"/>
              </a:solidFill>
              <a:latin typeface="SimHei" panose="02010609060101010101" charset="-122"/>
              <a:ea typeface="SimHei" panose="02010609060101010101" charset="-122"/>
              <a:cs typeface="方正小标宋_GBK" panose="02010600030101010101" charset="-122"/>
              <a:sym typeface="+mn-ea"/>
            </a:endParaRPr>
          </a:p>
          <a:p>
            <a:pPr>
              <a:lnSpc>
                <a:spcPct val="120000"/>
              </a:lnSpc>
              <a:spcAft>
                <a:spcPts val="800"/>
              </a:spcAft>
            </a:pPr>
            <a:r>
              <a:rPr lang="zh-CN" altLang="en-US" sz="1200" spc="150">
                <a:solidFill>
                  <a:schemeClr val="bg1"/>
                </a:solidFill>
                <a:latin typeface="SimHei" panose="02010609060101010101" charset="-122"/>
                <a:ea typeface="SimHei" panose="02010609060101010101" charset="-122"/>
                <a:cs typeface="方正小标宋_GBK" panose="02010600030101010101" charset="-122"/>
                <a:sym typeface="+mn-ea"/>
              </a:rPr>
              <a:t>思考很久回复：招聘与配置--薪酬福利--绩效管理----员工关系--人力资源规划--培训与开发</a:t>
            </a:r>
            <a:endParaRPr lang="zh-CN" altLang="en-US" sz="1200" spc="150">
              <a:solidFill>
                <a:schemeClr val="bg1"/>
              </a:solidFill>
              <a:latin typeface="SimHei" panose="02010609060101010101" charset="-122"/>
              <a:ea typeface="SimHei" panose="02010609060101010101" charset="-122"/>
              <a:cs typeface="方正小标宋_GBK" panose="02010600030101010101" charset="-122"/>
              <a:sym typeface="+mn-ea"/>
            </a:endParaRPr>
          </a:p>
          <a:p>
            <a:pPr>
              <a:lnSpc>
                <a:spcPct val="120000"/>
              </a:lnSpc>
              <a:spcAft>
                <a:spcPts val="800"/>
              </a:spcAft>
            </a:pPr>
            <a:r>
              <a:rPr lang="zh-CN" altLang="en-US" sz="1200" u="sng" spc="150">
                <a:solidFill>
                  <a:schemeClr val="bg1"/>
                </a:solidFill>
                <a:latin typeface="SimHei" panose="02010609060101010101" charset="-122"/>
                <a:ea typeface="SimHei" panose="02010609060101010101" charset="-122"/>
                <a:cs typeface="方正小标宋_GBK" panose="02010600030101010101" charset="-122"/>
                <a:sym typeface="+mn-ea"/>
              </a:rPr>
              <a:t>这其实是一个开放式问题，较好的答案是：人资部门的工作比重并不固定，它是跟着公司战略规划走。</a:t>
            </a:r>
            <a:endParaRPr lang="zh-CN" altLang="en-US" sz="1200" spc="150">
              <a:solidFill>
                <a:schemeClr val="bg1"/>
              </a:solidFill>
              <a:latin typeface="SimHei" panose="02010609060101010101" charset="-122"/>
              <a:ea typeface="SimHei" panose="02010609060101010101" charset="-122"/>
              <a:cs typeface="方正小标宋_GBK" panose="02010600030101010101" charset="-122"/>
              <a:sym typeface="+mn-ea"/>
            </a:endParaRPr>
          </a:p>
          <a:p>
            <a:pPr lvl="0" algn="l">
              <a:lnSpc>
                <a:spcPct val="120000"/>
              </a:lnSpc>
              <a:buClrTx/>
              <a:buSzTx/>
              <a:buFontTx/>
            </a:pPr>
            <a:endParaRPr lang="zh-CN" altLang="en-US" sz="1200" spc="150" dirty="0">
              <a:solidFill>
                <a:schemeClr val="bg1"/>
              </a:solidFill>
              <a:latin typeface="SimHei" panose="02010609060101010101" charset="-122"/>
              <a:ea typeface="SimHei" panose="02010609060101010101" charset="-122"/>
              <a:cs typeface="方正小标宋_GBK" panose="0201060003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06045" y="1946910"/>
            <a:ext cx="4446905" cy="4154805"/>
          </a:xfrm>
          <a:prstGeom prst="rect">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6" name="矩形 15"/>
          <p:cNvSpPr/>
          <p:nvPr/>
        </p:nvSpPr>
        <p:spPr>
          <a:xfrm>
            <a:off x="4727575" y="2228215"/>
            <a:ext cx="3437890" cy="3889375"/>
          </a:xfrm>
          <a:prstGeom prst="rect">
            <a:avLst/>
          </a:prstGeom>
          <a:solidFill>
            <a:srgbClr val="E0836A"/>
          </a:solidFill>
          <a:ln>
            <a:noFill/>
          </a:ln>
          <a:effectLst>
            <a:outerShdw blurRad="50800" dist="38100" dir="2700000" algn="tl" rotWithShape="0">
              <a:srgbClr val="E0836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7" name="文本框 16"/>
          <p:cNvSpPr txBox="1">
            <a:spLocks noChangeArrowheads="1"/>
          </p:cNvSpPr>
          <p:nvPr/>
        </p:nvSpPr>
        <p:spPr bwMode="auto">
          <a:xfrm>
            <a:off x="4855845" y="2696845"/>
            <a:ext cx="3171825" cy="2583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150000"/>
              </a:lnSpc>
              <a:buClrTx/>
              <a:buSzTx/>
              <a:buFontTx/>
            </a:pPr>
            <a:endParaRPr lang="zh-CN" altLang="en-US" sz="160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a:p>
            <a:pPr lvl="0" algn="l">
              <a:lnSpc>
                <a:spcPct val="150000"/>
              </a:lnSpc>
              <a:buClrTx/>
              <a:buSzTx/>
              <a:buFontTx/>
            </a:pPr>
            <a:r>
              <a:rPr lang="en-US" altLang="zh-CN" sz="160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r>
              <a:rPr lang="zh-CN" altLang="en-US" sz="1600" spc="150" dirty="0">
                <a:solidFill>
                  <a:schemeClr val="bg1"/>
                </a:solidFill>
                <a:latin typeface="SimHei" panose="02010609060101010101" charset="-122"/>
                <a:ea typeface="SimHei" panose="02010609060101010101" charset="-122"/>
                <a:sym typeface="+mn-ea"/>
              </a:rPr>
              <a:t>招聘过程中记录各个阶段的面试结果、评估数据、候选人反馈等相关信息，与胜任力模型进行对比，确定该人员是否是匹配岗位胜任力模型的人才。</a:t>
            </a:r>
            <a:endParaRPr lang="zh-CN" altLang="en-US" sz="1600" spc="150" dirty="0">
              <a:solidFill>
                <a:schemeClr val="bg1"/>
              </a:solidFill>
              <a:latin typeface="SimHei" panose="02010609060101010101" charset="-122"/>
              <a:ea typeface="SimHei" panose="02010609060101010101" charset="-122"/>
            </a:endParaRPr>
          </a:p>
          <a:p>
            <a:pPr lvl="0" algn="l">
              <a:lnSpc>
                <a:spcPct val="150000"/>
              </a:lnSpc>
              <a:buClrTx/>
              <a:buSzTx/>
              <a:buFontTx/>
            </a:pPr>
            <a:endParaRPr lang="zh-CN" altLang="en-US" sz="1600" spc="150" dirty="0">
              <a:solidFill>
                <a:schemeClr val="bg1"/>
              </a:solidFill>
              <a:latin typeface="SimHei" panose="02010609060101010101" charset="-122"/>
              <a:ea typeface="SimHei" panose="02010609060101010101" charset="-122"/>
              <a:cs typeface="汉仪君黑-45简" panose="020B0604020202020204" charset="-122"/>
              <a:sym typeface="汉仪君黑-45简" panose="020B0604020202020204" charset="-122"/>
            </a:endParaRPr>
          </a:p>
        </p:txBody>
      </p:sp>
      <p:grpSp>
        <p:nvGrpSpPr>
          <p:cNvPr id="11" name="组合 10"/>
          <p:cNvGrpSpPr/>
          <p:nvPr/>
        </p:nvGrpSpPr>
        <p:grpSpPr>
          <a:xfrm>
            <a:off x="0" y="6401399"/>
            <a:ext cx="1933184" cy="456601"/>
            <a:chOff x="5813" y="5507421"/>
            <a:chExt cx="7708780" cy="1350579"/>
          </a:xfrm>
        </p:grpSpPr>
        <p:sp>
          <p:nvSpPr>
            <p:cNvPr id="12" name="等腰三角形 11"/>
            <p:cNvSpPr/>
            <p:nvPr/>
          </p:nvSpPr>
          <p:spPr>
            <a:xfrm>
              <a:off x="5813" y="5507421"/>
              <a:ext cx="7708780" cy="1350579"/>
            </a:xfrm>
            <a:prstGeom prst="triangle">
              <a:avLst>
                <a:gd name="adj" fmla="val 0"/>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sp>
          <p:nvSpPr>
            <p:cNvPr id="20" name="等腰三角形 19"/>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汉仪君黑-45简" panose="020B0604020202020204" charset="-122"/>
                <a:cs typeface="+mn-ea"/>
                <a:sym typeface="+mn-lt"/>
              </a:endParaRPr>
            </a:p>
          </p:txBody>
        </p:sp>
      </p:grpSp>
      <p:grpSp>
        <p:nvGrpSpPr>
          <p:cNvPr id="21" name="组合 20"/>
          <p:cNvGrpSpPr/>
          <p:nvPr/>
        </p:nvGrpSpPr>
        <p:grpSpPr>
          <a:xfrm>
            <a:off x="10258816" y="-14340"/>
            <a:ext cx="1933184" cy="456601"/>
            <a:chOff x="1717902" y="-14340"/>
            <a:chExt cx="10474098" cy="2473890"/>
          </a:xfrm>
        </p:grpSpPr>
        <p:sp>
          <p:nvSpPr>
            <p:cNvPr id="22" name="任意多边形: 形状 21"/>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3" name="任意多边形: 形状 22"/>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24" name="组合 23"/>
          <p:cNvGrpSpPr/>
          <p:nvPr/>
        </p:nvGrpSpPr>
        <p:grpSpPr>
          <a:xfrm>
            <a:off x="0" y="138059"/>
            <a:ext cx="321733" cy="810207"/>
            <a:chOff x="-79079" y="0"/>
            <a:chExt cx="530352" cy="1060704"/>
          </a:xfrm>
        </p:grpSpPr>
        <p:sp>
          <p:nvSpPr>
            <p:cNvPr id="25" name="任意多边形: 形状 24"/>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26" name="任意多边形: 形状 25"/>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27" name="文本框 26"/>
          <p:cNvSpPr txBox="1"/>
          <p:nvPr/>
        </p:nvSpPr>
        <p:spPr>
          <a:xfrm>
            <a:off x="321945" y="281305"/>
            <a:ext cx="3522345" cy="583565"/>
          </a:xfrm>
          <a:prstGeom prst="rect">
            <a:avLst/>
          </a:prstGeom>
          <a:noFill/>
        </p:spPr>
        <p:txBody>
          <a:bodyPr wrap="square" rtlCol="0">
            <a:spAutoFit/>
          </a:bodyPr>
          <a:lstStyle/>
          <a:p>
            <a:pPr algn="dist"/>
            <a:r>
              <a:rPr lang="en-US" altLang="zh-CN" sz="3200" b="1" dirty="0">
                <a:solidFill>
                  <a:schemeClr val="tx1">
                    <a:lumMod val="75000"/>
                    <a:lumOff val="25000"/>
                  </a:schemeClr>
                </a:solidFill>
                <a:latin typeface="汉仪君黑-45简" panose="020B0604020202020204" charset="-122"/>
                <a:ea typeface="汉仪君黑-45简" panose="020B0604020202020204" charset="-122"/>
                <a:cs typeface="+mn-ea"/>
                <a:sym typeface="+mn-lt"/>
              </a:rPr>
              <a:t>——</a:t>
            </a:r>
            <a:r>
              <a:rPr lang="zh-CN" altLang="en-US" sz="3200" b="1" dirty="0">
                <a:solidFill>
                  <a:schemeClr val="tx1">
                    <a:lumMod val="75000"/>
                    <a:lumOff val="25000"/>
                  </a:schemeClr>
                </a:solidFill>
                <a:latin typeface="汉仪君黑-45简" panose="020B0604020202020204" charset="-122"/>
                <a:ea typeface="汉仪君黑-45简" panose="020B0604020202020204" charset="-122"/>
                <a:cs typeface="+mn-ea"/>
                <a:sym typeface="+mn-lt"/>
              </a:rPr>
              <a:t>面试</a:t>
            </a:r>
            <a:r>
              <a:rPr lang="zh-CN" altLang="en-US" sz="3200" b="1" dirty="0">
                <a:solidFill>
                  <a:schemeClr val="tx1">
                    <a:lumMod val="75000"/>
                    <a:lumOff val="25000"/>
                  </a:schemeClr>
                </a:solidFill>
                <a:latin typeface="汉仪君黑-45简" panose="020B0604020202020204" charset="-122"/>
                <a:ea typeface="汉仪君黑-45简" panose="020B0604020202020204" charset="-122"/>
                <a:cs typeface="+mn-ea"/>
                <a:sym typeface="+mn-lt"/>
              </a:rPr>
              <a:t>复盘</a:t>
            </a:r>
            <a:endParaRPr lang="zh-CN" altLang="en-US" sz="3200" b="1" dirty="0">
              <a:solidFill>
                <a:schemeClr val="tx1">
                  <a:lumMod val="75000"/>
                  <a:lumOff val="25000"/>
                </a:schemeClr>
              </a:solidFill>
              <a:latin typeface="汉仪君黑-45简" panose="020B0604020202020204" charset="-122"/>
              <a:ea typeface="汉仪君黑-45简" panose="020B0604020202020204" charset="-122"/>
              <a:cs typeface="+mn-ea"/>
              <a:sym typeface="+mn-lt"/>
            </a:endParaRPr>
          </a:p>
        </p:txBody>
      </p:sp>
      <p:sp>
        <p:nvSpPr>
          <p:cNvPr id="2" name="矩形 1"/>
          <p:cNvSpPr/>
          <p:nvPr>
            <p:custDataLst>
              <p:tags r:id="rId2"/>
            </p:custDataLst>
          </p:nvPr>
        </p:nvSpPr>
        <p:spPr>
          <a:xfrm>
            <a:off x="8350250" y="2228850"/>
            <a:ext cx="3702685" cy="3888740"/>
          </a:xfrm>
          <a:prstGeom prst="rect">
            <a:avLst/>
          </a:prstGeom>
          <a:solidFill>
            <a:srgbClr val="E0836A"/>
          </a:solidFill>
          <a:ln>
            <a:noFill/>
          </a:ln>
          <a:effectLst>
            <a:outerShdw blurRad="50800" dist="38100" dir="2700000" algn="tl" rotWithShape="0">
              <a:srgbClr val="E0836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3" name="文本框 2"/>
          <p:cNvSpPr txBox="1">
            <a:spLocks noChangeArrowheads="1"/>
          </p:cNvSpPr>
          <p:nvPr>
            <p:custDataLst>
              <p:tags r:id="rId3"/>
            </p:custDataLst>
          </p:nvPr>
        </p:nvSpPr>
        <p:spPr bwMode="auto">
          <a:xfrm>
            <a:off x="8417560" y="2707005"/>
            <a:ext cx="3547110" cy="268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150000"/>
              </a:lnSpc>
              <a:buClrTx/>
              <a:buSzTx/>
              <a:buFontTx/>
            </a:pPr>
            <a:endParaRPr lang="zh-CN" altLang="en-US" sz="160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a:p>
            <a:pPr lvl="0" algn="l">
              <a:lnSpc>
                <a:spcPct val="150000"/>
              </a:lnSpc>
              <a:buClrTx/>
              <a:buSzTx/>
              <a:buFontTx/>
            </a:pPr>
            <a:r>
              <a:rPr lang="en-US" altLang="zh-CN" sz="160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      </a:t>
            </a:r>
            <a:r>
              <a:rPr lang="zh-CN" altLang="en-US" sz="1600" spc="150" dirty="0">
                <a:solidFill>
                  <a:schemeClr val="bg1"/>
                </a:solidFill>
                <a:latin typeface="SimHei" panose="02010609060101010101" charset="-122"/>
                <a:ea typeface="SimHei" panose="02010609060101010101" charset="-122"/>
                <a:sym typeface="+mn-ea"/>
              </a:rPr>
              <a:t>招聘过程中，对整个招聘流程和结果进行回顾、总结和分析的过程。通过对招聘复盘，可以及时发现招聘中存在的问题和不足，提高招聘效果和质量。</a:t>
            </a:r>
            <a:endParaRPr lang="zh-CN" altLang="en-US" sz="1600" spc="150" dirty="0">
              <a:solidFill>
                <a:schemeClr val="bg1"/>
              </a:solidFill>
              <a:latin typeface="SimHei" panose="02010609060101010101" charset="-122"/>
              <a:ea typeface="SimHei" panose="02010609060101010101" charset="-122"/>
            </a:endParaRPr>
          </a:p>
          <a:p>
            <a:pPr lvl="0" algn="l">
              <a:lnSpc>
                <a:spcPct val="150000"/>
              </a:lnSpc>
              <a:buClrTx/>
              <a:buSzTx/>
              <a:buFontTx/>
            </a:pPr>
            <a:endParaRPr lang="zh-CN" altLang="en-US" sz="160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a:p>
            <a:pPr eaLnBrk="1" hangingPunct="1"/>
            <a:endParaRPr lang="zh-CN" altLang="en-US" sz="160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49" name="圆角矩形 48"/>
          <p:cNvSpPr/>
          <p:nvPr>
            <p:custDataLst>
              <p:tags r:id="rId4"/>
            </p:custDataLst>
          </p:nvPr>
        </p:nvSpPr>
        <p:spPr>
          <a:xfrm>
            <a:off x="4727575" y="1854835"/>
            <a:ext cx="2115185" cy="551815"/>
          </a:xfrm>
          <a:prstGeom prst="roundRect">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rgbClr val="376FFF">
              <a:shade val="50000"/>
            </a:srgbClr>
          </a:lnRef>
          <a:fillRef idx="1">
            <a:srgbClr val="376FFF"/>
          </a:fillRef>
          <a:effectRef idx="0">
            <a:srgbClr val="376FFF"/>
          </a:effectRef>
          <a:fontRef idx="minor">
            <a:srgbClr val="FFFFFF"/>
          </a:fontRef>
        </p:style>
        <p:txBody>
          <a:bodyPr rtlCol="0" anchor="ctr"/>
          <a:p>
            <a:pPr algn="ctr"/>
            <a:endParaRPr lang="zh-CN" altLang="en-US">
              <a:latin typeface="SimHei" panose="02010609060101010101" charset="-122"/>
              <a:ea typeface="SimHei" panose="02010609060101010101" charset="-122"/>
            </a:endParaRPr>
          </a:p>
        </p:txBody>
      </p:sp>
      <p:sp>
        <p:nvSpPr>
          <p:cNvPr id="4" name="圆角矩形 3"/>
          <p:cNvSpPr/>
          <p:nvPr>
            <p:custDataLst>
              <p:tags r:id="rId5"/>
            </p:custDataLst>
          </p:nvPr>
        </p:nvSpPr>
        <p:spPr>
          <a:xfrm>
            <a:off x="8340090" y="1880870"/>
            <a:ext cx="2115185" cy="525145"/>
          </a:xfrm>
          <a:prstGeom prst="roundRect">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rgbClr val="376FFF">
              <a:shade val="50000"/>
            </a:srgbClr>
          </a:lnRef>
          <a:fillRef idx="1">
            <a:srgbClr val="376FFF"/>
          </a:fillRef>
          <a:effectRef idx="0">
            <a:srgbClr val="376FFF"/>
          </a:effectRef>
          <a:fontRef idx="minor">
            <a:srgbClr val="FFFFFF"/>
          </a:fontRef>
        </p:style>
        <p:txBody>
          <a:bodyPr rtlCol="0" anchor="ctr"/>
          <a:p>
            <a:pPr algn="ctr"/>
            <a:endParaRPr lang="zh-CN" altLang="en-US">
              <a:latin typeface="SimHei" panose="02010609060101010101" charset="-122"/>
              <a:ea typeface="SimHei" panose="02010609060101010101" charset="-122"/>
            </a:endParaRPr>
          </a:p>
        </p:txBody>
      </p:sp>
      <p:sp>
        <p:nvSpPr>
          <p:cNvPr id="6" name="文本框 5"/>
          <p:cNvSpPr txBox="1"/>
          <p:nvPr/>
        </p:nvSpPr>
        <p:spPr>
          <a:xfrm>
            <a:off x="4855845" y="1946910"/>
            <a:ext cx="1714500" cy="368300"/>
          </a:xfrm>
          <a:prstGeom prst="rect">
            <a:avLst/>
          </a:prstGeom>
          <a:noFill/>
        </p:spPr>
        <p:txBody>
          <a:bodyPr wrap="square" rtlCol="0">
            <a:spAutoFit/>
          </a:bodyPr>
          <a:p>
            <a:r>
              <a:rPr lang="zh-CN" altLang="en-US"/>
              <a:t>面试</a:t>
            </a:r>
            <a:r>
              <a:rPr lang="zh-CN" altLang="en-US"/>
              <a:t>复盘</a:t>
            </a:r>
            <a:endParaRPr lang="zh-CN" altLang="en-US"/>
          </a:p>
        </p:txBody>
      </p:sp>
      <p:sp>
        <p:nvSpPr>
          <p:cNvPr id="7" name="文本框 6"/>
          <p:cNvSpPr txBox="1"/>
          <p:nvPr/>
        </p:nvSpPr>
        <p:spPr>
          <a:xfrm>
            <a:off x="8512175" y="1963420"/>
            <a:ext cx="1852295" cy="368300"/>
          </a:xfrm>
          <a:prstGeom prst="rect">
            <a:avLst/>
          </a:prstGeom>
          <a:noFill/>
        </p:spPr>
        <p:txBody>
          <a:bodyPr wrap="square" rtlCol="0">
            <a:spAutoFit/>
          </a:bodyPr>
          <a:p>
            <a:r>
              <a:rPr lang="zh-CN" altLang="en-US"/>
              <a:t>招聘</a:t>
            </a:r>
            <a:r>
              <a:rPr lang="zh-CN" altLang="en-US"/>
              <a:t>复盘</a:t>
            </a: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4384111"/>
            <a:ext cx="10474098" cy="2473890"/>
            <a:chOff x="5813" y="5507421"/>
            <a:chExt cx="7708780" cy="1350579"/>
          </a:xfrm>
        </p:grpSpPr>
        <p:sp>
          <p:nvSpPr>
            <p:cNvPr id="3" name="等腰三角形 2"/>
            <p:cNvSpPr/>
            <p:nvPr/>
          </p:nvSpPr>
          <p:spPr>
            <a:xfrm>
              <a:off x="5813" y="5507421"/>
              <a:ext cx="7708780" cy="1350579"/>
            </a:xfrm>
            <a:prstGeom prst="triangle">
              <a:avLst>
                <a:gd name="adj" fmla="val 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4" name="等腰三角形 3"/>
            <p:cNvSpPr/>
            <p:nvPr/>
          </p:nvSpPr>
          <p:spPr>
            <a:xfrm>
              <a:off x="5813" y="5864773"/>
              <a:ext cx="7708780" cy="993227"/>
            </a:xfrm>
            <a:prstGeom prst="triangle">
              <a:avLst>
                <a:gd name="adj" fmla="val 0"/>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15" name="组合 14"/>
          <p:cNvGrpSpPr/>
          <p:nvPr/>
        </p:nvGrpSpPr>
        <p:grpSpPr>
          <a:xfrm>
            <a:off x="1717902" y="-14340"/>
            <a:ext cx="10474098" cy="2473890"/>
            <a:chOff x="1717902" y="-14340"/>
            <a:chExt cx="10474098" cy="2473890"/>
          </a:xfrm>
        </p:grpSpPr>
        <p:sp>
          <p:nvSpPr>
            <p:cNvPr id="12" name="任意多边形: 形状 11"/>
            <p:cNvSpPr/>
            <p:nvPr/>
          </p:nvSpPr>
          <p:spPr>
            <a:xfrm>
              <a:off x="1717902" y="-14340"/>
              <a:ext cx="10474098" cy="2473890"/>
            </a:xfrm>
            <a:custGeom>
              <a:avLst/>
              <a:gdLst>
                <a:gd name="connsiteX0" fmla="*/ 0 w 10474098"/>
                <a:gd name="connsiteY0" fmla="*/ 0 h 2473890"/>
                <a:gd name="connsiteX1" fmla="*/ 10474098 w 10474098"/>
                <a:gd name="connsiteY1" fmla="*/ 0 h 2473890"/>
                <a:gd name="connsiteX2" fmla="*/ 10474098 w 10474098"/>
                <a:gd name="connsiteY2" fmla="*/ 2473890 h 2473890"/>
              </a:gdLst>
              <a:ahLst/>
              <a:cxnLst>
                <a:cxn ang="0">
                  <a:pos x="connsiteX0" y="connsiteY0"/>
                </a:cxn>
                <a:cxn ang="0">
                  <a:pos x="connsiteX1" y="connsiteY1"/>
                </a:cxn>
                <a:cxn ang="0">
                  <a:pos x="connsiteX2" y="connsiteY2"/>
                </a:cxn>
              </a:cxnLst>
              <a:rect l="l" t="t" r="r" b="b"/>
              <a:pathLst>
                <a:path w="10474098" h="2473890">
                  <a:moveTo>
                    <a:pt x="0" y="0"/>
                  </a:moveTo>
                  <a:lnTo>
                    <a:pt x="10474098" y="0"/>
                  </a:lnTo>
                  <a:lnTo>
                    <a:pt x="10474098" y="247389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4" name="任意多边形: 形状 13"/>
            <p:cNvSpPr/>
            <p:nvPr/>
          </p:nvSpPr>
          <p:spPr>
            <a:xfrm>
              <a:off x="1717902" y="-14339"/>
              <a:ext cx="10474098" cy="1819319"/>
            </a:xfrm>
            <a:custGeom>
              <a:avLst/>
              <a:gdLst>
                <a:gd name="connsiteX0" fmla="*/ 0 w 10474098"/>
                <a:gd name="connsiteY0" fmla="*/ 0 h 1819319"/>
                <a:gd name="connsiteX1" fmla="*/ 10474098 w 10474098"/>
                <a:gd name="connsiteY1" fmla="*/ 0 h 1819319"/>
                <a:gd name="connsiteX2" fmla="*/ 10474098 w 10474098"/>
                <a:gd name="connsiteY2" fmla="*/ 1819319 h 1819319"/>
              </a:gdLst>
              <a:ahLst/>
              <a:cxnLst>
                <a:cxn ang="0">
                  <a:pos x="connsiteX0" y="connsiteY0"/>
                </a:cxn>
                <a:cxn ang="0">
                  <a:pos x="connsiteX1" y="connsiteY1"/>
                </a:cxn>
                <a:cxn ang="0">
                  <a:pos x="connsiteX2" y="connsiteY2"/>
                </a:cxn>
              </a:cxnLst>
              <a:rect l="l" t="t" r="r" b="b"/>
              <a:pathLst>
                <a:path w="10474098" h="1819319">
                  <a:moveTo>
                    <a:pt x="0" y="0"/>
                  </a:moveTo>
                  <a:lnTo>
                    <a:pt x="10474098" y="0"/>
                  </a:lnTo>
                  <a:lnTo>
                    <a:pt x="10474098" y="1819319"/>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grpSp>
        <p:nvGrpSpPr>
          <p:cNvPr id="13" name="组合 12"/>
          <p:cNvGrpSpPr/>
          <p:nvPr/>
        </p:nvGrpSpPr>
        <p:grpSpPr>
          <a:xfrm>
            <a:off x="0" y="595258"/>
            <a:ext cx="321733" cy="810207"/>
            <a:chOff x="-79079" y="0"/>
            <a:chExt cx="530352" cy="1060704"/>
          </a:xfrm>
        </p:grpSpPr>
        <p:sp>
          <p:nvSpPr>
            <p:cNvPr id="16" name="任意多边形: 形状 15"/>
            <p:cNvSpPr/>
            <p:nvPr/>
          </p:nvSpPr>
          <p:spPr>
            <a:xfrm>
              <a:off x="-79079" y="0"/>
              <a:ext cx="530352" cy="1060704"/>
            </a:xfrm>
            <a:custGeom>
              <a:avLst/>
              <a:gdLst>
                <a:gd name="connsiteX0" fmla="*/ 0 w 530352"/>
                <a:gd name="connsiteY0" fmla="*/ 0 h 1060704"/>
                <a:gd name="connsiteX1" fmla="*/ 530352 w 530352"/>
                <a:gd name="connsiteY1" fmla="*/ 530352 h 1060704"/>
                <a:gd name="connsiteX2" fmla="*/ 0 w 530352"/>
                <a:gd name="connsiteY2" fmla="*/ 1060704 h 1060704"/>
              </a:gdLst>
              <a:ahLst/>
              <a:cxnLst>
                <a:cxn ang="0">
                  <a:pos x="connsiteX0" y="connsiteY0"/>
                </a:cxn>
                <a:cxn ang="0">
                  <a:pos x="connsiteX1" y="connsiteY1"/>
                </a:cxn>
                <a:cxn ang="0">
                  <a:pos x="connsiteX2" y="connsiteY2"/>
                </a:cxn>
              </a:cxnLst>
              <a:rect l="l" t="t" r="r" b="b"/>
              <a:pathLst>
                <a:path w="530352" h="1060704">
                  <a:moveTo>
                    <a:pt x="0" y="0"/>
                  </a:moveTo>
                  <a:lnTo>
                    <a:pt x="530352" y="530352"/>
                  </a:lnTo>
                  <a:lnTo>
                    <a:pt x="0" y="1060704"/>
                  </a:lnTo>
                  <a:close/>
                </a:path>
              </a:pathLst>
            </a:cu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sp>
          <p:nvSpPr>
            <p:cNvPr id="19" name="任意多边形: 形状 18"/>
            <p:cNvSpPr/>
            <p:nvPr/>
          </p:nvSpPr>
          <p:spPr>
            <a:xfrm>
              <a:off x="-79079" y="0"/>
              <a:ext cx="530352" cy="530352"/>
            </a:xfrm>
            <a:custGeom>
              <a:avLst/>
              <a:gdLst>
                <a:gd name="connsiteX0" fmla="*/ 0 w 530352"/>
                <a:gd name="connsiteY0" fmla="*/ 0 h 530352"/>
                <a:gd name="connsiteX1" fmla="*/ 530352 w 530352"/>
                <a:gd name="connsiteY1" fmla="*/ 530352 h 530352"/>
                <a:gd name="connsiteX2" fmla="*/ 0 w 530352"/>
                <a:gd name="connsiteY2" fmla="*/ 530352 h 530352"/>
              </a:gdLst>
              <a:ahLst/>
              <a:cxnLst>
                <a:cxn ang="0">
                  <a:pos x="connsiteX0" y="connsiteY0"/>
                </a:cxn>
                <a:cxn ang="0">
                  <a:pos x="connsiteX1" y="connsiteY1"/>
                </a:cxn>
                <a:cxn ang="0">
                  <a:pos x="connsiteX2" y="connsiteY2"/>
                </a:cxn>
              </a:cxnLst>
              <a:rect l="l" t="t" r="r" b="b"/>
              <a:pathLst>
                <a:path w="530352" h="530352">
                  <a:moveTo>
                    <a:pt x="0" y="0"/>
                  </a:moveTo>
                  <a:lnTo>
                    <a:pt x="530352" y="530352"/>
                  </a:lnTo>
                  <a:lnTo>
                    <a:pt x="0" y="53035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汉仪君黑-45简" panose="020B0604020202020204" charset="-122"/>
                <a:ea typeface="汉仪君黑-45简" panose="020B0604020202020204" charset="-122"/>
                <a:cs typeface="+mn-ea"/>
                <a:sym typeface="+mn-lt"/>
              </a:endParaRPr>
            </a:p>
          </p:txBody>
        </p:sp>
      </p:grpSp>
      <p:sp>
        <p:nvSpPr>
          <p:cNvPr id="20" name="文本框 19"/>
          <p:cNvSpPr txBox="1"/>
          <p:nvPr/>
        </p:nvSpPr>
        <p:spPr>
          <a:xfrm>
            <a:off x="321733" y="738751"/>
            <a:ext cx="1557868" cy="523220"/>
          </a:xfrm>
          <a:prstGeom prst="rect">
            <a:avLst/>
          </a:prstGeom>
          <a:noFill/>
        </p:spPr>
        <p:txBody>
          <a:bodyPr wrap="square" rtlCol="0">
            <a:spAutoFit/>
          </a:bodyPr>
          <a:lstStyle/>
          <a:p>
            <a:pPr algn="dist"/>
            <a:r>
              <a:rPr lang="en-US" altLang="zh-CN" sz="2800" dirty="0">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rPr>
              <a:t>LOGO</a:t>
            </a:r>
            <a:endParaRPr lang="en-US" altLang="zh-CN" sz="2800" dirty="0">
              <a:solidFill>
                <a:schemeClr val="accent2">
                  <a:lumMod val="7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8" name="文本框 7"/>
          <p:cNvSpPr txBox="1"/>
          <p:nvPr/>
        </p:nvSpPr>
        <p:spPr>
          <a:xfrm>
            <a:off x="2272885" y="2107796"/>
            <a:ext cx="7646231" cy="923330"/>
          </a:xfrm>
          <a:prstGeom prst="rect">
            <a:avLst/>
          </a:prstGeom>
          <a:noFill/>
        </p:spPr>
        <p:txBody>
          <a:bodyPr wrap="square" rtlCol="0">
            <a:spAutoFit/>
          </a:bodyPr>
          <a:lstStyle/>
          <a:p>
            <a:pPr algn="dist"/>
            <a:r>
              <a:rPr lang="zh-CN" altLang="en-US" sz="5400" dirty="0">
                <a:solidFill>
                  <a:schemeClr val="tx1">
                    <a:lumMod val="75000"/>
                    <a:lumOff val="25000"/>
                  </a:schemeClr>
                </a:solidFill>
                <a:latin typeface="汉仪君黑-45简" panose="020B0604020202020204" charset="-122"/>
                <a:ea typeface="汉仪君黑-45简" panose="020B0604020202020204" charset="-122"/>
                <a:sym typeface="汉仪君黑-45简" panose="020B0604020202020204" charset="-122"/>
              </a:rPr>
              <a:t>汇报完毕，感谢聆听</a:t>
            </a:r>
            <a:endParaRPr lang="zh-CN" altLang="en-US" sz="5400" dirty="0">
              <a:solidFill>
                <a:schemeClr val="tx1">
                  <a:lumMod val="75000"/>
                  <a:lumOff val="2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17" name="矩形 16"/>
          <p:cNvSpPr/>
          <p:nvPr/>
        </p:nvSpPr>
        <p:spPr>
          <a:xfrm>
            <a:off x="2502494" y="3041101"/>
            <a:ext cx="7187012" cy="70205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altLang="zh-CN"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The user can demonstrate on a projector or computer</a:t>
            </a:r>
            <a:r>
              <a:rPr lang="zh-CN" altLang="en-US"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a:t>
            </a:r>
            <a:r>
              <a:rPr lang="en-US" altLang="zh-CN"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rPr>
              <a:t>or print the presentation and make it into a in a wider field.</a:t>
            </a:r>
            <a:endParaRPr lang="en-US" altLang="zh-CN" sz="1400" dirty="0">
              <a:solidFill>
                <a:schemeClr val="tx1">
                  <a:lumMod val="75000"/>
                  <a:lumOff val="25000"/>
                </a:schemeClr>
              </a:solidFill>
              <a:latin typeface="汉仪君黑-45简" panose="020B0604020202020204" charset="-122"/>
              <a:ea typeface="汉仪君黑-45简" panose="020B0604020202020204" charset="-122"/>
              <a:cs typeface="汉仪君黑-45简" panose="020B0604020202020204" charset="-122"/>
              <a:sym typeface="+mn-lt"/>
            </a:endParaRPr>
          </a:p>
        </p:txBody>
      </p:sp>
      <p:sp>
        <p:nvSpPr>
          <p:cNvPr id="22" name="矩形: 圆角 21"/>
          <p:cNvSpPr/>
          <p:nvPr/>
        </p:nvSpPr>
        <p:spPr>
          <a:xfrm>
            <a:off x="3459265" y="4237843"/>
            <a:ext cx="2218267" cy="512360"/>
          </a:xfrm>
          <a:prstGeom prst="roundRect">
            <a:avLst/>
          </a:prstGeom>
          <a:solidFill>
            <a:srgbClr val="E08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汉仪君黑-45简" panose="020B0604020202020204" charset="-122"/>
                <a:ea typeface="汉仪君黑-45简" panose="020B0604020202020204" charset="-122"/>
                <a:cs typeface="+mn-ea"/>
                <a:sym typeface="+mn-lt"/>
              </a:rPr>
              <a:t>分享人：</a:t>
            </a:r>
            <a:r>
              <a:rPr lang="en-US" altLang="zh-CN" sz="2000" dirty="0">
                <a:latin typeface="汉仪君黑-45简" panose="020B0604020202020204" charset="-122"/>
                <a:ea typeface="汉仪君黑-45简" panose="020B0604020202020204" charset="-122"/>
                <a:cs typeface="+mn-ea"/>
                <a:sym typeface="+mn-lt"/>
              </a:rPr>
              <a:t>B</a:t>
            </a:r>
            <a:r>
              <a:rPr lang="en-US" altLang="zh-CN" sz="2000" dirty="0">
                <a:latin typeface="汉仪君黑-45简" panose="020B0604020202020204" charset="-122"/>
                <a:ea typeface="汉仪君黑-45简" panose="020B0604020202020204" charset="-122"/>
                <a:cs typeface="+mn-ea"/>
                <a:sym typeface="+mn-lt"/>
              </a:rPr>
              <a:t>eth</a:t>
            </a:r>
            <a:endParaRPr lang="en-US" altLang="zh-CN" sz="2000" dirty="0">
              <a:latin typeface="汉仪君黑-45简" panose="020B0604020202020204" charset="-122"/>
              <a:ea typeface="汉仪君黑-45简" panose="020B0604020202020204" charset="-122"/>
              <a:cs typeface="+mn-ea"/>
              <a:sym typeface="+mn-lt"/>
            </a:endParaRPr>
          </a:p>
        </p:txBody>
      </p:sp>
      <p:sp>
        <p:nvSpPr>
          <p:cNvPr id="23" name="矩形: 圆角 22"/>
          <p:cNvSpPr/>
          <p:nvPr/>
        </p:nvSpPr>
        <p:spPr>
          <a:xfrm>
            <a:off x="6514465" y="4237990"/>
            <a:ext cx="2408555" cy="512445"/>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汉仪君黑-45简" panose="020B0604020202020204" charset="-122"/>
                <a:ea typeface="汉仪君黑-45简" panose="020B0604020202020204" charset="-122"/>
                <a:cs typeface="+mn-ea"/>
                <a:sym typeface="+mn-lt"/>
              </a:rPr>
              <a:t>日期：</a:t>
            </a:r>
            <a:r>
              <a:rPr lang="en-US" altLang="zh-CN" sz="1600" dirty="0">
                <a:latin typeface="汉仪君黑-45简" panose="020B0604020202020204" charset="-122"/>
                <a:ea typeface="汉仪君黑-45简" panose="020B0604020202020204" charset="-122"/>
                <a:cs typeface="+mn-ea"/>
                <a:sym typeface="+mn-lt"/>
              </a:rPr>
              <a:t>2023</a:t>
            </a:r>
            <a:r>
              <a:rPr lang="zh-CN" altLang="en-US" sz="1600" dirty="0">
                <a:latin typeface="汉仪君黑-45简" panose="020B0604020202020204" charset="-122"/>
                <a:ea typeface="汉仪君黑-45简" panose="020B0604020202020204" charset="-122"/>
                <a:cs typeface="+mn-ea"/>
                <a:sym typeface="+mn-lt"/>
              </a:rPr>
              <a:t>年</a:t>
            </a:r>
            <a:r>
              <a:rPr lang="en-US" altLang="zh-CN" sz="1600" dirty="0">
                <a:latin typeface="汉仪君黑-45简" panose="020B0604020202020204" charset="-122"/>
                <a:ea typeface="汉仪君黑-45简" panose="020B0604020202020204" charset="-122"/>
                <a:cs typeface="+mn-ea"/>
                <a:sym typeface="+mn-lt"/>
              </a:rPr>
              <a:t>5</a:t>
            </a:r>
            <a:r>
              <a:rPr lang="zh-CN" altLang="en-US" sz="1600" dirty="0">
                <a:latin typeface="汉仪君黑-45简" panose="020B0604020202020204" charset="-122"/>
                <a:ea typeface="汉仪君黑-45简" panose="020B0604020202020204" charset="-122"/>
                <a:cs typeface="+mn-ea"/>
                <a:sym typeface="+mn-lt"/>
              </a:rPr>
              <a:t>月</a:t>
            </a:r>
            <a:r>
              <a:rPr lang="en-US" altLang="zh-CN" sz="1600" dirty="0">
                <a:latin typeface="汉仪君黑-45简" panose="020B0604020202020204" charset="-122"/>
                <a:ea typeface="汉仪君黑-45简" panose="020B0604020202020204" charset="-122"/>
                <a:cs typeface="+mn-ea"/>
                <a:sym typeface="+mn-lt"/>
              </a:rPr>
              <a:t>27</a:t>
            </a:r>
            <a:r>
              <a:rPr lang="zh-CN" altLang="en-US" sz="1600" dirty="0">
                <a:latin typeface="汉仪君黑-45简" panose="020B0604020202020204" charset="-122"/>
                <a:ea typeface="汉仪君黑-45简" panose="020B0604020202020204" charset="-122"/>
                <a:cs typeface="+mn-ea"/>
                <a:sym typeface="+mn-lt"/>
              </a:rPr>
              <a:t>日</a:t>
            </a:r>
            <a:endParaRPr lang="zh-CN" altLang="en-US" sz="1600" dirty="0">
              <a:latin typeface="汉仪君黑-45简" panose="020B0604020202020204" charset="-122"/>
              <a:ea typeface="汉仪君黑-45简" panose="020B0604020202020204" charset="-122"/>
              <a:cs typeface="+mn-ea"/>
              <a:sym typeface="+mn-lt"/>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UNIT_PLACING_PICTURE_USER_VIEWPORT" val="{&quot;height&quot;:10800,&quot;width&quot;:16190}"/>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1_1"/>
  <p:tag name="KSO_WM_UNIT_ID" val="diagram20228678_4*n_h_h_i*463_2_1_1"/>
  <p:tag name="KSO_WM_TEMPLATE_CATEGORY" val="diagram"/>
  <p:tag name="KSO_WM_TEMPLATE_INDEX" val="20228678"/>
  <p:tag name="KSO_WM_UNIT_LAYERLEVEL" val="1_1_1_1"/>
  <p:tag name="KSO_WM_TAG_VERSION" val="1.0"/>
  <p:tag name="KSO_WM_BEAUTIFY_FLAG" val="#wm#"/>
  <p:tag name="KSO_WM_UNIT_FILL_FORE_SCHEMECOLOR_INDEX" val="5"/>
  <p:tag name="KSO_WM_UNIT_FILL_TYPE" val="1"/>
  <p:tag name="KSO_WM_UNIT_USESOURCEFORMAT_APPLY" val="1"/>
</p:tagLst>
</file>

<file path=ppt/tags/tag5.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463_2_1_1"/>
  <p:tag name="KSO_WM_UNIT_ID" val="diagram20228678_4*n_h_h_f*463_2_1_1"/>
  <p:tag name="KSO_WM_TEMPLATE_CATEGORY" val="diagram"/>
  <p:tag name="KSO_WM_TEMPLATE_INDEX" val="20228678"/>
  <p:tag name="KSO_WM_UNIT_LAYERLEVEL" val="1_1_1_1"/>
  <p:tag name="KSO_WM_TAG_VERSION" val="1.0"/>
  <p:tag name="KSO_WM_BEAUTIFY_FLAG" val="#wm#"/>
  <p:tag name="KSO_WM_UNIT_TEXT_FILL_FORE_SCHEMECOLOR_INDEX" val="13"/>
  <p:tag name="KSO_WM_UNIT_TEXT_FILL_TYPE" val="1"/>
  <p:tag name="KSO_WM_UNIT_USESOURCEFORMAT_APPLY"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1_3"/>
  <p:tag name="KSO_WM_UNIT_ID" val="diagram20228678_4*n_h_h_i*463_2_1_3"/>
  <p:tag name="KSO_WM_TEMPLATE_CATEGORY" val="diagram"/>
  <p:tag name="KSO_WM_TEMPLATE_INDEX" val="20228678"/>
  <p:tag name="KSO_WM_UNIT_LAYERLEVEL" val="1_1_1_1"/>
  <p:tag name="KSO_WM_TAG_VERSION" val="1.0"/>
  <p:tag name="KSO_WM_BEAUTIFY_FLAG" val="#wm#"/>
  <p:tag name="KSO_WM_UNIT_FILL_FORE_SCHEMECOLOR_INDEX" val="5"/>
  <p:tag name="KSO_WM_UNIT_FILL_TYPE" val="1"/>
  <p:tag name="KSO_WM_UNIT_USESOURCEFORMAT_APPLY" val="1"/>
</p:tagLst>
</file>

<file path=ppt/tags/tag7.xml><?xml version="1.0" encoding="utf-8"?>
<p:tagLst xmlns:p="http://schemas.openxmlformats.org/presentationml/2006/main">
  <p:tag name="KSO_WM_UNIT_VALUE" val="90*90"/>
  <p:tag name="KSO_WM_UNIT_HIGHLIGHT" val="0"/>
  <p:tag name="KSO_WM_UNIT_COMPATIBLE" val="0"/>
  <p:tag name="KSO_WM_UNIT_DIAGRAM_ISNUMVISUAL" val="0"/>
  <p:tag name="KSO_WM_UNIT_DIAGRAM_ISREFERUNIT" val="0"/>
  <p:tag name="KSO_WM_DIAGRAM_GROUP_CODE" val="n1-1"/>
  <p:tag name="KSO_WM_UNIT_TYPE" val="n_h_h_x"/>
  <p:tag name="KSO_WM_UNIT_INDEX" val="463_2_1_1"/>
  <p:tag name="KSO_WM_UNIT_ID" val="diagram20228678_4*n_h_h_x*463_2_1_1"/>
  <p:tag name="KSO_WM_TEMPLATE_CATEGORY" val="diagram"/>
  <p:tag name="KSO_WM_TEMPLATE_INDEX" val="20228678"/>
  <p:tag name="KSO_WM_UNIT_LAYERLEVEL" val="1_1_1_1"/>
  <p:tag name="KSO_WM_TAG_VERSION" val="1.0"/>
  <p:tag name="KSO_WM_BEAUTIFY_FLAG" val="#wm#"/>
  <p:tag name="KSO_WM_UNIT_USESOURCEFORMAT_APPLY"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4_1"/>
  <p:tag name="KSO_WM_UNIT_ID" val="diagram20228678_4*n_h_h_i*463_2_4_1"/>
  <p:tag name="KSO_WM_TEMPLATE_CATEGORY" val="diagram"/>
  <p:tag name="KSO_WM_TEMPLATE_INDEX" val="20228678"/>
  <p:tag name="KSO_WM_UNIT_LAYERLEVEL" val="1_1_1_1"/>
  <p:tag name="KSO_WM_TAG_VERSION" val="1.0"/>
  <p:tag name="KSO_WM_BEAUTIFY_FLAG" val="#wm#"/>
  <p:tag name="KSO_WM_UNIT_FILL_FORE_SCHEMECOLOR_INDEX" val="7"/>
  <p:tag name="KSO_WM_UNIT_FILL_TYPE" val="1"/>
  <p:tag name="KSO_WM_UNIT_USESOURCEFORMAT_APPLY" val="1"/>
</p:tagLst>
</file>

<file path=ppt/tags/tag9.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463_2_4_1"/>
  <p:tag name="KSO_WM_UNIT_ID" val="diagram20228678_4*n_h_h_f*463_2_4_1"/>
  <p:tag name="KSO_WM_TEMPLATE_CATEGORY" val="diagram"/>
  <p:tag name="KSO_WM_TEMPLATE_INDEX" val="20228678"/>
  <p:tag name="KSO_WM_UNIT_LAYERLEVEL" val="1_1_1_1"/>
  <p:tag name="KSO_WM_TAG_VERSION" val="1.0"/>
  <p:tag name="KSO_WM_BEAUTIFY_FLAG" val="#wm#"/>
  <p:tag name="KSO_WM_UNIT_TEXT_FILL_FORE_SCHEMECOLOR_INDEX" val="13"/>
  <p:tag name="KSO_WM_UNIT_TEXT_FILL_TYPE" val="1"/>
  <p:tag name="KSO_WM_UNIT_USESOURCEFORMAT_APPLY"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4_2"/>
  <p:tag name="KSO_WM_UNIT_ID" val="diagram20228678_4*n_h_h_i*463_2_4_2"/>
  <p:tag name="KSO_WM_TEMPLATE_CATEGORY" val="diagram"/>
  <p:tag name="KSO_WM_TEMPLATE_INDEX" val="20228678"/>
  <p:tag name="KSO_WM_UNIT_LAYERLEVEL" val="1_1_1_1"/>
  <p:tag name="KSO_WM_TAG_VERSION" val="1.0"/>
  <p:tag name="KSO_WM_BEAUTIFY_FLAG" val="#wm#"/>
  <p:tag name="KSO_WM_UNIT_FILL_FORE_SCHEMECOLOR_INDEX" val="7"/>
  <p:tag name="KSO_WM_UNIT_FILL_TYPE" val="1"/>
  <p:tag name="KSO_WM_UNIT_USESOURCEFORMAT_APPLY"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3_1"/>
  <p:tag name="KSO_WM_UNIT_ID" val="diagram20228678_4*n_h_h_i*463_2_3_1"/>
  <p:tag name="KSO_WM_TEMPLATE_CATEGORY" val="diagram"/>
  <p:tag name="KSO_WM_TEMPLATE_INDEX" val="20228678"/>
  <p:tag name="KSO_WM_UNIT_LAYERLEVEL" val="1_1_1_1"/>
  <p:tag name="KSO_WM_TAG_VERSION" val="1.0"/>
  <p:tag name="KSO_WM_BEAUTIFY_FLAG" val="#wm#"/>
  <p:tag name="KSO_WM_UNIT_FILL_FORE_SCHEMECOLOR_INDEX" val="5"/>
  <p:tag name="KSO_WM_UNIT_FILL_TYPE" val="1"/>
  <p:tag name="KSO_WM_UNIT_USESOURCEFORMAT_APPLY" val="1"/>
</p:tagLst>
</file>

<file path=ppt/tags/tag12.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463_2_3_1"/>
  <p:tag name="KSO_WM_UNIT_ID" val="diagram20228678_4*n_h_h_f*463_2_3_1"/>
  <p:tag name="KSO_WM_TEMPLATE_CATEGORY" val="diagram"/>
  <p:tag name="KSO_WM_TEMPLATE_INDEX" val="20228678"/>
  <p:tag name="KSO_WM_UNIT_LAYERLEVEL" val="1_1_1_1"/>
  <p:tag name="KSO_WM_TAG_VERSION" val="1.0"/>
  <p:tag name="KSO_WM_BEAUTIFY_FLAG" val="#wm#"/>
  <p:tag name="KSO_WM_UNIT_TEXT_FILL_FORE_SCHEMECOLOR_INDEX" val="13"/>
  <p:tag name="KSO_WM_UNIT_TEXT_FILL_TYPE" val="1"/>
  <p:tag name="KSO_WM_UNIT_USESOURCEFORMAT_APPLY"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3_2"/>
  <p:tag name="KSO_WM_UNIT_ID" val="diagram20228678_4*n_h_h_i*463_2_3_2"/>
  <p:tag name="KSO_WM_TEMPLATE_CATEGORY" val="diagram"/>
  <p:tag name="KSO_WM_TEMPLATE_INDEX" val="20228678"/>
  <p:tag name="KSO_WM_UNIT_LAYERLEVEL" val="1_1_1_1"/>
  <p:tag name="KSO_WM_TAG_VERSION" val="1.0"/>
  <p:tag name="KSO_WM_BEAUTIFY_FLAG" val="#wm#"/>
  <p:tag name="KSO_WM_UNIT_FILL_FORE_SCHEMECOLOR_INDEX" val="5"/>
  <p:tag name="KSO_WM_UNIT_FILL_TYPE" val="1"/>
  <p:tag name="KSO_WM_UNIT_USESOURCEFORMAT_APPLY"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2_1"/>
  <p:tag name="KSO_WM_UNIT_ID" val="diagram20228678_4*n_h_h_i*463_2_2_1"/>
  <p:tag name="KSO_WM_TEMPLATE_CATEGORY" val="diagram"/>
  <p:tag name="KSO_WM_TEMPLATE_INDEX" val="20228678"/>
  <p:tag name="KSO_WM_UNIT_LAYERLEVEL" val="1_1_1_1"/>
  <p:tag name="KSO_WM_TAG_VERSION" val="1.0"/>
  <p:tag name="KSO_WM_BEAUTIFY_FLAG" val="#wm#"/>
  <p:tag name="KSO_WM_UNIT_FILL_FORE_SCHEMECOLOR_INDEX" val="7"/>
  <p:tag name="KSO_WM_UNIT_FILL_TYPE" val="1"/>
  <p:tag name="KSO_WM_UNIT_USESOURCEFORMAT_APPLY" val="1"/>
</p:tagLst>
</file>

<file path=ppt/tags/tag15.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463_2_2_1"/>
  <p:tag name="KSO_WM_UNIT_ID" val="diagram20228678_4*n_h_h_f*463_2_2_1"/>
  <p:tag name="KSO_WM_TEMPLATE_CATEGORY" val="diagram"/>
  <p:tag name="KSO_WM_TEMPLATE_INDEX" val="20228678"/>
  <p:tag name="KSO_WM_UNIT_LAYERLEVEL" val="1_1_1_1"/>
  <p:tag name="KSO_WM_TAG_VERSION" val="1.0"/>
  <p:tag name="KSO_WM_BEAUTIFY_FLAG" val="#wm#"/>
  <p:tag name="KSO_WM_UNIT_TEXT_FILL_FORE_SCHEMECOLOR_INDEX" val="13"/>
  <p:tag name="KSO_WM_UNIT_TEXT_FILL_TYPE" val="1"/>
  <p:tag name="KSO_WM_UNIT_USESOURCEFORMAT_APPLY"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2_2"/>
  <p:tag name="KSO_WM_UNIT_ID" val="diagram20228678_4*n_h_h_i*463_2_2_2"/>
  <p:tag name="KSO_WM_TEMPLATE_CATEGORY" val="diagram"/>
  <p:tag name="KSO_WM_TEMPLATE_INDEX" val="20228678"/>
  <p:tag name="KSO_WM_UNIT_LAYERLEVEL" val="1_1_1_1"/>
  <p:tag name="KSO_WM_TAG_VERSION" val="1.0"/>
  <p:tag name="KSO_WM_BEAUTIFY_FLAG" val="#wm#"/>
  <p:tag name="KSO_WM_UNIT_FILL_FORE_SCHEMECOLOR_INDEX" val="7"/>
  <p:tag name="KSO_WM_UNIT_FILL_TYPE" val="1"/>
  <p:tag name="KSO_WM_UNIT_USESOURCEFORMAT_APPLY" val="1"/>
</p:tagLst>
</file>

<file path=ppt/tags/tag17.xml><?xml version="1.0" encoding="utf-8"?>
<p:tagLst xmlns:p="http://schemas.openxmlformats.org/presentationml/2006/main">
  <p:tag name="KSO_WM_UNIT_VALUE" val="90*90"/>
  <p:tag name="KSO_WM_UNIT_HIGHLIGHT" val="0"/>
  <p:tag name="KSO_WM_UNIT_COMPATIBLE" val="0"/>
  <p:tag name="KSO_WM_UNIT_DIAGRAM_ISNUMVISUAL" val="0"/>
  <p:tag name="KSO_WM_UNIT_DIAGRAM_ISREFERUNIT" val="0"/>
  <p:tag name="KSO_WM_DIAGRAM_GROUP_CODE" val="n1-1"/>
  <p:tag name="KSO_WM_UNIT_TYPE" val="n_h_h_x"/>
  <p:tag name="KSO_WM_UNIT_INDEX" val="463_2_2_1"/>
  <p:tag name="KSO_WM_UNIT_ID" val="diagram20228678_4*n_h_h_x*463_2_2_1"/>
  <p:tag name="KSO_WM_TEMPLATE_CATEGORY" val="diagram"/>
  <p:tag name="KSO_WM_TEMPLATE_INDEX" val="20228678"/>
  <p:tag name="KSO_WM_UNIT_LAYERLEVEL" val="1_1_1_1"/>
  <p:tag name="KSO_WM_TAG_VERSION" val="1.0"/>
  <p:tag name="KSO_WM_BEAUTIFY_FLAG" val="#wm#"/>
  <p:tag name="KSO_WM_UNIT_USESOURCEFORMAT_APPLY" val="1"/>
</p:tagLst>
</file>

<file path=ppt/tags/tag18.xml><?xml version="1.0" encoding="utf-8"?>
<p:tagLst xmlns:p="http://schemas.openxmlformats.org/presentationml/2006/main">
  <p:tag name="KSO_WM_UNIT_VALUE" val="90*90"/>
  <p:tag name="KSO_WM_UNIT_HIGHLIGHT" val="0"/>
  <p:tag name="KSO_WM_UNIT_COMPATIBLE" val="0"/>
  <p:tag name="KSO_WM_UNIT_DIAGRAM_ISNUMVISUAL" val="0"/>
  <p:tag name="KSO_WM_UNIT_DIAGRAM_ISREFERUNIT" val="0"/>
  <p:tag name="KSO_WM_DIAGRAM_GROUP_CODE" val="n1-1"/>
  <p:tag name="KSO_WM_UNIT_TYPE" val="n_h_h_x"/>
  <p:tag name="KSO_WM_UNIT_INDEX" val="463_2_3_1"/>
  <p:tag name="KSO_WM_UNIT_ID" val="diagram20228678_4*n_h_h_x*463_2_3_1"/>
  <p:tag name="KSO_WM_TEMPLATE_CATEGORY" val="diagram"/>
  <p:tag name="KSO_WM_TEMPLATE_INDEX" val="20228678"/>
  <p:tag name="KSO_WM_UNIT_LAYERLEVEL" val="1_1_1_1"/>
  <p:tag name="KSO_WM_TAG_VERSION" val="1.0"/>
  <p:tag name="KSO_WM_BEAUTIFY_FLAG" val="#wm#"/>
  <p:tag name="KSO_WM_UNIT_USESOURCEFORMAT_APPLY" val="1"/>
</p:tagLst>
</file>

<file path=ppt/tags/tag19.xml><?xml version="1.0" encoding="utf-8"?>
<p:tagLst xmlns:p="http://schemas.openxmlformats.org/presentationml/2006/main">
  <p:tag name="KSO_WM_UNIT_VALUE" val="90*90"/>
  <p:tag name="KSO_WM_UNIT_HIGHLIGHT" val="0"/>
  <p:tag name="KSO_WM_UNIT_COMPATIBLE" val="0"/>
  <p:tag name="KSO_WM_UNIT_DIAGRAM_ISNUMVISUAL" val="0"/>
  <p:tag name="KSO_WM_UNIT_DIAGRAM_ISREFERUNIT" val="0"/>
  <p:tag name="KSO_WM_DIAGRAM_GROUP_CODE" val="n1-1"/>
  <p:tag name="KSO_WM_UNIT_TYPE" val="n_h_h_x"/>
  <p:tag name="KSO_WM_UNIT_INDEX" val="463_2_4_1"/>
  <p:tag name="KSO_WM_UNIT_ID" val="diagram20228678_4*n_h_h_x*463_2_4_1"/>
  <p:tag name="KSO_WM_TEMPLATE_CATEGORY" val="diagram"/>
  <p:tag name="KSO_WM_TEMPLATE_INDEX" val="20228678"/>
  <p:tag name="KSO_WM_UNIT_LAYERLEVEL" val="1_1_1_1"/>
  <p:tag name="KSO_WM_TAG_VERSION" val="1.0"/>
  <p:tag name="KSO_WM_BEAUTIFY_FLAG" val="#wm#"/>
  <p:tag name="KSO_WM_UNIT_USESOURCEFORMAT_APPLY"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463_1_1"/>
  <p:tag name="KSO_WM_UNIT_ID" val="diagram20228678_4*n_h_i*463_1_1"/>
  <p:tag name="KSO_WM_TEMPLATE_CATEGORY" val="diagram"/>
  <p:tag name="KSO_WM_TEMPLATE_INDEX" val="20228678"/>
  <p:tag name="KSO_WM_UNIT_LAYERLEVEL" val="1_1_1"/>
  <p:tag name="KSO_WM_TAG_VERSION" val="1.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1_2"/>
  <p:tag name="KSO_WM_UNIT_ID" val="diagram20228678_4*n_h_h_i*463_2_1_2"/>
  <p:tag name="KSO_WM_TEMPLATE_CATEGORY" val="diagram"/>
  <p:tag name="KSO_WM_TEMPLATE_INDEX" val="20228678"/>
  <p:tag name="KSO_WM_UNIT_LAYERLEVEL" val="1_1_1_1"/>
  <p:tag name="KSO_WM_TAG_VERSION" val="1.0"/>
  <p:tag name="KSO_WM_BEAUTIFY_FLAG" val="#wm#"/>
  <p:tag name="KSO_WM_UNIT_FILL_FORE_SCHEMECOLOR_INDEX" val="5"/>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2_3"/>
  <p:tag name="KSO_WM_UNIT_ID" val="diagram20228678_4*n_h_h_i*463_2_2_3"/>
  <p:tag name="KSO_WM_TEMPLATE_CATEGORY" val="diagram"/>
  <p:tag name="KSO_WM_TEMPLATE_INDEX" val="20228678"/>
  <p:tag name="KSO_WM_UNIT_LAYERLEVEL" val="1_1_1_1"/>
  <p:tag name="KSO_WM_TAG_VERSION" val="1.0"/>
  <p:tag name="KSO_WM_BEAUTIFY_FLAG" val="#wm#"/>
  <p:tag name="KSO_WM_UNIT_FILL_FORE_SCHEMECOLOR_INDEX" val="7"/>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3_3"/>
  <p:tag name="KSO_WM_UNIT_ID" val="diagram20228678_4*n_h_h_i*463_2_3_3"/>
  <p:tag name="KSO_WM_TEMPLATE_CATEGORY" val="diagram"/>
  <p:tag name="KSO_WM_TEMPLATE_INDEX" val="20228678"/>
  <p:tag name="KSO_WM_UNIT_LAYERLEVEL" val="1_1_1_1"/>
  <p:tag name="KSO_WM_TAG_VERSION" val="1.0"/>
  <p:tag name="KSO_WM_BEAUTIFY_FLAG" val="#wm#"/>
  <p:tag name="KSO_WM_UNIT_FILL_FORE_SCHEMECOLOR_INDEX" val="5"/>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4_3"/>
  <p:tag name="KSO_WM_UNIT_ID" val="diagram20228678_4*n_h_h_i*463_2_4_3"/>
  <p:tag name="KSO_WM_TEMPLATE_CATEGORY" val="diagram"/>
  <p:tag name="KSO_WM_TEMPLATE_INDEX" val="20228678"/>
  <p:tag name="KSO_WM_UNIT_LAYERLEVEL" val="1_1_1_1"/>
  <p:tag name="KSO_WM_TAG_VERSION" val="1.0"/>
  <p:tag name="KSO_WM_BEAUTIFY_FLAG" val="#wm#"/>
  <p:tag name="KSO_WM_UNIT_FILL_FORE_SCHEMECOLOR_INDEX" val="7"/>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463_1_2"/>
  <p:tag name="KSO_WM_UNIT_ID" val="diagram20228678_4*n_h_i*463_1_2"/>
  <p:tag name="KSO_WM_TEMPLATE_CATEGORY" val="diagram"/>
  <p:tag name="KSO_WM_TEMPLATE_INDEX" val="20228678"/>
  <p:tag name="KSO_WM_UNIT_LAYERLEVEL" val="1_1_1"/>
  <p:tag name="KSO_WM_TAG_VERSION" val="1.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463_1_3"/>
  <p:tag name="KSO_WM_UNIT_ID" val="diagram20228678_4*n_h_i*463_1_3"/>
  <p:tag name="KSO_WM_TEMPLATE_CATEGORY" val="diagram"/>
  <p:tag name="KSO_WM_TEMPLATE_INDEX" val="20228678"/>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463_1_4"/>
  <p:tag name="KSO_WM_UNIT_ID" val="diagram20228678_4*n_h_i*463_1_4"/>
  <p:tag name="KSO_WM_TEMPLATE_CATEGORY" val="diagram"/>
  <p:tag name="KSO_WM_TEMPLATE_INDEX" val="20228678"/>
  <p:tag name="KSO_WM_UNIT_LAYERLEVEL" val="1_1_1"/>
  <p:tag name="KSO_WM_TAG_VERSION" val="1.0"/>
  <p:tag name="KSO_WM_BEAUTIFY_FLAG" val="#wm#"/>
  <p:tag name="KSO_WM_UNIT_FILL_FORE_SCHEMECOLOR_INDEX" val="5"/>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28.xml><?xml version="1.0" encoding="utf-8"?>
<p:tagLst xmlns:p="http://schemas.openxmlformats.org/presentationml/2006/main">
  <p:tag name="KSO_WM_UNIT_VALUE" val="100*100"/>
  <p:tag name="KSO_WM_UNIT_HIGHLIGHT" val="0"/>
  <p:tag name="KSO_WM_UNIT_COMPATIBLE" val="0"/>
  <p:tag name="KSO_WM_UNIT_DIAGRAM_ISNUMVISUAL" val="0"/>
  <p:tag name="KSO_WM_UNIT_DIAGRAM_ISREFERUNIT" val="0"/>
  <p:tag name="KSO_WM_DIAGRAM_GROUP_CODE" val="n1-1"/>
  <p:tag name="KSO_WM_UNIT_TYPE" val="n_h_x"/>
  <p:tag name="KSO_WM_UNIT_INDEX" val="463_1_1"/>
  <p:tag name="KSO_WM_UNIT_ID" val="diagram20228678_4*n_h_x*463_1_1"/>
  <p:tag name="KSO_WM_TEMPLATE_CATEGORY" val="diagram"/>
  <p:tag name="KSO_WM_TEMPLATE_INDEX" val="20228678"/>
  <p:tag name="KSO_WM_UNIT_LAYERLEVEL" val="1_1_1"/>
  <p:tag name="KSO_WM_TAG_VERSION" val="1.0"/>
  <p:tag name="KSO_WM_BEAUTIFY_FLAG" val="#wm#"/>
  <p:tag name="KSO_WM_UNIT_FILL_FORE_SCHEMECOLOR_INDEX" val="5"/>
  <p:tag name="KSO_WM_UNIT_FILL_TYPE" val="1"/>
  <p:tag name="KSO_WM_UNIT_USESOURCEFORMAT_APPLY"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1_1"/>
  <p:tag name="KSO_WM_UNIT_ID" val="diagram20228678_4*n_h_h_i*463_2_1_1"/>
  <p:tag name="KSO_WM_TEMPLATE_CATEGORY" val="diagram"/>
  <p:tag name="KSO_WM_TEMPLATE_INDEX" val="20228678"/>
  <p:tag name="KSO_WM_UNIT_LAYERLEVEL" val="1_1_1_1"/>
  <p:tag name="KSO_WM_TAG_VERSION" val="1.0"/>
  <p:tag name="KSO_WM_BEAUTIFY_FLAG" val=""/>
  <p:tag name="KSO_WM_UNIT_FILL_FORE_SCHEMECOLOR_INDEX" val="5"/>
  <p:tag name="KSO_WM_UNIT_FILL_TYPE" val="1"/>
  <p:tag name="KSO_WM_UNIT_USESOURCEFORMAT_APPLY"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2_1"/>
  <p:tag name="KSO_WM_UNIT_ID" val="diagram20228678_4*n_h_h_i*463_2_2_1"/>
  <p:tag name="KSO_WM_TEMPLATE_CATEGORY" val="diagram"/>
  <p:tag name="KSO_WM_TEMPLATE_INDEX" val="20228678"/>
  <p:tag name="KSO_WM_UNIT_LAYERLEVEL" val="1_1_1_1"/>
  <p:tag name="KSO_WM_TAG_VERSION" val="1.0"/>
  <p:tag name="KSO_WM_BEAUTIFY_FLAG" val=""/>
  <p:tag name="KSO_WM_UNIT_FILL_FORE_SCHEMECOLOR_INDEX" val="7"/>
  <p:tag name="KSO_WM_UNIT_FILL_TYPE" val="1"/>
  <p:tag name="KSO_WM_UNIT_USESOURCEFORMAT_APPLY"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3_1"/>
  <p:tag name="KSO_WM_UNIT_ID" val="diagram20228678_4*n_h_h_i*463_2_3_1"/>
  <p:tag name="KSO_WM_TEMPLATE_CATEGORY" val="diagram"/>
  <p:tag name="KSO_WM_TEMPLATE_INDEX" val="20228678"/>
  <p:tag name="KSO_WM_UNIT_LAYERLEVEL" val="1_1_1_1"/>
  <p:tag name="KSO_WM_TAG_VERSION" val="1.0"/>
  <p:tag name="KSO_WM_BEAUTIFY_FLAG" val=""/>
  <p:tag name="KSO_WM_UNIT_FILL_FORE_SCHEMECOLOR_INDEX" val="5"/>
  <p:tag name="KSO_WM_UNIT_FILL_TYPE" val="1"/>
  <p:tag name="KSO_WM_UNIT_USESOURCEFORMAT_APPLY"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4_1"/>
  <p:tag name="KSO_WM_UNIT_ID" val="diagram20228678_4*n_h_h_i*463_2_4_1"/>
  <p:tag name="KSO_WM_TEMPLATE_CATEGORY" val="diagram"/>
  <p:tag name="KSO_WM_TEMPLATE_INDEX" val="20228678"/>
  <p:tag name="KSO_WM_UNIT_LAYERLEVEL" val="1_1_1_1"/>
  <p:tag name="KSO_WM_TAG_VERSION" val="1.0"/>
  <p:tag name="KSO_WM_BEAUTIFY_FLAG" val=""/>
  <p:tag name="KSO_WM_UNIT_FILL_FORE_SCHEMECOLOR_INDEX" val="7"/>
  <p:tag name="KSO_WM_UNIT_FILL_TYPE" val="1"/>
  <p:tag name="KSO_WM_UNIT_USESOURCEFORMAT_APPLY" val="1"/>
</p:tagLst>
</file>

<file path=ppt/tags/tag33.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463_2_4_1"/>
  <p:tag name="KSO_WM_UNIT_ID" val="diagram20228678_4*n_h_h_f*463_2_4_1"/>
  <p:tag name="KSO_WM_TEMPLATE_CATEGORY" val="diagram"/>
  <p:tag name="KSO_WM_TEMPLATE_INDEX" val="20228678"/>
  <p:tag name="KSO_WM_UNIT_LAYERLEVEL" val="1_1_1_1"/>
  <p:tag name="KSO_WM_TAG_VERSION" val="1.0"/>
  <p:tag name="KSO_WM_BEAUTIFY_FLAG" val=""/>
  <p:tag name="KSO_WM_UNIT_TEXT_FILL_FORE_SCHEMECOLOR_INDEX" val="13"/>
  <p:tag name="KSO_WM_UNIT_TEXT_FILL_TYPE" val="1"/>
  <p:tag name="KSO_WM_UNIT_USESOURCEFORMAT_APPLY" val="1"/>
</p:tagLst>
</file>

<file path=ppt/tags/tag34.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463_2_4_1"/>
  <p:tag name="KSO_WM_UNIT_ID" val="diagram20228678_4*n_h_h_f*463_2_4_1"/>
  <p:tag name="KSO_WM_TEMPLATE_CATEGORY" val="diagram"/>
  <p:tag name="KSO_WM_TEMPLATE_INDEX" val="20228678"/>
  <p:tag name="KSO_WM_UNIT_LAYERLEVEL" val="1_1_1_1"/>
  <p:tag name="KSO_WM_TAG_VERSION" val="1.0"/>
  <p:tag name="KSO_WM_BEAUTIFY_FLAG" val=""/>
  <p:tag name="KSO_WM_UNIT_TEXT_FILL_FORE_SCHEMECOLOR_INDEX" val="13"/>
  <p:tag name="KSO_WM_UNIT_TEXT_FILL_TYPE" val="1"/>
  <p:tag name="KSO_WM_UNIT_USESOURCEFORMAT_APPLY"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3_1"/>
  <p:tag name="KSO_WM_UNIT_ID" val="diagram20228678_4*n_h_h_i*463_2_3_1"/>
  <p:tag name="KSO_WM_TEMPLATE_CATEGORY" val="diagram"/>
  <p:tag name="KSO_WM_TEMPLATE_INDEX" val="20228678"/>
  <p:tag name="KSO_WM_UNIT_LAYERLEVEL" val="1_1_1_1"/>
  <p:tag name="KSO_WM_TAG_VERSION" val="1.0"/>
  <p:tag name="KSO_WM_BEAUTIFY_FLAG" val=""/>
  <p:tag name="KSO_WM_UNIT_FILL_FORE_SCHEMECOLOR_INDEX" val="5"/>
  <p:tag name="KSO_WM_UNIT_FILL_TYPE" val="1"/>
  <p:tag name="KSO_WM_UNIT_USESOURCEFORMAT_APPLY"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3_2"/>
  <p:tag name="KSO_WM_UNIT_ID" val="diagram20228678_4*n_h_h_i*463_2_3_2"/>
  <p:tag name="KSO_WM_TEMPLATE_CATEGORY" val="diagram"/>
  <p:tag name="KSO_WM_TEMPLATE_INDEX" val="20228678"/>
  <p:tag name="KSO_WM_UNIT_LAYERLEVEL" val="1_1_1_1"/>
  <p:tag name="KSO_WM_TAG_VERSION" val="1.0"/>
  <p:tag name="KSO_WM_BEAUTIFY_FLAG" val=""/>
  <p:tag name="KSO_WM_UNIT_FILL_FORE_SCHEMECOLOR_INDEX" val="5"/>
  <p:tag name="KSO_WM_UNIT_FILL_TYPE" val="1"/>
  <p:tag name="KSO_WM_UNIT_USESOURCEFORMAT_APPLY"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3_1"/>
  <p:tag name="KSO_WM_UNIT_ID" val="diagram20228678_4*n_h_h_i*463_2_3_1"/>
  <p:tag name="KSO_WM_TEMPLATE_CATEGORY" val="diagram"/>
  <p:tag name="KSO_WM_TEMPLATE_INDEX" val="20228678"/>
  <p:tag name="KSO_WM_UNIT_LAYERLEVEL" val="1_1_1_1"/>
  <p:tag name="KSO_WM_TAG_VERSION" val="1.0"/>
  <p:tag name="KSO_WM_BEAUTIFY_FLAG" val=""/>
  <p:tag name="KSO_WM_UNIT_FILL_FORE_SCHEMECOLOR_INDEX" val="5"/>
  <p:tag name="KSO_WM_UNIT_FILL_TYPE" val="1"/>
  <p:tag name="KSO_WM_UNIT_USESOURCEFORMAT_APPLY"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4_1"/>
  <p:tag name="KSO_WM_UNIT_ID" val="diagram20228678_4*n_h_h_i*463_2_4_1"/>
  <p:tag name="KSO_WM_TEMPLATE_CATEGORY" val="diagram"/>
  <p:tag name="KSO_WM_TEMPLATE_INDEX" val="20228678"/>
  <p:tag name="KSO_WM_UNIT_LAYERLEVEL" val="1_1_1_1"/>
  <p:tag name="KSO_WM_TAG_VERSION" val="1.0"/>
  <p:tag name="KSO_WM_BEAUTIFY_FLAG" val=""/>
  <p:tag name="KSO_WM_UNIT_FILL_FORE_SCHEMECOLOR_INDEX" val="7"/>
  <p:tag name="KSO_WM_UNIT_FILL_TYPE" val="1"/>
  <p:tag name="KSO_WM_UNIT_USESOURCEFORMAT_APPLY"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4_2"/>
  <p:tag name="KSO_WM_UNIT_ID" val="diagram20228678_4*n_h_h_i*463_2_4_2"/>
  <p:tag name="KSO_WM_TEMPLATE_CATEGORY" val="diagram"/>
  <p:tag name="KSO_WM_TEMPLATE_INDEX" val="20228678"/>
  <p:tag name="KSO_WM_UNIT_LAYERLEVEL" val="1_1_1_1"/>
  <p:tag name="KSO_WM_TAG_VERSION" val="1.0"/>
  <p:tag name="KSO_WM_BEAUTIFY_FLAG" val=""/>
  <p:tag name="KSO_WM_UNIT_FILL_FORE_SCHEMECOLOR_INDEX" val="7"/>
  <p:tag name="KSO_WM_UNIT_FILL_TYPE" val="1"/>
  <p:tag name="KSO_WM_UNIT_USESOURCEFORMAT_APPLY" val="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463_2_4_1"/>
  <p:tag name="KSO_WM_UNIT_ID" val="diagram20228678_4*n_h_h_i*463_2_4_1"/>
  <p:tag name="KSO_WM_TEMPLATE_CATEGORY" val="diagram"/>
  <p:tag name="KSO_WM_TEMPLATE_INDEX" val="20228678"/>
  <p:tag name="KSO_WM_UNIT_LAYERLEVEL" val="1_1_1_1"/>
  <p:tag name="KSO_WM_TAG_VERSION" val="1.0"/>
  <p:tag name="KSO_WM_BEAUTIFY_FLAG" val=""/>
  <p:tag name="KSO_WM_UNIT_FILL_FORE_SCHEMECOLOR_INDEX" val="7"/>
  <p:tag name="KSO_WM_UNIT_FILL_TYPE" val="1"/>
  <p:tag name="KSO_WM_UNIT_USESOURCEFORMAT_APPLY" val="1"/>
</p:tagLst>
</file>

<file path=ppt/tags/tag41.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463_2_4_1"/>
  <p:tag name="KSO_WM_UNIT_ID" val="diagram20228678_4*n_h_h_f*463_2_4_1"/>
  <p:tag name="KSO_WM_TEMPLATE_CATEGORY" val="diagram"/>
  <p:tag name="KSO_WM_TEMPLATE_INDEX" val="20228678"/>
  <p:tag name="KSO_WM_UNIT_LAYERLEVEL" val="1_1_1_1"/>
  <p:tag name="KSO_WM_TAG_VERSION" val="1.0"/>
  <p:tag name="KSO_WM_BEAUTIFY_FLAG" val=""/>
  <p:tag name="KSO_WM_UNIT_TEXT_FILL_FORE_SCHEMECOLOR_INDEX" val="13"/>
  <p:tag name="KSO_WM_UNIT_TEXT_FILL_TYPE" val="1"/>
  <p:tag name="KSO_WM_UNIT_USESOURCEFORMAT_APPLY" val="1"/>
</p:tagLst>
</file>

<file path=ppt/tags/tag42.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463_2_4_1"/>
  <p:tag name="KSO_WM_UNIT_ID" val="diagram20228678_4*n_h_h_f*463_2_4_1"/>
  <p:tag name="KSO_WM_TEMPLATE_CATEGORY" val="diagram"/>
  <p:tag name="KSO_WM_TEMPLATE_INDEX" val="20228678"/>
  <p:tag name="KSO_WM_UNIT_LAYERLEVEL" val="1_1_1_1"/>
  <p:tag name="KSO_WM_TAG_VERSION" val="1.0"/>
  <p:tag name="KSO_WM_BEAUTIFY_FLAG" val=""/>
  <p:tag name="KSO_WM_UNIT_TEXT_FILL_FORE_SCHEMECOLOR_INDEX" val="13"/>
  <p:tag name="KSO_WM_UNIT_TEXT_FILL_TYPE" val="1"/>
  <p:tag name="KSO_WM_UNIT_USESOURCEFORMAT_APPLY" val="1"/>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wm#"/>
  <p:tag name="KSO_WM_UNIT_TYPE" val="l_h_i"/>
  <p:tag name="KSO_WM_UNIT_INDEX" val="1_1_1"/>
  <p:tag name="KSO_WM_UNIT_ID" val="diagram19882022_4*l_h_i*1_1_1"/>
  <p:tag name="KSO_WM_TEMPLATE_INDEX" val="19882022"/>
  <p:tag name="KSO_WM_TAG_VERSION" val="2.0"/>
  <p:tag name="KSO_WM_DIAGRAM_GROUP_CODE" val="l1-1"/>
</p:tagLst>
</file>

<file path=ppt/tags/tag45.xml><?xml version="1.0" encoding="utf-8"?>
<p:tagLst xmlns:p="http://schemas.openxmlformats.org/presentationml/2006/main">
  <p:tag name="KSO_WM_BEAUTIFY_FLAG" val="#wm#"/>
  <p:tag name="KSO_WM_UNIT_TYPE" val="l_h_a"/>
  <p:tag name="KSO_WM_UNIT_INDEX" val="1_1_1"/>
  <p:tag name="KSO_WM_UNIT_ID" val="diagram19882022_4*l_h_a*1_1_1"/>
  <p:tag name="KSO_WM_TEMPLATE_INDEX" val="19882022"/>
  <p:tag name="KSO_WM_TAG_VERSION" val="2.0"/>
  <p:tag name="KSO_WM_DIAGRAM_GROUP_CODE" val="l1-1"/>
</p:tagLst>
</file>

<file path=ppt/tags/tag46.xml><?xml version="1.0" encoding="utf-8"?>
<p:tagLst xmlns:p="http://schemas.openxmlformats.org/presentationml/2006/main">
  <p:tag name="KSO_WM_BEAUTIFY_FLAG" val="#wm#"/>
  <p:tag name="KSO_WM_UNIT_TYPE" val="l_h_f"/>
  <p:tag name="KSO_WM_UNIT_INDEX" val="1_1_1"/>
  <p:tag name="KSO_WM_UNIT_ID" val="diagram19882022_4*l_h_f*1_1_1"/>
  <p:tag name="KSO_WM_TEMPLATE_INDEX" val="19882022"/>
  <p:tag name="KSO_WM_TAG_VERSION" val="2.0"/>
  <p:tag name="KSO_WM_DIAGRAM_GROUP_CODE" val="l1-1"/>
</p:tagLst>
</file>

<file path=ppt/tags/tag47.xml><?xml version="1.0" encoding="utf-8"?>
<p:tagLst xmlns:p="http://schemas.openxmlformats.org/presentationml/2006/main">
  <p:tag name="KSO_WM_BEAUTIFY_FLAG" val="#wm#"/>
  <p:tag name="KSO_WM_UNIT_TYPE" val="l_h_i"/>
  <p:tag name="KSO_WM_UNIT_INDEX" val="1_1_2"/>
  <p:tag name="KSO_WM_UNIT_ID" val="diagram19882022_4*l_h_i*1_1_2"/>
  <p:tag name="KSO_WM_TEMPLATE_INDEX" val="19882022"/>
  <p:tag name="KSO_WM_TAG_VERSION" val="2.0"/>
  <p:tag name="KSO_WM_DIAGRAM_GROUP_CODE" val="l1-1"/>
</p:tagLst>
</file>

<file path=ppt/tags/tag48.xml><?xml version="1.0" encoding="utf-8"?>
<p:tagLst xmlns:p="http://schemas.openxmlformats.org/presentationml/2006/main">
  <p:tag name="KSO_WM_BEAUTIFY_FLAG" val="#wm#"/>
  <p:tag name="KSO_WM_UNIT_TYPE" val="l_h_i"/>
  <p:tag name="KSO_WM_UNIT_INDEX" val="1_2_1"/>
  <p:tag name="KSO_WM_UNIT_ID" val="diagram19882022_4*l_h_i*1_2_1"/>
  <p:tag name="KSO_WM_TEMPLATE_INDEX" val="19882022"/>
  <p:tag name="KSO_WM_TAG_VERSION" val="2.0"/>
  <p:tag name="KSO_WM_DIAGRAM_GROUP_CODE" val="l1-1"/>
</p:tagLst>
</file>

<file path=ppt/tags/tag49.xml><?xml version="1.0" encoding="utf-8"?>
<p:tagLst xmlns:p="http://schemas.openxmlformats.org/presentationml/2006/main">
  <p:tag name="KSO_WM_BEAUTIFY_FLAG" val="#wm#"/>
  <p:tag name="KSO_WM_UNIT_TYPE" val="l_h_a"/>
  <p:tag name="KSO_WM_UNIT_INDEX" val="1_2_1"/>
  <p:tag name="KSO_WM_UNIT_ID" val="diagram19882022_4*l_h_a*1_2_1"/>
  <p:tag name="KSO_WM_TEMPLATE_INDEX" val="19882022"/>
  <p:tag name="KSO_WM_TAG_VERSION" val="2.0"/>
  <p:tag name="KSO_WM_DIAGRAM_GROUP_CODE" val="l1-1"/>
</p:tagLst>
</file>

<file path=ppt/tags/tag50.xml><?xml version="1.0" encoding="utf-8"?>
<p:tagLst xmlns:p="http://schemas.openxmlformats.org/presentationml/2006/main">
  <p:tag name="KSO_WM_BEAUTIFY_FLAG" val="#wm#"/>
  <p:tag name="KSO_WM_UNIT_TYPE" val="l_h_f"/>
  <p:tag name="KSO_WM_UNIT_INDEX" val="1_2_1"/>
  <p:tag name="KSO_WM_UNIT_ID" val="diagram19882022_4*l_h_f*1_2_1"/>
  <p:tag name="KSO_WM_TEMPLATE_INDEX" val="19882022"/>
  <p:tag name="KSO_WM_TAG_VERSION" val="2.0"/>
  <p:tag name="KSO_WM_DIAGRAM_GROUP_CODE" val="l1-1"/>
</p:tagLst>
</file>

<file path=ppt/tags/tag51.xml><?xml version="1.0" encoding="utf-8"?>
<p:tagLst xmlns:p="http://schemas.openxmlformats.org/presentationml/2006/main">
  <p:tag name="KSO_WM_BEAUTIFY_FLAG" val="#wm#"/>
  <p:tag name="KSO_WM_UNIT_TYPE" val="l_h_i"/>
  <p:tag name="KSO_WM_UNIT_INDEX" val="1_2_2"/>
  <p:tag name="KSO_WM_UNIT_ID" val="diagram19882022_4*l_h_i*1_2_2"/>
  <p:tag name="KSO_WM_TEMPLATE_INDEX" val="19882022"/>
  <p:tag name="KSO_WM_TAG_VERSION" val="2.0"/>
  <p:tag name="KSO_WM_DIAGRAM_GROUP_CODE" val="l1-1"/>
</p:tagLst>
</file>

<file path=ppt/tags/tag52.xml><?xml version="1.0" encoding="utf-8"?>
<p:tagLst xmlns:p="http://schemas.openxmlformats.org/presentationml/2006/main">
  <p:tag name="KSO_WM_BEAUTIFY_FLAG" val="#wm#"/>
  <p:tag name="KSO_WM_UNIT_TYPE" val="l_h_i"/>
  <p:tag name="KSO_WM_UNIT_INDEX" val="1_3_1"/>
  <p:tag name="KSO_WM_UNIT_ID" val="diagram19882022_4*l_h_i*1_3_1"/>
  <p:tag name="KSO_WM_TEMPLATE_INDEX" val="19882022"/>
  <p:tag name="KSO_WM_TAG_VERSION" val="2.0"/>
  <p:tag name="KSO_WM_DIAGRAM_GROUP_CODE" val="l1-1"/>
</p:tagLst>
</file>

<file path=ppt/tags/tag53.xml><?xml version="1.0" encoding="utf-8"?>
<p:tagLst xmlns:p="http://schemas.openxmlformats.org/presentationml/2006/main">
  <p:tag name="KSO_WM_BEAUTIFY_FLAG" val="#wm#"/>
  <p:tag name="KSO_WM_UNIT_TYPE" val="l_h_a"/>
  <p:tag name="KSO_WM_UNIT_INDEX" val="1_3_1"/>
  <p:tag name="KSO_WM_UNIT_ID" val="diagram19882022_4*l_h_a*1_3_1"/>
  <p:tag name="KSO_WM_TEMPLATE_INDEX" val="19882022"/>
  <p:tag name="KSO_WM_TAG_VERSION" val="2.0"/>
  <p:tag name="KSO_WM_DIAGRAM_GROUP_CODE" val="l1-1"/>
</p:tagLst>
</file>

<file path=ppt/tags/tag54.xml><?xml version="1.0" encoding="utf-8"?>
<p:tagLst xmlns:p="http://schemas.openxmlformats.org/presentationml/2006/main">
  <p:tag name="KSO_WM_BEAUTIFY_FLAG" val="#wm#"/>
  <p:tag name="KSO_WM_UNIT_TYPE" val="l_h_f"/>
  <p:tag name="KSO_WM_UNIT_INDEX" val="1_3_1"/>
  <p:tag name="KSO_WM_UNIT_ID" val="diagram19882022_4*l_h_f*1_3_1"/>
  <p:tag name="KSO_WM_TEMPLATE_INDEX" val="19882022"/>
  <p:tag name="KSO_WM_TAG_VERSION" val="2.0"/>
  <p:tag name="KSO_WM_DIAGRAM_GROUP_CODE" val="l1-1"/>
</p:tagLst>
</file>

<file path=ppt/tags/tag55.xml><?xml version="1.0" encoding="utf-8"?>
<p:tagLst xmlns:p="http://schemas.openxmlformats.org/presentationml/2006/main">
  <p:tag name="KSO_WM_BEAUTIFY_FLAG" val="#wm#"/>
  <p:tag name="KSO_WM_UNIT_TYPE" val="l_h_i"/>
  <p:tag name="KSO_WM_UNIT_INDEX" val="1_3_2"/>
  <p:tag name="KSO_WM_UNIT_ID" val="diagram19882022_4*l_h_i*1_3_2"/>
  <p:tag name="KSO_WM_TEMPLATE_INDEX" val="19882022"/>
  <p:tag name="KSO_WM_TAG_VERSION" val="2.0"/>
  <p:tag name="KSO_WM_DIAGRAM_GROUP_CODE" val="l1-1"/>
</p:tagLst>
</file>

<file path=ppt/tags/tag56.xml><?xml version="1.0" encoding="utf-8"?>
<p:tagLst xmlns:p="http://schemas.openxmlformats.org/presentationml/2006/main">
  <p:tag name="KSO_WM_BEAUTIFY_FLAG" val="#wm#"/>
  <p:tag name="KSO_WM_UNIT_TYPE" val="l_h_i"/>
  <p:tag name="KSO_WM_UNIT_INDEX" val="1_4_1"/>
  <p:tag name="KSO_WM_UNIT_ID" val="diagram19882022_4*l_h_i*1_4_1"/>
  <p:tag name="KSO_WM_TEMPLATE_INDEX" val="19882022"/>
  <p:tag name="KSO_WM_TAG_VERSION" val="2.0"/>
  <p:tag name="KSO_WM_DIAGRAM_GROUP_CODE" val="l1-1"/>
</p:tagLst>
</file>

<file path=ppt/tags/tag57.xml><?xml version="1.0" encoding="utf-8"?>
<p:tagLst xmlns:p="http://schemas.openxmlformats.org/presentationml/2006/main">
  <p:tag name="KSO_WM_BEAUTIFY_FLAG" val="#wm#"/>
  <p:tag name="KSO_WM_UNIT_TYPE" val="l_h_a"/>
  <p:tag name="KSO_WM_UNIT_INDEX" val="1_4_1"/>
  <p:tag name="KSO_WM_UNIT_ID" val="diagram19882022_4*l_h_a*1_4_1"/>
  <p:tag name="KSO_WM_TEMPLATE_INDEX" val="19882022"/>
  <p:tag name="KSO_WM_TAG_VERSION" val="2.0"/>
  <p:tag name="KSO_WM_DIAGRAM_GROUP_CODE" val="l1-1"/>
</p:tagLst>
</file>

<file path=ppt/tags/tag58.xml><?xml version="1.0" encoding="utf-8"?>
<p:tagLst xmlns:p="http://schemas.openxmlformats.org/presentationml/2006/main">
  <p:tag name="KSO_WM_BEAUTIFY_FLAG" val="#wm#"/>
  <p:tag name="KSO_WM_UNIT_TYPE" val="l_h_f"/>
  <p:tag name="KSO_WM_UNIT_INDEX" val="1_4_1"/>
  <p:tag name="KSO_WM_UNIT_ID" val="diagram19882022_4*l_h_f*1_4_1"/>
  <p:tag name="KSO_WM_TEMPLATE_INDEX" val="19882022"/>
  <p:tag name="KSO_WM_TAG_VERSION" val="2.0"/>
  <p:tag name="KSO_WM_DIAGRAM_GROUP_CODE" val="l1-1"/>
</p:tagLst>
</file>

<file path=ppt/tags/tag59.xml><?xml version="1.0" encoding="utf-8"?>
<p:tagLst xmlns:p="http://schemas.openxmlformats.org/presentationml/2006/main">
  <p:tag name="KSO_WM_BEAUTIFY_FLAG" val="#wm#"/>
  <p:tag name="KSO_WM_UNIT_TYPE" val="l_h_i"/>
  <p:tag name="KSO_WM_UNIT_INDEX" val="1_4_2"/>
  <p:tag name="KSO_WM_UNIT_ID" val="diagram19882022_4*l_h_i*1_4_2"/>
  <p:tag name="KSO_WM_TEMPLATE_INDEX" val="19882022"/>
  <p:tag name="KSO_WM_TAG_VERSION" val="2.0"/>
  <p:tag name="KSO_WM_DIAGRAM_GROUP_CODE" val="l1-1"/>
</p:tagLst>
</file>

<file path=ppt/tags/tag60.xml><?xml version="1.0" encoding="utf-8"?>
<p:tagLst xmlns:p="http://schemas.openxmlformats.org/presentationml/2006/main">
  <p:tag name="KSO_WM_BEAUTIFY_FLAG" val="#wm#"/>
  <p:tag name="KSO_WM_UNIT_TYPE" val="l_h_i"/>
  <p:tag name="KSO_WM_UNIT_INDEX" val="1_5_1"/>
  <p:tag name="KSO_WM_UNIT_ID" val="diagram19882022_4*l_h_i*1_5_1"/>
  <p:tag name="KSO_WM_TEMPLATE_INDEX" val="19882022"/>
  <p:tag name="KSO_WM_TAG_VERSION" val="2.0"/>
  <p:tag name="KSO_WM_DIAGRAM_GROUP_CODE" val="l1-1"/>
</p:tagLst>
</file>

<file path=ppt/tags/tag61.xml><?xml version="1.0" encoding="utf-8"?>
<p:tagLst xmlns:p="http://schemas.openxmlformats.org/presentationml/2006/main">
  <p:tag name="KSO_WM_BEAUTIFY_FLAG" val="#wm#"/>
  <p:tag name="KSO_WM_UNIT_TYPE" val="l_h_a"/>
  <p:tag name="KSO_WM_UNIT_INDEX" val="1_5_1"/>
  <p:tag name="KSO_WM_UNIT_ID" val="diagram19882022_4*l_h_a*1_5_1"/>
  <p:tag name="KSO_WM_TEMPLATE_INDEX" val="19882022"/>
  <p:tag name="KSO_WM_TAG_VERSION" val="2.0"/>
  <p:tag name="KSO_WM_DIAGRAM_GROUP_CODE" val="l1-1"/>
</p:tagLst>
</file>

<file path=ppt/tags/tag62.xml><?xml version="1.0" encoding="utf-8"?>
<p:tagLst xmlns:p="http://schemas.openxmlformats.org/presentationml/2006/main">
  <p:tag name="KSO_WM_BEAUTIFY_FLAG" val="#wm#"/>
  <p:tag name="KSO_WM_UNIT_TYPE" val="l_h_f"/>
  <p:tag name="KSO_WM_UNIT_INDEX" val="1_5_1"/>
  <p:tag name="KSO_WM_UNIT_ID" val="diagram19882022_4*l_h_f*1_5_1"/>
  <p:tag name="KSO_WM_TEMPLATE_INDEX" val="19882022"/>
  <p:tag name="KSO_WM_TAG_VERSION" val="2.0"/>
  <p:tag name="KSO_WM_DIAGRAM_GROUP_CODE" val="l1-1"/>
</p:tagLst>
</file>

<file path=ppt/tags/tag63.xml><?xml version="1.0" encoding="utf-8"?>
<p:tagLst xmlns:p="http://schemas.openxmlformats.org/presentationml/2006/main">
  <p:tag name="KSO_WM_BEAUTIFY_FLAG" val="#wm#"/>
  <p:tag name="KSO_WM_UNIT_TYPE" val="l_h_i"/>
  <p:tag name="KSO_WM_UNIT_INDEX" val="1_5_2"/>
  <p:tag name="KSO_WM_UNIT_ID" val="diagram19882022_4*l_h_i*1_5_2"/>
  <p:tag name="KSO_WM_TEMPLATE_INDEX" val="19882022"/>
  <p:tag name="KSO_WM_TAG_VERSION" val="2.0"/>
  <p:tag name="KSO_WM_DIAGRAM_GROUP_CODE" val="l1-1"/>
</p:tagLst>
</file>

<file path=ppt/tags/tag64.xml><?xml version="1.0" encoding="utf-8"?>
<p:tagLst xmlns:p="http://schemas.openxmlformats.org/presentationml/2006/main">
  <p:tag name="KSO_WM_BEAUTIFY_FLAG" val="#wm#"/>
  <p:tag name="KSO_WM_UNIT_TYPE" val="l_h_i"/>
  <p:tag name="KSO_WM_UNIT_INDEX" val="1_6_1"/>
  <p:tag name="KSO_WM_UNIT_ID" val="diagram19882022_4*l_h_i*1_6_1"/>
  <p:tag name="KSO_WM_TEMPLATE_INDEX" val="19882022"/>
  <p:tag name="KSO_WM_TAG_VERSION" val="2.0"/>
  <p:tag name="KSO_WM_DIAGRAM_GROUP_CODE" val="l1-1"/>
</p:tagLst>
</file>

<file path=ppt/tags/tag65.xml><?xml version="1.0" encoding="utf-8"?>
<p:tagLst xmlns:p="http://schemas.openxmlformats.org/presentationml/2006/main">
  <p:tag name="KSO_WM_BEAUTIFY_FLAG" val="#wm#"/>
  <p:tag name="KSO_WM_UNIT_TYPE" val="l_h_a"/>
  <p:tag name="KSO_WM_UNIT_INDEX" val="1_6_1"/>
  <p:tag name="KSO_WM_UNIT_ID" val="diagram19882022_4*l_h_a*1_6_1"/>
  <p:tag name="KSO_WM_TEMPLATE_INDEX" val="19882022"/>
  <p:tag name="KSO_WM_TAG_VERSION" val="2.0"/>
  <p:tag name="KSO_WM_DIAGRAM_GROUP_CODE" val="l1-1"/>
</p:tagLst>
</file>

<file path=ppt/tags/tag66.xml><?xml version="1.0" encoding="utf-8"?>
<p:tagLst xmlns:p="http://schemas.openxmlformats.org/presentationml/2006/main">
  <p:tag name="KSO_WM_BEAUTIFY_FLAG" val="#wm#"/>
  <p:tag name="KSO_WM_UNIT_TYPE" val="l_h_f"/>
  <p:tag name="KSO_WM_UNIT_INDEX" val="1_6_1"/>
  <p:tag name="KSO_WM_UNIT_ID" val="diagram19882022_4*l_h_f*1_6_1"/>
  <p:tag name="KSO_WM_TEMPLATE_INDEX" val="19882022"/>
  <p:tag name="KSO_WM_TAG_VERSION" val="2.0"/>
  <p:tag name="KSO_WM_DIAGRAM_GROUP_CODE" val="l1-1"/>
</p:tagLst>
</file>

<file path=ppt/tags/tag67.xml><?xml version="1.0" encoding="utf-8"?>
<p:tagLst xmlns:p="http://schemas.openxmlformats.org/presentationml/2006/main">
  <p:tag name="KSO_WM_BEAUTIFY_FLAG" val="#wm#"/>
  <p:tag name="KSO_WM_UNIT_TYPE" val="l_h_i"/>
  <p:tag name="KSO_WM_UNIT_INDEX" val="1_6_2"/>
  <p:tag name="KSO_WM_UNIT_ID" val="diagram19882022_4*l_h_i*1_6_2"/>
  <p:tag name="KSO_WM_TEMPLATE_INDEX" val="19882022"/>
  <p:tag name="KSO_WM_TAG_VERSION" val="2.0"/>
  <p:tag name="KSO_WM_DIAGRAM_GROUP_CODE" val="l1-1"/>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wm#"/>
  <p:tag name="KSO_WM_UNIT_TYPE" val="l_h_i"/>
  <p:tag name="KSO_WM_UNIT_INDEX" val="1_1_1"/>
  <p:tag name="KSO_WM_UNIT_ID" val="diagram19882022_4*l_h_i*1_1_1"/>
  <p:tag name="KSO_WM_TEMPLATE_INDEX" val="19882022"/>
  <p:tag name="KSO_WM_TAG_VERSION" val="2.0"/>
  <p:tag name="KSO_WM_DIAGRAM_GROUP_CODE" val="l1-1"/>
  <p:tag name="KSO_WM_UNIT_SUBTYPE" val="d"/>
</p:tagLst>
</file>

<file path=ppt/tags/tag70.xml><?xml version="1.0" encoding="utf-8"?>
<p:tagLst xmlns:p="http://schemas.openxmlformats.org/presentationml/2006/main">
  <p:tag name="KSO_WM_BEAUTIFY_FLAG" val="#wm#"/>
  <p:tag name="KSO_WM_UNIT_TYPE" val="l_h_a"/>
  <p:tag name="KSO_WM_UNIT_INDEX" val="1_1_1"/>
  <p:tag name="KSO_WM_UNIT_ID" val="diagram19882022_4*l_h_a*1_1_1"/>
  <p:tag name="KSO_WM_TEMPLATE_INDEX" val="19882022"/>
  <p:tag name="KSO_WM_TAG_VERSION" val="2.0"/>
  <p:tag name="KSO_WM_DIAGRAM_GROUP_CODE" val="l1-1"/>
</p:tagLst>
</file>

<file path=ppt/tags/tag71.xml><?xml version="1.0" encoding="utf-8"?>
<p:tagLst xmlns:p="http://schemas.openxmlformats.org/presentationml/2006/main">
  <p:tag name="KSO_WM_BEAUTIFY_FLAG" val="#wm#"/>
  <p:tag name="KSO_WM_UNIT_TYPE" val="l_h_f"/>
  <p:tag name="KSO_WM_UNIT_INDEX" val="1_1_1"/>
  <p:tag name="KSO_WM_UNIT_ID" val="diagram19882022_4*l_h_f*1_1_1"/>
  <p:tag name="KSO_WM_TEMPLATE_INDEX" val="19882022"/>
  <p:tag name="KSO_WM_TAG_VERSION" val="2.0"/>
  <p:tag name="KSO_WM_DIAGRAM_GROUP_CODE" val="l1-1"/>
</p:tagLst>
</file>

<file path=ppt/tags/tag72.xml><?xml version="1.0" encoding="utf-8"?>
<p:tagLst xmlns:p="http://schemas.openxmlformats.org/presentationml/2006/main">
  <p:tag name="KSO_WM_BEAUTIFY_FLAG" val="#wm#"/>
  <p:tag name="KSO_WM_UNIT_TYPE" val="l_h_i"/>
  <p:tag name="KSO_WM_UNIT_INDEX" val="1_2_1"/>
  <p:tag name="KSO_WM_UNIT_ID" val="diagram19882022_4*l_h_i*1_2_1"/>
  <p:tag name="KSO_WM_TEMPLATE_INDEX" val="19882022"/>
  <p:tag name="KSO_WM_TAG_VERSION" val="2.0"/>
  <p:tag name="KSO_WM_DIAGRAM_GROUP_CODE" val="l1-1"/>
  <p:tag name="KSO_WM_UNIT_SUBTYPE" val="d"/>
</p:tagLst>
</file>

<file path=ppt/tags/tag73.xml><?xml version="1.0" encoding="utf-8"?>
<p:tagLst xmlns:p="http://schemas.openxmlformats.org/presentationml/2006/main">
  <p:tag name="KSO_WM_BEAUTIFY_FLAG" val="#wm#"/>
  <p:tag name="KSO_WM_UNIT_TYPE" val="l_h_a"/>
  <p:tag name="KSO_WM_UNIT_INDEX" val="1_2_1"/>
  <p:tag name="KSO_WM_UNIT_ID" val="diagram19882022_4*l_h_a*1_2_1"/>
  <p:tag name="KSO_WM_TEMPLATE_INDEX" val="19882022"/>
  <p:tag name="KSO_WM_TAG_VERSION" val="2.0"/>
  <p:tag name="KSO_WM_DIAGRAM_GROUP_CODE" val="l1-1"/>
</p:tagLst>
</file>

<file path=ppt/tags/tag74.xml><?xml version="1.0" encoding="utf-8"?>
<p:tagLst xmlns:p="http://schemas.openxmlformats.org/presentationml/2006/main">
  <p:tag name="KSO_WM_BEAUTIFY_FLAG" val="#wm#"/>
  <p:tag name="KSO_WM_UNIT_TYPE" val="l_h_f"/>
  <p:tag name="KSO_WM_UNIT_INDEX" val="1_2_1"/>
  <p:tag name="KSO_WM_UNIT_ID" val="diagram19882022_4*l_h_f*1_2_1"/>
  <p:tag name="KSO_WM_TEMPLATE_INDEX" val="19882022"/>
  <p:tag name="KSO_WM_TAG_VERSION" val="2.0"/>
  <p:tag name="KSO_WM_DIAGRAM_GROUP_CODE" val="l1-1"/>
</p:tagLst>
</file>

<file path=ppt/tags/tag75.xml><?xml version="1.0" encoding="utf-8"?>
<p:tagLst xmlns:p="http://schemas.openxmlformats.org/presentationml/2006/main">
  <p:tag name="KSO_WM_BEAUTIFY_FLAG" val="#wm#"/>
  <p:tag name="KSO_WM_UNIT_TYPE" val="l_h_i"/>
  <p:tag name="KSO_WM_UNIT_INDEX" val="1_3_1"/>
  <p:tag name="KSO_WM_UNIT_ID" val="diagram19882022_4*l_h_i*1_3_1"/>
  <p:tag name="KSO_WM_TEMPLATE_INDEX" val="19882022"/>
  <p:tag name="KSO_WM_TAG_VERSION" val="2.0"/>
  <p:tag name="KSO_WM_DIAGRAM_GROUP_CODE" val="l1-1"/>
  <p:tag name="KSO_WM_UNIT_SUBTYPE" val="d"/>
</p:tagLst>
</file>

<file path=ppt/tags/tag76.xml><?xml version="1.0" encoding="utf-8"?>
<p:tagLst xmlns:p="http://schemas.openxmlformats.org/presentationml/2006/main">
  <p:tag name="KSO_WM_BEAUTIFY_FLAG" val="#wm#"/>
  <p:tag name="KSO_WM_UNIT_TYPE" val="l_h_f"/>
  <p:tag name="KSO_WM_UNIT_INDEX" val="1_3_2"/>
  <p:tag name="KSO_WM_UNIT_ID" val="diagram19882022_4*l_h_f*1_3_2"/>
  <p:tag name="KSO_WM_TEMPLATE_INDEX" val="19882022"/>
  <p:tag name="KSO_WM_TAG_VERSION" val="2.0"/>
  <p:tag name="KSO_WM_DIAGRAM_GROUP_CODE" val="l1-1"/>
</p:tagLst>
</file>

<file path=ppt/tags/tag77.xml><?xml version="1.0" encoding="utf-8"?>
<p:tagLst xmlns:p="http://schemas.openxmlformats.org/presentationml/2006/main">
  <p:tag name="KSO_WM_BEAUTIFY_FLAG" val="#wm#"/>
  <p:tag name="KSO_WM_UNIT_TYPE" val="l_h_f"/>
  <p:tag name="KSO_WM_UNIT_INDEX" val="1_3_1"/>
  <p:tag name="KSO_WM_UNIT_ID" val="diagram19882022_4*l_h_f*1_3_1"/>
  <p:tag name="KSO_WM_TEMPLATE_INDEX" val="19882022"/>
  <p:tag name="KSO_WM_TAG_VERSION" val="2.0"/>
  <p:tag name="KSO_WM_DIAGRAM_GROUP_CODE" val="l1-1"/>
</p:tagLst>
</file>

<file path=ppt/tags/tag78.xml><?xml version="1.0" encoding="utf-8"?>
<p:tagLst xmlns:p="http://schemas.openxmlformats.org/presentationml/2006/main">
  <p:tag name="KSO_WM_BEAUTIFY_FLAG" val="#wm#"/>
  <p:tag name="KSO_WM_UNIT_TYPE" val="l_h_i"/>
  <p:tag name="KSO_WM_UNIT_INDEX" val="1_4_1"/>
  <p:tag name="KSO_WM_UNIT_ID" val="diagram19882022_4*l_h_i*1_4_1"/>
  <p:tag name="KSO_WM_TEMPLATE_INDEX" val="19882022"/>
  <p:tag name="KSO_WM_TAG_VERSION" val="2.0"/>
  <p:tag name="KSO_WM_DIAGRAM_GROUP_CODE" val="l1-1"/>
  <p:tag name="KSO_WM_UNIT_SUBTYPE" val="d"/>
</p:tagLst>
</file>

<file path=ppt/tags/tag79.xml><?xml version="1.0" encoding="utf-8"?>
<p:tagLst xmlns:p="http://schemas.openxmlformats.org/presentationml/2006/main">
  <p:tag name="KSO_WM_BEAUTIFY_FLAG" val="#wm#"/>
  <p:tag name="KSO_WM_UNIT_TYPE" val="l_h_a"/>
  <p:tag name="KSO_WM_UNIT_INDEX" val="1_4_1"/>
  <p:tag name="KSO_WM_UNIT_ID" val="diagram19882022_4*l_h_a*1_4_1"/>
  <p:tag name="KSO_WM_TEMPLATE_INDEX" val="19882022"/>
  <p:tag name="KSO_WM_TAG_VERSION" val="2.0"/>
  <p:tag name="KSO_WM_DIAGRAM_GROUP_CODE" val="l1-1"/>
</p:tagLst>
</file>

<file path=ppt/tags/tag80.xml><?xml version="1.0" encoding="utf-8"?>
<p:tagLst xmlns:p="http://schemas.openxmlformats.org/presentationml/2006/main">
  <p:tag name="KSO_WM_BEAUTIFY_FLAG" val="#wm#"/>
  <p:tag name="KSO_WM_UNIT_TYPE" val="l_h_f"/>
  <p:tag name="KSO_WM_UNIT_INDEX" val="1_4_1"/>
  <p:tag name="KSO_WM_UNIT_ID" val="diagram19882022_4*l_h_f*1_4_1"/>
  <p:tag name="KSO_WM_TEMPLATE_INDEX" val="19882022"/>
  <p:tag name="KSO_WM_TAG_VERSION" val="2.0"/>
  <p:tag name="KSO_WM_DIAGRAM_GROUP_CODE" val="l1-1"/>
</p:tagLst>
</file>

<file path=ppt/tags/tag81.xml><?xml version="1.0" encoding="utf-8"?>
<p:tagLst xmlns:p="http://schemas.openxmlformats.org/presentationml/2006/main">
  <p:tag name="KSO_WM_BEAUTIFY_FLAG" val="#wm#"/>
  <p:tag name="KSO_WM_UNIT_TYPE" val="l_h_i"/>
  <p:tag name="KSO_WM_UNIT_INDEX" val="1_5_1"/>
  <p:tag name="KSO_WM_UNIT_ID" val="diagram19882022_4*l_h_i*1_5_1"/>
  <p:tag name="KSO_WM_TEMPLATE_INDEX" val="19882022"/>
  <p:tag name="KSO_WM_TAG_VERSION" val="2.0"/>
  <p:tag name="KSO_WM_DIAGRAM_GROUP_CODE" val="l1-1"/>
  <p:tag name="KSO_WM_UNIT_SUBTYPE" val="d"/>
</p:tagLst>
</file>

<file path=ppt/tags/tag82.xml><?xml version="1.0" encoding="utf-8"?>
<p:tagLst xmlns:p="http://schemas.openxmlformats.org/presentationml/2006/main">
  <p:tag name="KSO_WM_BEAUTIFY_FLAG" val="#wm#"/>
  <p:tag name="KSO_WM_UNIT_TYPE" val="l_h_f"/>
  <p:tag name="KSO_WM_UNIT_INDEX" val="1_5_2"/>
  <p:tag name="KSO_WM_UNIT_ID" val="diagram19882022_4*l_h_f*1_5_2"/>
  <p:tag name="KSO_WM_TEMPLATE_INDEX" val="19882022"/>
  <p:tag name="KSO_WM_TAG_VERSION" val="2.0"/>
  <p:tag name="KSO_WM_DIAGRAM_GROUP_CODE" val="l1-1"/>
</p:tagLst>
</file>

<file path=ppt/tags/tag83.xml><?xml version="1.0" encoding="utf-8"?>
<p:tagLst xmlns:p="http://schemas.openxmlformats.org/presentationml/2006/main">
  <p:tag name="KSO_WM_BEAUTIFY_FLAG" val="#wm#"/>
  <p:tag name="KSO_WM_UNIT_TYPE" val="l_h_f"/>
  <p:tag name="KSO_WM_UNIT_INDEX" val="1_5_1"/>
  <p:tag name="KSO_WM_UNIT_ID" val="diagram19882022_4*l_h_f*1_5_1"/>
  <p:tag name="KSO_WM_TEMPLATE_INDEX" val="19882022"/>
  <p:tag name="KSO_WM_TAG_VERSION" val="2.0"/>
  <p:tag name="KSO_WM_DIAGRAM_GROUP_CODE" val="l1-1"/>
</p:tagLst>
</file>

<file path=ppt/tags/tag84.xml><?xml version="1.0" encoding="utf-8"?>
<p:tagLst xmlns:p="http://schemas.openxmlformats.org/presentationml/2006/main">
  <p:tag name="KSO_WM_TEMPLATE_CATEGORY" val="diagram"/>
  <p:tag name="KSO_WM_TEMPLATE_INDEX" val="771"/>
  <p:tag name="KSO_WM_TAG_VERSION" val="1.0"/>
  <p:tag name="KSO_WM_UNIT_TYPE" val="l_h_f"/>
  <p:tag name="KSO_WM_UNIT_INDEX" val="1_1_1"/>
  <p:tag name="KSO_WM_UNIT_ID" val="diagram771_6*l_h_f*1_1_1"/>
  <p:tag name="KSO_WM_UNIT_CLEAR" val="1"/>
  <p:tag name="KSO_WM_UNIT_LAYERLEVEL" val="1_1_1"/>
  <p:tag name="KSO_WM_UNIT_VALUE" val="84"/>
  <p:tag name="KSO_WM_UNIT_HIGHLIGHT" val="0"/>
  <p:tag name="KSO_WM_UNIT_COMPATIBLE" val="0"/>
  <p:tag name="KSO_WM_BEAUTIFY_FLAG" val=""/>
  <p:tag name="KSO_WM_UNIT_PRESET_TEXT_INDEX" val="4"/>
  <p:tag name="KSO_WM_UNIT_PRESET_TEXT_LEN" val="160"/>
  <p:tag name="KSO_WM_DIAGRAM_GROUP_CODE" val="l1-1"/>
  <p:tag name="KSO_WM_UNIT_TEXT_FILL_FORE_SCHEMECOLOR_INDEX" val="13"/>
  <p:tag name="KSO_WM_UNIT_TEXT_FILL_TYPE" val="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a*1"/>
  <p:tag name="KSO_WM_TEMPLATE_CATEGORY" val="diagram"/>
  <p:tag name="KSO_WM_TEMPLATE_INDEX" val="20200873"/>
  <p:tag name="KSO_WM_UNIT_LAYERLEVEL" val="1"/>
  <p:tag name="KSO_WM_TAG_VERSION" val="1.0"/>
  <p:tag name="KSO_WM_BEAUTIFY_FLAG" val=""/>
  <p:tag name="KSO_WM_UNIT_ISCONTENTSTITLE" val="0"/>
  <p:tag name="KSO_WM_UNIT_PRESET_TEXT" val="点击此处添加标题"/>
  <p:tag name="KSO_WM_UNIT_NOCLEAR" val="0"/>
  <p:tag name="KSO_WM_UNIT_VALUE" val="26"/>
  <p:tag name="KSO_WM_DIAGRAM_GROUP_CODE" val="m1-1"/>
  <p:tag name="KSO_WM_UNIT_TYPE" val="a"/>
  <p:tag name="KSO_WM_UNIT_INDEX" val="1"/>
  <p:tag name="KSO_WM_UNIT_TEXT_FILL_FORE_SCHEMECOLOR_INDEX" val="13"/>
  <p:tag name="KSO_WM_UNIT_TEXT_FILL_TYPE" val="1"/>
  <p:tag name="KSO_WM_UNIT_USESOURCEFORMAT_APPLY" val="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
  <p:tag name="KSO_WM_UNIT_TEXT_FILL_FORE_SCHEMECOLOR_INDEX" val="2"/>
  <p:tag name="KSO_WM_UNIT_TEXT_FILL_TYPE" val="1"/>
  <p:tag name="KSO_WM_UNIT_USESOURCEFORMAT_APPLY" val="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
  <p:tag name="KSO_WM_TEMPLATE_CATEGORY" val="diagram"/>
  <p:tag name="KSO_WM_TEMPLATE_INDEX" val="20200873"/>
  <p:tag name="KSO_WM_UNIT_LAYERLEVEL" val="1"/>
  <p:tag name="KSO_WM_TAG_VERSION" val="1.0"/>
  <p:tag name="KSO_WM_BEAUTIFY_FLAG" val="#wm#"/>
  <p:tag name="KSO_WM_DIAGRAM_GROUP_CODE" val="m1-1"/>
  <p:tag name="KSO_WM_UNIT_TYPE" val="i"/>
  <p:tag name="KSO_WM_UNIT_INDEX" val="2"/>
  <p:tag name="KSO_WM_UNIT_TEXT_FILL_FORE_SCHEMECOLOR_INDEX" val="2"/>
  <p:tag name="KSO_WM_UNIT_TEXT_FILL_TYPE" val="1"/>
  <p:tag name="KSO_WM_UNIT_USESOURCEFORMAT_APPLY"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
  <p:tag name="KSO_WM_UNIT_TEXT_FILL_FORE_SCHEMECOLOR_INDEX" val="2"/>
  <p:tag name="KSO_WM_UNIT_TEXT_FILL_TYPE" val="1"/>
  <p:tag name="KSO_WM_UNIT_USESOURCEFORMAT_APPLY" val="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4"/>
  <p:tag name="KSO_WM_UNIT_TEXT_FILL_FORE_SCHEMECOLOR_INDEX" val="2"/>
  <p:tag name="KSO_WM_UNIT_TEXT_FILL_TYPE" val="1"/>
  <p:tag name="KSO_WM_UNIT_USESOURCEFORMAT_APPLY" val="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5"/>
  <p:tag name="KSO_WM_UNIT_TEXT_FILL_FORE_SCHEMECOLOR_INDEX" val="2"/>
  <p:tag name="KSO_WM_UNIT_TEXT_FILL_TYPE" val="1"/>
  <p:tag name="KSO_WM_UNIT_USESOURCEFORMAT_APPLY" val="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6"/>
  <p:tag name="KSO_WM_UNIT_TEXT_FILL_FORE_SCHEMECOLOR_INDEX" val="2"/>
  <p:tag name="KSO_WM_UNIT_TEXT_FILL_TYPE" val="1"/>
  <p:tag name="KSO_WM_UNIT_USESOURCEFORMAT_APPLY"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7"/>
  <p:tag name="KSO_WM_UNIT_TEXT_FILL_FORE_SCHEMECOLOR_INDEX" val="2"/>
  <p:tag name="KSO_WM_UNIT_TEXT_FILL_TYPE" val="1"/>
  <p:tag name="KSO_WM_UNIT_USESOURCEFORMAT_APPLY" val="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8"/>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8"/>
  <p:tag name="KSO_WM_UNIT_TEXT_FILL_FORE_SCHEMECOLOR_INDEX" val="2"/>
  <p:tag name="KSO_WM_UNIT_TEXT_FILL_TYPE" val="1"/>
  <p:tag name="KSO_WM_UNIT_USESOURCEFORMAT_APPLY"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9"/>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9"/>
  <p:tag name="KSO_WM_UNIT_TEXT_FILL_FORE_SCHEMECOLOR_INDEX" val="2"/>
  <p:tag name="KSO_WM_UNIT_TEXT_FILL_TYPE" val="1"/>
  <p:tag name="KSO_WM_UNIT_USESOURCEFORMAT_APPLY"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0"/>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0"/>
  <p:tag name="KSO_WM_UNIT_TEXT_FILL_FORE_SCHEMECOLOR_INDEX" val="2"/>
  <p:tag name="KSO_WM_UNIT_TEXT_FILL_TYPE" val="1"/>
  <p:tag name="KSO_WM_UNIT_USESOURCEFORMAT_APPLY" val="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1"/>
  <p:tag name="KSO_WM_UNIT_TEXT_FILL_FORE_SCHEMECOLOR_INDEX" val="2"/>
  <p:tag name="KSO_WM_UNIT_TEXT_FILL_TYPE" val="1"/>
  <p:tag name="KSO_WM_UNIT_USESOURCEFORMAT_APPLY"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2"/>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2"/>
  <p:tag name="KSO_WM_UNIT_TEXT_FILL_FORE_SCHEMECOLOR_INDEX" val="2"/>
  <p:tag name="KSO_WM_UNIT_TEXT_FILL_TYPE" val="1"/>
  <p:tag name="KSO_WM_UNIT_USESOURCEFORMAT_APPLY"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3"/>
  <p:tag name="KSO_WM_UNIT_TEXT_FILL_FORE_SCHEMECOLOR_INDEX" val="2"/>
  <p:tag name="KSO_WM_UNIT_TEXT_FILL_TYPE" val="1"/>
  <p:tag name="KSO_WM_UNIT_USESOURCEFORMAT_APPLY"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4"/>
  <p:tag name="KSO_WM_UNIT_TEXT_FILL_FORE_SCHEMECOLOR_INDEX" val="2"/>
  <p:tag name="KSO_WM_UNIT_TEXT_FILL_TYPE" val="1"/>
  <p:tag name="KSO_WM_UNIT_USESOURCEFORMAT_APPLY"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5"/>
  <p:tag name="KSO_WM_UNIT_TEXT_FILL_FORE_SCHEMECOLOR_INDEX" val="2"/>
  <p:tag name="KSO_WM_UNIT_TEXT_FILL_TYPE" val="1"/>
  <p:tag name="KSO_WM_UNIT_USESOURCEFORMAT_APPLY"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6"/>
  <p:tag name="KSO_WM_UNIT_TEXT_FILL_FORE_SCHEMECOLOR_INDEX" val="2"/>
  <p:tag name="KSO_WM_UNIT_TEXT_FILL_TYPE" val="1"/>
  <p:tag name="KSO_WM_UNIT_USESOURCEFORMAT_APPLY" val="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7"/>
  <p:tag name="KSO_WM_UNIT_TEXT_FILL_FORE_SCHEMECOLOR_INDEX" val="2"/>
  <p:tag name="KSO_WM_UNIT_TEXT_FILL_TYPE" val="1"/>
  <p:tag name="KSO_WM_UNIT_USESOURCEFORMAT_APPLY"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8"/>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8"/>
  <p:tag name="KSO_WM_UNIT_TEXT_FILL_FORE_SCHEMECOLOR_INDEX" val="2"/>
  <p:tag name="KSO_WM_UNIT_TEXT_FILL_TYPE" val="1"/>
  <p:tag name="KSO_WM_UNIT_USESOURCEFORMAT_APPLY" val="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9"/>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9"/>
  <p:tag name="KSO_WM_UNIT_TEXT_FILL_FORE_SCHEMECOLOR_INDEX" val="2"/>
  <p:tag name="KSO_WM_UNIT_TEXT_FILL_TYPE" val="1"/>
  <p:tag name="KSO_WM_UNIT_USESOURCEFORMAT_APPLY"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0"/>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0"/>
  <p:tag name="KSO_WM_UNIT_TEXT_FILL_FORE_SCHEMECOLOR_INDEX" val="2"/>
  <p:tag name="KSO_WM_UNIT_TEXT_FILL_TYPE" val="1"/>
  <p:tag name="KSO_WM_UNIT_USESOURCEFORMAT_APPLY"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1"/>
  <p:tag name="KSO_WM_UNIT_TEXT_FILL_FORE_SCHEMECOLOR_INDEX" val="2"/>
  <p:tag name="KSO_WM_UNIT_TEXT_FILL_TYPE" val="1"/>
  <p:tag name="KSO_WM_UNIT_USESOURCEFORMAT_APPLY"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2"/>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2"/>
  <p:tag name="KSO_WM_UNIT_TEXT_FILL_FORE_SCHEMECOLOR_INDEX" val="2"/>
  <p:tag name="KSO_WM_UNIT_TEXT_FILL_TYPE" val="1"/>
  <p:tag name="KSO_WM_UNIT_USESOURCEFORMAT_APPLY"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3"/>
  <p:tag name="KSO_WM_UNIT_TEXT_FILL_FORE_SCHEMECOLOR_INDEX" val="2"/>
  <p:tag name="KSO_WM_UNIT_TEXT_FILL_TYPE" val="1"/>
  <p:tag name="KSO_WM_UNIT_USESOURCEFORMAT_APPLY"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4"/>
  <p:tag name="KSO_WM_UNIT_TEXT_FILL_FORE_SCHEMECOLOR_INDEX" val="2"/>
  <p:tag name="KSO_WM_UNIT_TEXT_FILL_TYPE" val="1"/>
  <p:tag name="KSO_WM_UNIT_USESOURCEFORMAT_APPLY"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5"/>
  <p:tag name="KSO_WM_UNIT_TEXT_FILL_FORE_SCHEMECOLOR_INDEX" val="2"/>
  <p:tag name="KSO_WM_UNIT_TEXT_FILL_TYPE" val="1"/>
  <p:tag name="KSO_WM_UNIT_USESOURCEFORMAT_APPLY" val="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6"/>
  <p:tag name="KSO_WM_UNIT_TEXT_FILL_FORE_SCHEMECOLOR_INDEX" val="2"/>
  <p:tag name="KSO_WM_UNIT_TEXT_FILL_TYPE" val="1"/>
  <p:tag name="KSO_WM_UNIT_USESOURCEFORMAT_APPLY" val="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7"/>
  <p:tag name="KSO_WM_UNIT_TEXT_FILL_FORE_SCHEMECOLOR_INDEX" val="2"/>
  <p:tag name="KSO_WM_UNIT_TEXT_FILL_TYPE" val="1"/>
  <p:tag name="KSO_WM_UNIT_USESOURCEFORMAT_APPLY"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8"/>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8"/>
  <p:tag name="KSO_WM_UNIT_TEXT_FILL_FORE_SCHEMECOLOR_INDEX" val="2"/>
  <p:tag name="KSO_WM_UNIT_TEXT_FILL_TYPE" val="1"/>
  <p:tag name="KSO_WM_UNIT_USESOURCEFORMAT_APPLY"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9"/>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9"/>
  <p:tag name="KSO_WM_UNIT_TEXT_FILL_FORE_SCHEMECOLOR_INDEX" val="2"/>
  <p:tag name="KSO_WM_UNIT_TEXT_FILL_TYPE" val="1"/>
  <p:tag name="KSO_WM_UNIT_USESOURCEFORMAT_APPLY" val="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0"/>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0"/>
  <p:tag name="KSO_WM_UNIT_TEXT_FILL_FORE_SCHEMECOLOR_INDEX" val="2"/>
  <p:tag name="KSO_WM_UNIT_TEXT_FILL_TYPE" val="1"/>
  <p:tag name="KSO_WM_UNIT_USESOURCEFORMAT_APPLY" val="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1"/>
  <p:tag name="KSO_WM_UNIT_TEXT_FILL_FORE_SCHEMECOLOR_INDEX" val="2"/>
  <p:tag name="KSO_WM_UNIT_TEXT_FILL_TYPE" val="1"/>
  <p:tag name="KSO_WM_UNIT_USESOURCEFORMAT_APPLY"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2"/>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2"/>
  <p:tag name="KSO_WM_UNIT_TEXT_FILL_FORE_SCHEMECOLOR_INDEX" val="2"/>
  <p:tag name="KSO_WM_UNIT_TEXT_FILL_TYPE" val="1"/>
  <p:tag name="KSO_WM_UNIT_USESOURCEFORMAT_APPLY" val="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3"/>
  <p:tag name="KSO_WM_UNIT_TEXT_FILL_FORE_SCHEMECOLOR_INDEX" val="2"/>
  <p:tag name="KSO_WM_UNIT_TEXT_FILL_TYPE" val="1"/>
  <p:tag name="KSO_WM_UNIT_USESOURCEFORMAT_APPLY"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4"/>
  <p:tag name="KSO_WM_UNIT_TEXT_FILL_FORE_SCHEMECOLOR_INDEX" val="2"/>
  <p:tag name="KSO_WM_UNIT_TEXT_FILL_TYPE" val="1"/>
  <p:tag name="KSO_WM_UNIT_USESOURCEFORMAT_APPLY"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5"/>
  <p:tag name="KSO_WM_UNIT_TEXT_FILL_FORE_SCHEMECOLOR_INDEX" val="2"/>
  <p:tag name="KSO_WM_UNIT_TEXT_FILL_TYPE" val="1"/>
  <p:tag name="KSO_WM_UNIT_USESOURCEFORMAT_APPLY" val="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6"/>
  <p:tag name="KSO_WM_UNIT_TEXT_FILL_FORE_SCHEMECOLOR_INDEX" val="2"/>
  <p:tag name="KSO_WM_UNIT_TEXT_FILL_TYPE" val="1"/>
  <p:tag name="KSO_WM_UNIT_USESOURCEFORMAT_APPLY" val="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7"/>
  <p:tag name="KSO_WM_UNIT_FILL_FORE_SCHEMECOLOR_INDEX" val="5"/>
  <p:tag name="KSO_WM_UNIT_FILL_TYPE" val="1"/>
  <p:tag name="KSO_WM_UNIT_TEXT_FILL_FORE_SCHEMECOLOR_INDEX" val="2"/>
  <p:tag name="KSO_WM_UNIT_TEXT_FILL_TYPE" val="1"/>
  <p:tag name="KSO_WM_UNIT_USESOURCEFORMAT_APPLY"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_1_1"/>
  <p:tag name="KSO_WM_TEMPLATE_CATEGORY" val="diagram"/>
  <p:tag name="KSO_WM_TEMPLATE_INDEX" val="20200873"/>
  <p:tag name="KSO_WM_UNIT_LAYERLEVEL" val="1_1_1"/>
  <p:tag name="KSO_WM_TAG_VERSION" val="1.0"/>
  <p:tag name="KSO_WM_BEAUTIFY_FLAG" val=""/>
  <p:tag name="KSO_WM_UNIT_ISCONTENTSTITLE" val="0"/>
  <p:tag name="KSO_WM_UNIT_PRESET_TEXT" val="01 项目内容"/>
  <p:tag name="KSO_WM_UNIT_NOCLEAR" val="0"/>
  <p:tag name="KSO_WM_UNIT_VALUE" val="19"/>
  <p:tag name="KSO_WM_DIAGRAM_GROUP_CODE" val="m1-1"/>
  <p:tag name="KSO_WM_UNIT_TYPE" val="m_h_a"/>
  <p:tag name="KSO_WM_UNIT_INDEX" val="1_1_1"/>
  <p:tag name="KSO_WM_UNIT_TEXT_FILL_FORE_SCHEMECOLOR_INDEX" val="13"/>
  <p:tag name="KSO_WM_UNIT_TEXT_FILL_TYPE" val="1"/>
  <p:tag name="KSO_WM_UNIT_USESOURCEFORMAT_APPLY"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f*1_1_1"/>
  <p:tag name="KSO_WM_TEMPLATE_CATEGORY" val="diagram"/>
  <p:tag name="KSO_WM_TEMPLATE_INDEX" val="20200873"/>
  <p:tag name="KSO_WM_UNIT_LAYERLEVEL" val="1_1_1"/>
  <p:tag name="KSO_WM_TAG_VERSION" val="1.0"/>
  <p:tag name="KSO_WM_BEAUTIFY_FLAG" val=""/>
  <p:tag name="KSO_WM_UNIT_PRESET_TEXT" val="点击此处添加正文，请言简意赅的阐述您的观点。"/>
  <p:tag name="KSO_WM_UNIT_NOCLEAR" val="0"/>
  <p:tag name="KSO_WM_UNIT_VALUE" val="22"/>
  <p:tag name="KSO_WM_DIAGRAM_GROUP_CODE" val="m1-1"/>
  <p:tag name="KSO_WM_UNIT_TYPE" val="m_h_f"/>
  <p:tag name="KSO_WM_UNIT_INDEX" val="1_1_1"/>
  <p:tag name="KSO_WM_UNIT_TEXT_FILL_FORE_SCHEMECOLOR_INDEX" val="13"/>
  <p:tag name="KSO_WM_UNIT_TEXT_FILL_TYPE" val="1"/>
  <p:tag name="KSO_WM_UNIT_USESOURCEFORMAT_APPLY"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_2_1"/>
  <p:tag name="KSO_WM_TEMPLATE_CATEGORY" val="diagram"/>
  <p:tag name="KSO_WM_TEMPLATE_INDEX" val="20200873"/>
  <p:tag name="KSO_WM_UNIT_LAYERLEVEL" val="1_1_1"/>
  <p:tag name="KSO_WM_TAG_VERSION" val="1.0"/>
  <p:tag name="KSO_WM_BEAUTIFY_FLAG" val=""/>
  <p:tag name="KSO_WM_UNIT_ISCONTENTSTITLE" val="0"/>
  <p:tag name="KSO_WM_UNIT_PRESET_TEXT" val="02 项目内容"/>
  <p:tag name="KSO_WM_UNIT_NOCLEAR" val="0"/>
  <p:tag name="KSO_WM_UNIT_VALUE" val="19"/>
  <p:tag name="KSO_WM_DIAGRAM_GROUP_CODE" val="m1-1"/>
  <p:tag name="KSO_WM_UNIT_TYPE" val="m_h_a"/>
  <p:tag name="KSO_WM_UNIT_INDEX" val="1_2_1"/>
  <p:tag name="KSO_WM_UNIT_TEXT_FILL_FORE_SCHEMECOLOR_INDEX" val="13"/>
  <p:tag name="KSO_WM_UNIT_TEXT_FILL_TYPE" val="1"/>
  <p:tag name="KSO_WM_UNIT_USESOURCEFORMAT_APPLY"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f*1_2_1"/>
  <p:tag name="KSO_WM_TEMPLATE_CATEGORY" val="diagram"/>
  <p:tag name="KSO_WM_TEMPLATE_INDEX" val="20200873"/>
  <p:tag name="KSO_WM_UNIT_LAYERLEVEL" val="1_1_1"/>
  <p:tag name="KSO_WM_TAG_VERSION" val="1.0"/>
  <p:tag name="KSO_WM_BEAUTIFY_FLAG" val=""/>
  <p:tag name="KSO_WM_UNIT_PRESET_TEXT" val="点击此处添加正文，文字是您思想的提炼，为了演示发布的良好效果，请言简意赅的阐述您的观点。"/>
  <p:tag name="KSO_WM_UNIT_NOCLEAR" val="0"/>
  <p:tag name="KSO_WM_UNIT_VALUE" val="44"/>
  <p:tag name="KSO_WM_DIAGRAM_GROUP_CODE" val="m1-1"/>
  <p:tag name="KSO_WM_UNIT_TYPE" val="m_h_f"/>
  <p:tag name="KSO_WM_UNIT_INDEX" val="1_2_1"/>
  <p:tag name="KSO_WM_UNIT_TEXT_FILL_FORE_SCHEMECOLOR_INDEX" val="13"/>
  <p:tag name="KSO_WM_UNIT_TEXT_FILL_TYPE" val="1"/>
  <p:tag name="KSO_WM_UNIT_USESOURCEFORMAT_APPLY"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_3_1"/>
  <p:tag name="KSO_WM_UNIT_TEXT_FILL_FORE_SCHEMECOLOR_INDEX" val="13"/>
  <p:tag name="KSO_WM_UNIT_TEXT_FILL_TYPE" val="1"/>
  <p:tag name="KSO_WM_UNIT_USESOURCEFORMAT_APPLY"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f*1_3_1"/>
  <p:tag name="KSO_WM_TEMPLATE_CATEGORY" val="diagram"/>
  <p:tag name="KSO_WM_TEMPLATE_INDEX" val="20200873"/>
  <p:tag name="KSO_WM_UNIT_LAYERLEVEL" val="1_1_1"/>
  <p:tag name="KSO_WM_TAG_VERSION" val="1.0"/>
  <p:tag name="KSO_WM_BEAUTIFY_FLAG" val=""/>
  <p:tag name="KSO_WM_UNIT_PRESET_TEXT" val="点击此处添加正文，文字是您思想的提炼，为了演示发布的良好效果，请言简意赅的阐述您的观点。"/>
  <p:tag name="KSO_WM_UNIT_NOCLEAR" val="0"/>
  <p:tag name="KSO_WM_UNIT_VALUE" val="44"/>
  <p:tag name="KSO_WM_DIAGRAM_GROUP_CODE" val="m1-1"/>
  <p:tag name="KSO_WM_UNIT_TYPE" val="m_h_f"/>
  <p:tag name="KSO_WM_UNIT_INDEX" val="1_3_1"/>
  <p:tag name="KSO_WM_UNIT_TEXT_FILL_FORE_SCHEMECOLOR_INDEX" val="13"/>
  <p:tag name="KSO_WM_UNIT_TEXT_FILL_TYPE" val="1"/>
  <p:tag name="KSO_WM_UNIT_USESOURCEFORMAT_APPLY"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1_1"/>
  <p:tag name="KSO_WM_TEMPLATE_CATEGORY" val="diagram"/>
  <p:tag name="KSO_WM_TEMPLATE_INDEX" val="20200873"/>
  <p:tag name="KSO_WM_UNIT_LAYERLEVEL" val="1_1_1"/>
  <p:tag name="KSO_WM_TAG_VERSION" val="1.0"/>
  <p:tag name="KSO_WM_BEAUTIFY_FLAG" val=""/>
  <p:tag name="KSO_WM_UNIT_ISCONTENTSTITLE" val="0"/>
  <p:tag name="KSO_WM_UNIT_PRESET_TEXT" val="01 项目内容"/>
  <p:tag name="KSO_WM_UNIT_NOCLEAR" val="0"/>
  <p:tag name="KSO_WM_UNIT_VALUE" val="19"/>
  <p:tag name="KSO_WM_DIAGRAM_GROUP_CODE" val="m1-1"/>
  <p:tag name="KSO_WM_UNIT_TYPE" val="m_h_a"/>
  <p:tag name="KSO_WM_UNIT_INDEX" val="110_1_1"/>
  <p:tag name="KSO_WM_UNIT_TEXT_FILL_FORE_SCHEMECOLOR_INDEX" val="13"/>
  <p:tag name="KSO_WM_UNIT_TEXT_FILL_TYPE" val="1"/>
  <p:tag name="KSO_WM_UNIT_USESOURCEFORMAT_APPLY"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2_1"/>
  <p:tag name="KSO_WM_TEMPLATE_CATEGORY" val="diagram"/>
  <p:tag name="KSO_WM_TEMPLATE_INDEX" val="20200873"/>
  <p:tag name="KSO_WM_UNIT_LAYERLEVEL" val="1_1_1"/>
  <p:tag name="KSO_WM_TAG_VERSION" val="1.0"/>
  <p:tag name="KSO_WM_BEAUTIFY_FLAG" val=""/>
  <p:tag name="KSO_WM_UNIT_ISCONTENTSTITLE" val="0"/>
  <p:tag name="KSO_WM_UNIT_PRESET_TEXT" val="02 项目内容"/>
  <p:tag name="KSO_WM_UNIT_NOCLEAR" val="0"/>
  <p:tag name="KSO_WM_UNIT_VALUE" val="19"/>
  <p:tag name="KSO_WM_DIAGRAM_GROUP_CODE" val="m1-1"/>
  <p:tag name="KSO_WM_UNIT_TYPE" val="m_h_a"/>
  <p:tag name="KSO_WM_UNIT_INDEX" val="110_2_1"/>
  <p:tag name="KSO_WM_UNIT_TEXT_FILL_FORE_SCHEMECOLOR_INDEX" val="13"/>
  <p:tag name="KSO_WM_UNIT_TEXT_FILL_TYPE" val="1"/>
  <p:tag name="KSO_WM_UNIT_USESOURCEFORMAT_APPLY"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a*1"/>
  <p:tag name="KSO_WM_TEMPLATE_CATEGORY" val="diagram"/>
  <p:tag name="KSO_WM_TEMPLATE_INDEX" val="20200873"/>
  <p:tag name="KSO_WM_UNIT_LAYERLEVEL" val="1"/>
  <p:tag name="KSO_WM_TAG_VERSION" val="1.0"/>
  <p:tag name="KSO_WM_BEAUTIFY_FLAG" val=""/>
  <p:tag name="KSO_WM_UNIT_ISCONTENTSTITLE" val="0"/>
  <p:tag name="KSO_WM_UNIT_PRESET_TEXT" val="点击此处添加标题"/>
  <p:tag name="KSO_WM_UNIT_NOCLEAR" val="0"/>
  <p:tag name="KSO_WM_UNIT_VALUE" val="26"/>
  <p:tag name="KSO_WM_DIAGRAM_GROUP_CODE" val="m1-1"/>
  <p:tag name="KSO_WM_UNIT_TYPE" val="a"/>
  <p:tag name="KSO_WM_UNIT_INDEX" val="1"/>
  <p:tag name="KSO_WM_UNIT_TEXT_FILL_FORE_SCHEMECOLOR_INDEX" val="13"/>
  <p:tag name="KSO_WM_UNIT_TEXT_FILL_TYPE" val="1"/>
  <p:tag name="KSO_WM_UNIT_USESOURCEFORMAT_APPLY"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
  <p:tag name="KSO_WM_UNIT_TEXT_FILL_FORE_SCHEMECOLOR_INDEX" val="2"/>
  <p:tag name="KSO_WM_UNIT_TEXT_FILL_TYPE" val="1"/>
  <p:tag name="KSO_WM_UNIT_USESOURCEFORMAT_APPLY"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
  <p:tag name="KSO_WM_TEMPLATE_CATEGORY" val="diagram"/>
  <p:tag name="KSO_WM_TEMPLATE_INDEX" val="20200873"/>
  <p:tag name="KSO_WM_UNIT_LAYERLEVEL" val="1"/>
  <p:tag name="KSO_WM_TAG_VERSION" val="1.0"/>
  <p:tag name="KSO_WM_BEAUTIFY_FLAG" val="#wm#"/>
  <p:tag name="KSO_WM_DIAGRAM_GROUP_CODE" val="m1-1"/>
  <p:tag name="KSO_WM_UNIT_TYPE" val="i"/>
  <p:tag name="KSO_WM_UNIT_INDEX" val="2"/>
  <p:tag name="KSO_WM_UNIT_TEXT_FILL_FORE_SCHEMECOLOR_INDEX" val="2"/>
  <p:tag name="KSO_WM_UNIT_TEXT_FILL_TYPE" val="1"/>
  <p:tag name="KSO_WM_UNIT_USESOURCEFORMAT_APPLY"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
  <p:tag name="KSO_WM_UNIT_TEXT_FILL_FORE_SCHEMECOLOR_INDEX" val="2"/>
  <p:tag name="KSO_WM_UNIT_TEXT_FILL_TYPE" val="1"/>
  <p:tag name="KSO_WM_UNIT_USESOURCEFORMAT_APPLY"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4"/>
  <p:tag name="KSO_WM_UNIT_TEXT_FILL_FORE_SCHEMECOLOR_INDEX" val="2"/>
  <p:tag name="KSO_WM_UNIT_TEXT_FILL_TYPE" val="1"/>
  <p:tag name="KSO_WM_UNIT_USESOURCEFORMAT_APPLY"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5"/>
  <p:tag name="KSO_WM_UNIT_TEXT_FILL_FORE_SCHEMECOLOR_INDEX" val="2"/>
  <p:tag name="KSO_WM_UNIT_TEXT_FILL_TYPE" val="1"/>
  <p:tag name="KSO_WM_UNIT_USESOURCEFORMAT_APPLY"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6"/>
  <p:tag name="KSO_WM_UNIT_TEXT_FILL_FORE_SCHEMECOLOR_INDEX" val="2"/>
  <p:tag name="KSO_WM_UNIT_TEXT_FILL_TYPE" val="1"/>
  <p:tag name="KSO_WM_UNIT_USESOURCEFORMAT_APPLY" val="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7"/>
  <p:tag name="KSO_WM_UNIT_TEXT_FILL_FORE_SCHEMECOLOR_INDEX" val="2"/>
  <p:tag name="KSO_WM_UNIT_TEXT_FILL_TYPE" val="1"/>
  <p:tag name="KSO_WM_UNIT_USESOURCEFORMAT_APPLY"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8"/>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8"/>
  <p:tag name="KSO_WM_UNIT_TEXT_FILL_FORE_SCHEMECOLOR_INDEX" val="2"/>
  <p:tag name="KSO_WM_UNIT_TEXT_FILL_TYPE" val="1"/>
  <p:tag name="KSO_WM_UNIT_USESOURCEFORMAT_APPLY"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9"/>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9"/>
  <p:tag name="KSO_WM_UNIT_TEXT_FILL_FORE_SCHEMECOLOR_INDEX" val="2"/>
  <p:tag name="KSO_WM_UNIT_TEXT_FILL_TYPE" val="1"/>
  <p:tag name="KSO_WM_UNIT_USESOURCEFORMAT_APPLY"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0"/>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0"/>
  <p:tag name="KSO_WM_UNIT_TEXT_FILL_FORE_SCHEMECOLOR_INDEX" val="2"/>
  <p:tag name="KSO_WM_UNIT_TEXT_FILL_TYPE" val="1"/>
  <p:tag name="KSO_WM_UNIT_USESOURCEFORMAT_APPLY" val="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1"/>
  <p:tag name="KSO_WM_UNIT_TEXT_FILL_FORE_SCHEMECOLOR_INDEX" val="2"/>
  <p:tag name="KSO_WM_UNIT_TEXT_FILL_TYPE" val="1"/>
  <p:tag name="KSO_WM_UNIT_USESOURCEFORMAT_APPLY" val="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2"/>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2"/>
  <p:tag name="KSO_WM_UNIT_TEXT_FILL_FORE_SCHEMECOLOR_INDEX" val="2"/>
  <p:tag name="KSO_WM_UNIT_TEXT_FILL_TYPE" val="1"/>
  <p:tag name="KSO_WM_UNIT_USESOURCEFORMAT_APPLY"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3"/>
  <p:tag name="KSO_WM_UNIT_TEXT_FILL_FORE_SCHEMECOLOR_INDEX" val="2"/>
  <p:tag name="KSO_WM_UNIT_TEXT_FILL_TYPE" val="1"/>
  <p:tag name="KSO_WM_UNIT_USESOURCEFORMAT_APPLY" val="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4"/>
  <p:tag name="KSO_WM_UNIT_TEXT_FILL_FORE_SCHEMECOLOR_INDEX" val="2"/>
  <p:tag name="KSO_WM_UNIT_TEXT_FILL_TYPE" val="1"/>
  <p:tag name="KSO_WM_UNIT_USESOURCEFORMAT_APPLY"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5"/>
  <p:tag name="KSO_WM_UNIT_TEXT_FILL_FORE_SCHEMECOLOR_INDEX" val="2"/>
  <p:tag name="KSO_WM_UNIT_TEXT_FILL_TYPE" val="1"/>
  <p:tag name="KSO_WM_UNIT_USESOURCEFORMAT_APPLY"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6"/>
  <p:tag name="KSO_WM_UNIT_TEXT_FILL_FORE_SCHEMECOLOR_INDEX" val="2"/>
  <p:tag name="KSO_WM_UNIT_TEXT_FILL_TYPE" val="1"/>
  <p:tag name="KSO_WM_UNIT_USESOURCEFORMAT_APPLY"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7"/>
  <p:tag name="KSO_WM_UNIT_TEXT_FILL_FORE_SCHEMECOLOR_INDEX" val="2"/>
  <p:tag name="KSO_WM_UNIT_TEXT_FILL_TYPE" val="1"/>
  <p:tag name="KSO_WM_UNIT_USESOURCEFORMAT_APPLY"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8"/>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8"/>
  <p:tag name="KSO_WM_UNIT_TEXT_FILL_FORE_SCHEMECOLOR_INDEX" val="2"/>
  <p:tag name="KSO_WM_UNIT_TEXT_FILL_TYPE" val="1"/>
  <p:tag name="KSO_WM_UNIT_USESOURCEFORMAT_APPLY"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9"/>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9"/>
  <p:tag name="KSO_WM_UNIT_TEXT_FILL_FORE_SCHEMECOLOR_INDEX" val="2"/>
  <p:tag name="KSO_WM_UNIT_TEXT_FILL_TYPE" val="1"/>
  <p:tag name="KSO_WM_UNIT_USESOURCEFORMAT_APPLY" val="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0"/>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0"/>
  <p:tag name="KSO_WM_UNIT_TEXT_FILL_FORE_SCHEMECOLOR_INDEX" val="2"/>
  <p:tag name="KSO_WM_UNIT_TEXT_FILL_TYPE" val="1"/>
  <p:tag name="KSO_WM_UNIT_USESOURCEFORMAT_APPLY"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1"/>
  <p:tag name="KSO_WM_UNIT_TEXT_FILL_FORE_SCHEMECOLOR_INDEX" val="2"/>
  <p:tag name="KSO_WM_UNIT_TEXT_FILL_TYPE" val="1"/>
  <p:tag name="KSO_WM_UNIT_USESOURCEFORMAT_APPLY"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2"/>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2"/>
  <p:tag name="KSO_WM_UNIT_TEXT_FILL_FORE_SCHEMECOLOR_INDEX" val="2"/>
  <p:tag name="KSO_WM_UNIT_TEXT_FILL_TYPE" val="1"/>
  <p:tag name="KSO_WM_UNIT_USESOURCEFORMAT_APPLY"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3"/>
  <p:tag name="KSO_WM_UNIT_TEXT_FILL_FORE_SCHEMECOLOR_INDEX" val="2"/>
  <p:tag name="KSO_WM_UNIT_TEXT_FILL_TYPE" val="1"/>
  <p:tag name="KSO_WM_UNIT_USESOURCEFORMAT_APPLY"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4"/>
  <p:tag name="KSO_WM_UNIT_TEXT_FILL_FORE_SCHEMECOLOR_INDEX" val="2"/>
  <p:tag name="KSO_WM_UNIT_TEXT_FILL_TYPE" val="1"/>
  <p:tag name="KSO_WM_UNIT_USESOURCEFORMAT_APPLY"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5"/>
  <p:tag name="KSO_WM_UNIT_TEXT_FILL_FORE_SCHEMECOLOR_INDEX" val="2"/>
  <p:tag name="KSO_WM_UNIT_TEXT_FILL_TYPE" val="1"/>
  <p:tag name="KSO_WM_UNIT_USESOURCEFORMAT_APPLY"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6"/>
  <p:tag name="KSO_WM_UNIT_TEXT_FILL_FORE_SCHEMECOLOR_INDEX" val="2"/>
  <p:tag name="KSO_WM_UNIT_TEXT_FILL_TYPE" val="1"/>
  <p:tag name="KSO_WM_UNIT_USESOURCEFORMAT_APPLY" val="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7"/>
  <p:tag name="KSO_WM_UNIT_TEXT_FILL_FORE_SCHEMECOLOR_INDEX" val="2"/>
  <p:tag name="KSO_WM_UNIT_TEXT_FILL_TYPE" val="1"/>
  <p:tag name="KSO_WM_UNIT_USESOURCEFORMAT_APPLY"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8"/>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8"/>
  <p:tag name="KSO_WM_UNIT_TEXT_FILL_FORE_SCHEMECOLOR_INDEX" val="2"/>
  <p:tag name="KSO_WM_UNIT_TEXT_FILL_TYPE" val="1"/>
  <p:tag name="KSO_WM_UNIT_USESOURCEFORMAT_APPL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9"/>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9"/>
  <p:tag name="KSO_WM_UNIT_TEXT_FILL_FORE_SCHEMECOLOR_INDEX" val="2"/>
  <p:tag name="KSO_WM_UNIT_TEXT_FILL_TYPE" val="1"/>
  <p:tag name="KSO_WM_UNIT_USESOURCEFORMAT_APPLY"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0"/>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0"/>
  <p:tag name="KSO_WM_UNIT_TEXT_FILL_FORE_SCHEMECOLOR_INDEX" val="2"/>
  <p:tag name="KSO_WM_UNIT_TEXT_FILL_TYPE" val="1"/>
  <p:tag name="KSO_WM_UNIT_USESOURCEFORMAT_APPLY"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1"/>
  <p:tag name="KSO_WM_UNIT_TEXT_FILL_FORE_SCHEMECOLOR_INDEX" val="2"/>
  <p:tag name="KSO_WM_UNIT_TEXT_FILL_TYPE" val="1"/>
  <p:tag name="KSO_WM_UNIT_USESOURCEFORMAT_APPLY"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2"/>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2"/>
  <p:tag name="KSO_WM_UNIT_TEXT_FILL_FORE_SCHEMECOLOR_INDEX" val="2"/>
  <p:tag name="KSO_WM_UNIT_TEXT_FILL_TYPE" val="1"/>
  <p:tag name="KSO_WM_UNIT_USESOURCEFORMAT_APPLY"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3"/>
  <p:tag name="KSO_WM_UNIT_TEXT_FILL_FORE_SCHEMECOLOR_INDEX" val="2"/>
  <p:tag name="KSO_WM_UNIT_TEXT_FILL_TYPE" val="1"/>
  <p:tag name="KSO_WM_UNIT_USESOURCEFORMAT_APPLY"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4"/>
  <p:tag name="KSO_WM_UNIT_TEXT_FILL_FORE_SCHEMECOLOR_INDEX" val="2"/>
  <p:tag name="KSO_WM_UNIT_TEXT_FILL_TYPE" val="1"/>
  <p:tag name="KSO_WM_UNIT_USESOURCEFORMAT_APPLY"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5"/>
  <p:tag name="KSO_WM_UNIT_TEXT_FILL_FORE_SCHEMECOLOR_INDEX" val="2"/>
  <p:tag name="KSO_WM_UNIT_TEXT_FILL_TYPE" val="1"/>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6"/>
  <p:tag name="KSO_WM_UNIT_TEXT_FILL_FORE_SCHEMECOLOR_INDEX" val="2"/>
  <p:tag name="KSO_WM_UNIT_TEXT_FILL_TYPE" val="1"/>
  <p:tag name="KSO_WM_UNIT_USESOURCEFORMAT_APPLY"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7"/>
  <p:tag name="KSO_WM_UNIT_FILL_FORE_SCHEMECOLOR_INDEX" val="5"/>
  <p:tag name="KSO_WM_UNIT_FILL_TYPE" val="1"/>
  <p:tag name="KSO_WM_UNIT_TEXT_FILL_FORE_SCHEMECOLOR_INDEX" val="2"/>
  <p:tag name="KSO_WM_UNIT_TEXT_FILL_TYPE" val="1"/>
  <p:tag name="KSO_WM_UNIT_USESOURCEFORMAT_APPLY"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_3_1"/>
  <p:tag name="KSO_WM_UNIT_TEXT_FILL_FORE_SCHEMECOLOR_INDEX" val="13"/>
  <p:tag name="KSO_WM_UNIT_TEXT_FILL_TYPE" val="1"/>
  <p:tag name="KSO_WM_UNIT_USESOURCEFORMAT_APPLY" val="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f*1_3_1"/>
  <p:tag name="KSO_WM_TEMPLATE_CATEGORY" val="diagram"/>
  <p:tag name="KSO_WM_TEMPLATE_INDEX" val="20200873"/>
  <p:tag name="KSO_WM_UNIT_LAYERLEVEL" val="1_1_1"/>
  <p:tag name="KSO_WM_TAG_VERSION" val="1.0"/>
  <p:tag name="KSO_WM_BEAUTIFY_FLAG" val=""/>
  <p:tag name="KSO_WM_UNIT_PRESET_TEXT" val="点击此处添加正文，文字是您思想的提炼，为了演示发布的良好效果，请言简意赅的阐述您的观点。"/>
  <p:tag name="KSO_WM_UNIT_NOCLEAR" val="0"/>
  <p:tag name="KSO_WM_UNIT_VALUE" val="44"/>
  <p:tag name="KSO_WM_DIAGRAM_GROUP_CODE" val="m1-1"/>
  <p:tag name="KSO_WM_UNIT_TYPE" val="m_h_f"/>
  <p:tag name="KSO_WM_UNIT_INDEX" val="1_3_1"/>
  <p:tag name="KSO_WM_UNIT_TEXT_FILL_FORE_SCHEMECOLOR_INDEX" val="13"/>
  <p:tag name="KSO_WM_UNIT_TEXT_FILL_TYPE" val="1"/>
  <p:tag name="KSO_WM_UNIT_USESOURCEFORMAT_APPLY"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1_1"/>
  <p:tag name="KSO_WM_TEMPLATE_CATEGORY" val="diagram"/>
  <p:tag name="KSO_WM_TEMPLATE_INDEX" val="20200873"/>
  <p:tag name="KSO_WM_UNIT_LAYERLEVEL" val="1_1_1"/>
  <p:tag name="KSO_WM_TAG_VERSION" val="1.0"/>
  <p:tag name="KSO_WM_BEAUTIFY_FLAG" val=""/>
  <p:tag name="KSO_WM_UNIT_ISCONTENTSTITLE" val="0"/>
  <p:tag name="KSO_WM_UNIT_PRESET_TEXT" val="01 项目内容"/>
  <p:tag name="KSO_WM_UNIT_NOCLEAR" val="0"/>
  <p:tag name="KSO_WM_UNIT_VALUE" val="19"/>
  <p:tag name="KSO_WM_DIAGRAM_GROUP_CODE" val="m1-1"/>
  <p:tag name="KSO_WM_UNIT_TYPE" val="m_h_a"/>
  <p:tag name="KSO_WM_UNIT_INDEX" val="110_1_1"/>
  <p:tag name="KSO_WM_UNIT_TEXT_FILL_FORE_SCHEMECOLOR_INDEX" val="13"/>
  <p:tag name="KSO_WM_UNIT_TEXT_FILL_TYPE" val="1"/>
  <p:tag name="KSO_WM_UNIT_USESOURCEFORMAT_APPLY"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2_1"/>
  <p:tag name="KSO_WM_TEMPLATE_CATEGORY" val="diagram"/>
  <p:tag name="KSO_WM_TEMPLATE_INDEX" val="20200873"/>
  <p:tag name="KSO_WM_UNIT_LAYERLEVEL" val="1_1_1"/>
  <p:tag name="KSO_WM_TAG_VERSION" val="1.0"/>
  <p:tag name="KSO_WM_BEAUTIFY_FLAG" val=""/>
  <p:tag name="KSO_WM_UNIT_ISCONTENTSTITLE" val="0"/>
  <p:tag name="KSO_WM_UNIT_PRESET_TEXT" val="02 项目内容"/>
  <p:tag name="KSO_WM_UNIT_NOCLEAR" val="0"/>
  <p:tag name="KSO_WM_UNIT_VALUE" val="19"/>
  <p:tag name="KSO_WM_DIAGRAM_GROUP_CODE" val="m1-1"/>
  <p:tag name="KSO_WM_UNIT_TYPE" val="m_h_a"/>
  <p:tag name="KSO_WM_UNIT_INDEX" val="110_2_1"/>
  <p:tag name="KSO_WM_UNIT_TEXT_FILL_FORE_SCHEMECOLOR_INDEX" val="13"/>
  <p:tag name="KSO_WM_UNIT_TEXT_FILL_TYPE" val="1"/>
  <p:tag name="KSO_WM_UNIT_USESOURCEFORMAT_APPLY"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f*1_3_1"/>
  <p:tag name="KSO_WM_TEMPLATE_CATEGORY" val="diagram"/>
  <p:tag name="KSO_WM_TEMPLATE_INDEX" val="20200873"/>
  <p:tag name="KSO_WM_UNIT_LAYERLEVEL" val="1_1_1"/>
  <p:tag name="KSO_WM_TAG_VERSION" val="1.0"/>
  <p:tag name="KSO_WM_BEAUTIFY_FLAG" val=""/>
  <p:tag name="KSO_WM_UNIT_PRESET_TEXT" val="点击此处添加正文，文字是您思想的提炼，为了演示发布的良好效果，请言简意赅的阐述您的观点。"/>
  <p:tag name="KSO_WM_UNIT_NOCLEAR" val="0"/>
  <p:tag name="KSO_WM_UNIT_VALUE" val="44"/>
  <p:tag name="KSO_WM_DIAGRAM_GROUP_CODE" val="m1-1"/>
  <p:tag name="KSO_WM_UNIT_TYPE" val="m_h_f"/>
  <p:tag name="KSO_WM_UNIT_INDEX" val="1_3_1"/>
  <p:tag name="KSO_WM_UNIT_TEXT_FILL_FORE_SCHEMECOLOR_INDEX" val="13"/>
  <p:tag name="KSO_WM_UNIT_TEXT_FILL_TYPE" val="1"/>
  <p:tag name="KSO_WM_UNIT_USESOURCEFORMAT_APPLY" val="1"/>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a*1"/>
  <p:tag name="KSO_WM_TEMPLATE_CATEGORY" val="diagram"/>
  <p:tag name="KSO_WM_TEMPLATE_INDEX" val="20200873"/>
  <p:tag name="KSO_WM_UNIT_LAYERLEVEL" val="1"/>
  <p:tag name="KSO_WM_TAG_VERSION" val="1.0"/>
  <p:tag name="KSO_WM_BEAUTIFY_FLAG" val=""/>
  <p:tag name="KSO_WM_UNIT_ISCONTENTSTITLE" val="0"/>
  <p:tag name="KSO_WM_UNIT_PRESET_TEXT" val="点击此处添加标题"/>
  <p:tag name="KSO_WM_UNIT_NOCLEAR" val="0"/>
  <p:tag name="KSO_WM_UNIT_VALUE" val="26"/>
  <p:tag name="KSO_WM_DIAGRAM_GROUP_CODE" val="m1-1"/>
  <p:tag name="KSO_WM_UNIT_TYPE" val="a"/>
  <p:tag name="KSO_WM_UNIT_INDEX" val="1"/>
  <p:tag name="KSO_WM_UNIT_TEXT_FILL_FORE_SCHEMECOLOR_INDEX" val="13"/>
  <p:tag name="KSO_WM_UNIT_TEXT_FILL_TYPE" val="1"/>
  <p:tag name="KSO_WM_UNIT_USESOURCEFORMAT_APPLY"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
  <p:tag name="KSO_WM_UNIT_TEXT_FILL_FORE_SCHEMECOLOR_INDEX" val="2"/>
  <p:tag name="KSO_WM_UNIT_TEXT_FILL_TYPE" val="1"/>
  <p:tag name="KSO_WM_UNIT_USESOURCEFORMAT_APPLY" val="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
  <p:tag name="KSO_WM_TEMPLATE_CATEGORY" val="diagram"/>
  <p:tag name="KSO_WM_TEMPLATE_INDEX" val="20200873"/>
  <p:tag name="KSO_WM_UNIT_LAYERLEVEL" val="1"/>
  <p:tag name="KSO_WM_TAG_VERSION" val="1.0"/>
  <p:tag name="KSO_WM_BEAUTIFY_FLAG" val="#wm#"/>
  <p:tag name="KSO_WM_DIAGRAM_GROUP_CODE" val="m1-1"/>
  <p:tag name="KSO_WM_UNIT_TYPE" val="i"/>
  <p:tag name="KSO_WM_UNIT_INDEX" val="2"/>
  <p:tag name="KSO_WM_UNIT_TEXT_FILL_FORE_SCHEMECOLOR_INDEX" val="2"/>
  <p:tag name="KSO_WM_UNIT_TEXT_FILL_TYPE" val="1"/>
  <p:tag name="KSO_WM_UNIT_USESOURCEFORMAT_APPLY"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
  <p:tag name="KSO_WM_UNIT_TEXT_FILL_FORE_SCHEMECOLOR_INDEX" val="2"/>
  <p:tag name="KSO_WM_UNIT_TEXT_FILL_TYPE" val="1"/>
  <p:tag name="KSO_WM_UNIT_USESOURCEFORMAT_APPLY" val="1"/>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4"/>
  <p:tag name="KSO_WM_UNIT_TEXT_FILL_FORE_SCHEMECOLOR_INDEX" val="2"/>
  <p:tag name="KSO_WM_UNIT_TEXT_FILL_TYPE" val="1"/>
  <p:tag name="KSO_WM_UNIT_USESOURCEFORMAT_APPLY"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5"/>
  <p:tag name="KSO_WM_UNIT_TEXT_FILL_FORE_SCHEMECOLOR_INDEX" val="2"/>
  <p:tag name="KSO_WM_UNIT_TEXT_FILL_TYPE" val="1"/>
  <p:tag name="KSO_WM_UNIT_USESOURCEFORMAT_APPLY"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6"/>
  <p:tag name="KSO_WM_UNIT_TEXT_FILL_FORE_SCHEMECOLOR_INDEX" val="2"/>
  <p:tag name="KSO_WM_UNIT_TEXT_FILL_TYPE" val="1"/>
  <p:tag name="KSO_WM_UNIT_USESOURCEFORMAT_APPLY"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7"/>
  <p:tag name="KSO_WM_UNIT_TEXT_FILL_FORE_SCHEMECOLOR_INDEX" val="2"/>
  <p:tag name="KSO_WM_UNIT_TEXT_FILL_TYPE" val="1"/>
  <p:tag name="KSO_WM_UNIT_USESOURCEFORMAT_APPLY" val="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8"/>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8"/>
  <p:tag name="KSO_WM_UNIT_TEXT_FILL_FORE_SCHEMECOLOR_INDEX" val="2"/>
  <p:tag name="KSO_WM_UNIT_TEXT_FILL_TYPE" val="1"/>
  <p:tag name="KSO_WM_UNIT_USESOURCEFORMAT_APPLY"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9"/>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9"/>
  <p:tag name="KSO_WM_UNIT_TEXT_FILL_FORE_SCHEMECOLOR_INDEX" val="2"/>
  <p:tag name="KSO_WM_UNIT_TEXT_FILL_TYPE" val="1"/>
  <p:tag name="KSO_WM_UNIT_USESOURCEFORMAT_APPLY" val="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0"/>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0"/>
  <p:tag name="KSO_WM_UNIT_TEXT_FILL_FORE_SCHEMECOLOR_INDEX" val="2"/>
  <p:tag name="KSO_WM_UNIT_TEXT_FILL_TYPE" val="1"/>
  <p:tag name="KSO_WM_UNIT_USESOURCEFORMAT_APPLY" val="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1"/>
  <p:tag name="KSO_WM_UNIT_TEXT_FILL_FORE_SCHEMECOLOR_INDEX" val="2"/>
  <p:tag name="KSO_WM_UNIT_TEXT_FILL_TYPE" val="1"/>
  <p:tag name="KSO_WM_UNIT_USESOURCEFORMAT_APPLY"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2"/>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2"/>
  <p:tag name="KSO_WM_UNIT_TEXT_FILL_FORE_SCHEMECOLOR_INDEX" val="2"/>
  <p:tag name="KSO_WM_UNIT_TEXT_FILL_TYPE" val="1"/>
  <p:tag name="KSO_WM_UNIT_USESOURCEFORMAT_APPLY"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3"/>
  <p:tag name="KSO_WM_UNIT_TEXT_FILL_FORE_SCHEMECOLOR_INDEX" val="2"/>
  <p:tag name="KSO_WM_UNIT_TEXT_FILL_TYPE" val="1"/>
  <p:tag name="KSO_WM_UNIT_USESOURCEFORMAT_APPLY"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4"/>
  <p:tag name="KSO_WM_UNIT_TEXT_FILL_FORE_SCHEMECOLOR_INDEX" val="2"/>
  <p:tag name="KSO_WM_UNIT_TEXT_FILL_TYPE" val="1"/>
  <p:tag name="KSO_WM_UNIT_USESOURCEFORMAT_APPLY" val="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5"/>
  <p:tag name="KSO_WM_UNIT_TEXT_FILL_FORE_SCHEMECOLOR_INDEX" val="2"/>
  <p:tag name="KSO_WM_UNIT_TEXT_FILL_TYPE" val="1"/>
  <p:tag name="KSO_WM_UNIT_USESOURCEFORMAT_APPLY" val="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6"/>
  <p:tag name="KSO_WM_UNIT_TEXT_FILL_FORE_SCHEMECOLOR_INDEX" val="2"/>
  <p:tag name="KSO_WM_UNIT_TEXT_FILL_TYPE" val="1"/>
  <p:tag name="KSO_WM_UNIT_USESOURCEFORMAT_APPLY" val="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7"/>
  <p:tag name="KSO_WM_UNIT_TEXT_FILL_FORE_SCHEMECOLOR_INDEX" val="2"/>
  <p:tag name="KSO_WM_UNIT_TEXT_FILL_TYPE" val="1"/>
  <p:tag name="KSO_WM_UNIT_USESOURCEFORMAT_APPLY"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8"/>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8"/>
  <p:tag name="KSO_WM_UNIT_TEXT_FILL_FORE_SCHEMECOLOR_INDEX" val="2"/>
  <p:tag name="KSO_WM_UNIT_TEXT_FILL_TYPE" val="1"/>
  <p:tag name="KSO_WM_UNIT_USESOURCEFORMAT_APPLY" val="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9"/>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9"/>
  <p:tag name="KSO_WM_UNIT_TEXT_FILL_FORE_SCHEMECOLOR_INDEX" val="2"/>
  <p:tag name="KSO_WM_UNIT_TEXT_FILL_TYPE" val="1"/>
  <p:tag name="KSO_WM_UNIT_USESOURCEFORMAT_APPLY"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0"/>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0"/>
  <p:tag name="KSO_WM_UNIT_TEXT_FILL_FORE_SCHEMECOLOR_INDEX" val="2"/>
  <p:tag name="KSO_WM_UNIT_TEXT_FILL_TYPE" val="1"/>
  <p:tag name="KSO_WM_UNIT_USESOURCEFORMAT_APPLY" val="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1"/>
  <p:tag name="KSO_WM_UNIT_TEXT_FILL_FORE_SCHEMECOLOR_INDEX" val="2"/>
  <p:tag name="KSO_WM_UNIT_TEXT_FILL_TYPE" val="1"/>
  <p:tag name="KSO_WM_UNIT_USESOURCEFORMAT_APPLY" val="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2"/>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2"/>
  <p:tag name="KSO_WM_UNIT_TEXT_FILL_FORE_SCHEMECOLOR_INDEX" val="2"/>
  <p:tag name="KSO_WM_UNIT_TEXT_FILL_TYPE" val="1"/>
  <p:tag name="KSO_WM_UNIT_USESOURCEFORMAT_APPLY" val="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3"/>
  <p:tag name="KSO_WM_UNIT_TEXT_FILL_FORE_SCHEMECOLOR_INDEX" val="2"/>
  <p:tag name="KSO_WM_UNIT_TEXT_FILL_TYPE" val="1"/>
  <p:tag name="KSO_WM_UNIT_USESOURCEFORMAT_APPLY" val="1"/>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4"/>
  <p:tag name="KSO_WM_UNIT_TEXT_FILL_FORE_SCHEMECOLOR_INDEX" val="2"/>
  <p:tag name="KSO_WM_UNIT_TEXT_FILL_TYPE" val="1"/>
  <p:tag name="KSO_WM_UNIT_USESOURCEFORMAT_APPLY" val="1"/>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5"/>
  <p:tag name="KSO_WM_UNIT_TEXT_FILL_FORE_SCHEMECOLOR_INDEX" val="2"/>
  <p:tag name="KSO_WM_UNIT_TEXT_FILL_TYPE" val="1"/>
  <p:tag name="KSO_WM_UNIT_USESOURCEFORMAT_APPLY" val="1"/>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6"/>
  <p:tag name="KSO_WM_UNIT_TEXT_FILL_FORE_SCHEMECOLOR_INDEX" val="2"/>
  <p:tag name="KSO_WM_UNIT_TEXT_FILL_TYPE" val="1"/>
  <p:tag name="KSO_WM_UNIT_USESOURCEFORMAT_APPLY" val="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7"/>
  <p:tag name="KSO_WM_UNIT_TEXT_FILL_FORE_SCHEMECOLOR_INDEX" val="2"/>
  <p:tag name="KSO_WM_UNIT_TEXT_FILL_TYPE" val="1"/>
  <p:tag name="KSO_WM_UNIT_USESOURCEFORMAT_APPLY"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8"/>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8"/>
  <p:tag name="KSO_WM_UNIT_TEXT_FILL_FORE_SCHEMECOLOR_INDEX" val="2"/>
  <p:tag name="KSO_WM_UNIT_TEXT_FILL_TYPE" val="1"/>
  <p:tag name="KSO_WM_UNIT_USESOURCEFORMAT_APPLY" val="1"/>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9"/>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9"/>
  <p:tag name="KSO_WM_UNIT_TEXT_FILL_FORE_SCHEMECOLOR_INDEX" val="2"/>
  <p:tag name="KSO_WM_UNIT_TEXT_FILL_TYPE" val="1"/>
  <p:tag name="KSO_WM_UNIT_USESOURCEFORMAT_APPLY" val="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0"/>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0"/>
  <p:tag name="KSO_WM_UNIT_TEXT_FILL_FORE_SCHEMECOLOR_INDEX" val="2"/>
  <p:tag name="KSO_WM_UNIT_TEXT_FILL_TYPE" val="1"/>
  <p:tag name="KSO_WM_UNIT_USESOURCEFORMAT_APPLY" val="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1"/>
  <p:tag name="KSO_WM_UNIT_TEXT_FILL_FORE_SCHEMECOLOR_INDEX" val="2"/>
  <p:tag name="KSO_WM_UNIT_TEXT_FILL_TYPE" val="1"/>
  <p:tag name="KSO_WM_UNIT_USESOURCEFORMAT_APPLY" val="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2"/>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2"/>
  <p:tag name="KSO_WM_UNIT_TEXT_FILL_FORE_SCHEMECOLOR_INDEX" val="2"/>
  <p:tag name="KSO_WM_UNIT_TEXT_FILL_TYPE" val="1"/>
  <p:tag name="KSO_WM_UNIT_USESOURCEFORMAT_APPLY" val="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3"/>
  <p:tag name="KSO_WM_UNIT_TEXT_FILL_FORE_SCHEMECOLOR_INDEX" val="2"/>
  <p:tag name="KSO_WM_UNIT_TEXT_FILL_TYPE" val="1"/>
  <p:tag name="KSO_WM_UNIT_USESOURCEFORMAT_APPLY" val="1"/>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4"/>
  <p:tag name="KSO_WM_UNIT_TEXT_FILL_FORE_SCHEMECOLOR_INDEX" val="2"/>
  <p:tag name="KSO_WM_UNIT_TEXT_FILL_TYPE" val="1"/>
  <p:tag name="KSO_WM_UNIT_USESOURCEFORMAT_APPLY"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5"/>
  <p:tag name="KSO_WM_UNIT_TEXT_FILL_FORE_SCHEMECOLOR_INDEX" val="2"/>
  <p:tag name="KSO_WM_UNIT_TEXT_FILL_TYPE" val="1"/>
  <p:tag name="KSO_WM_UNIT_USESOURCEFORMAT_APPLY" val="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6"/>
  <p:tag name="KSO_WM_UNIT_TEXT_FILL_FORE_SCHEMECOLOR_INDEX" val="2"/>
  <p:tag name="KSO_WM_UNIT_TEXT_FILL_TYPE" val="1"/>
  <p:tag name="KSO_WM_UNIT_USESOURCEFORMAT_APPLY" val="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7"/>
  <p:tag name="KSO_WM_UNIT_FILL_FORE_SCHEMECOLOR_INDEX" val="5"/>
  <p:tag name="KSO_WM_UNIT_FILL_TYPE" val="1"/>
  <p:tag name="KSO_WM_UNIT_TEXT_FILL_FORE_SCHEMECOLOR_INDEX" val="2"/>
  <p:tag name="KSO_WM_UNIT_TEXT_FILL_TYPE" val="1"/>
  <p:tag name="KSO_WM_UNIT_USESOURCEFORMAT_APPLY"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_3_1"/>
  <p:tag name="KSO_WM_UNIT_TEXT_FILL_FORE_SCHEMECOLOR_INDEX" val="13"/>
  <p:tag name="KSO_WM_UNIT_TEXT_FILL_TYPE" val="1"/>
  <p:tag name="KSO_WM_UNIT_USESOURCEFORMAT_APPLY"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f*1_3_1"/>
  <p:tag name="KSO_WM_TEMPLATE_CATEGORY" val="diagram"/>
  <p:tag name="KSO_WM_TEMPLATE_INDEX" val="20200873"/>
  <p:tag name="KSO_WM_UNIT_LAYERLEVEL" val="1_1_1"/>
  <p:tag name="KSO_WM_TAG_VERSION" val="1.0"/>
  <p:tag name="KSO_WM_BEAUTIFY_FLAG" val=""/>
  <p:tag name="KSO_WM_UNIT_PRESET_TEXT" val="点击此处添加正文，文字是您思想的提炼，为了演示发布的良好效果，请言简意赅的阐述您的观点。"/>
  <p:tag name="KSO_WM_UNIT_NOCLEAR" val="0"/>
  <p:tag name="KSO_WM_UNIT_VALUE" val="44"/>
  <p:tag name="KSO_WM_DIAGRAM_GROUP_CODE" val="m1-1"/>
  <p:tag name="KSO_WM_UNIT_TYPE" val="m_h_f"/>
  <p:tag name="KSO_WM_UNIT_INDEX" val="1_3_1"/>
  <p:tag name="KSO_WM_UNIT_TEXT_FILL_FORE_SCHEMECOLOR_INDEX" val="13"/>
  <p:tag name="KSO_WM_UNIT_TEXT_FILL_TYPE" val="1"/>
  <p:tag name="KSO_WM_UNIT_USESOURCEFORMAT_APPLY"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1_1"/>
  <p:tag name="KSO_WM_TEMPLATE_CATEGORY" val="diagram"/>
  <p:tag name="KSO_WM_TEMPLATE_INDEX" val="20200873"/>
  <p:tag name="KSO_WM_UNIT_LAYERLEVEL" val="1_1_1"/>
  <p:tag name="KSO_WM_TAG_VERSION" val="1.0"/>
  <p:tag name="KSO_WM_BEAUTIFY_FLAG" val=""/>
  <p:tag name="KSO_WM_UNIT_ISCONTENTSTITLE" val="0"/>
  <p:tag name="KSO_WM_UNIT_PRESET_TEXT" val="01 项目内容"/>
  <p:tag name="KSO_WM_UNIT_NOCLEAR" val="0"/>
  <p:tag name="KSO_WM_UNIT_VALUE" val="19"/>
  <p:tag name="KSO_WM_DIAGRAM_GROUP_CODE" val="m1-1"/>
  <p:tag name="KSO_WM_UNIT_TYPE" val="m_h_a"/>
  <p:tag name="KSO_WM_UNIT_INDEX" val="110_1_1"/>
  <p:tag name="KSO_WM_UNIT_TEXT_FILL_FORE_SCHEMECOLOR_INDEX" val="13"/>
  <p:tag name="KSO_WM_UNIT_TEXT_FILL_TYPE" val="1"/>
  <p:tag name="KSO_WM_UNIT_USESOURCEFORMAT_APPLY" val="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2_1"/>
  <p:tag name="KSO_WM_TEMPLATE_CATEGORY" val="diagram"/>
  <p:tag name="KSO_WM_TEMPLATE_INDEX" val="20200873"/>
  <p:tag name="KSO_WM_UNIT_LAYERLEVEL" val="1_1_1"/>
  <p:tag name="KSO_WM_TAG_VERSION" val="1.0"/>
  <p:tag name="KSO_WM_BEAUTIFY_FLAG" val=""/>
  <p:tag name="KSO_WM_UNIT_ISCONTENTSTITLE" val="0"/>
  <p:tag name="KSO_WM_UNIT_PRESET_TEXT" val="02 项目内容"/>
  <p:tag name="KSO_WM_UNIT_NOCLEAR" val="0"/>
  <p:tag name="KSO_WM_UNIT_VALUE" val="19"/>
  <p:tag name="KSO_WM_DIAGRAM_GROUP_CODE" val="m1-1"/>
  <p:tag name="KSO_WM_UNIT_TYPE" val="m_h_a"/>
  <p:tag name="KSO_WM_UNIT_INDEX" val="110_2_1"/>
  <p:tag name="KSO_WM_UNIT_TEXT_FILL_FORE_SCHEMECOLOR_INDEX" val="13"/>
  <p:tag name="KSO_WM_UNIT_TEXT_FILL_TYPE" val="1"/>
  <p:tag name="KSO_WM_UNIT_USESOURCEFORMAT_APPLY"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f*1_3_1"/>
  <p:tag name="KSO_WM_TEMPLATE_CATEGORY" val="diagram"/>
  <p:tag name="KSO_WM_TEMPLATE_INDEX" val="20200873"/>
  <p:tag name="KSO_WM_UNIT_LAYERLEVEL" val="1_1_1"/>
  <p:tag name="KSO_WM_TAG_VERSION" val="1.0"/>
  <p:tag name="KSO_WM_BEAUTIFY_FLAG" val=""/>
  <p:tag name="KSO_WM_UNIT_PRESET_TEXT" val="点击此处添加正文，文字是您思想的提炼，为了演示发布的良好效果，请言简意赅的阐述您的观点。"/>
  <p:tag name="KSO_WM_UNIT_NOCLEAR" val="0"/>
  <p:tag name="KSO_WM_UNIT_VALUE" val="44"/>
  <p:tag name="KSO_WM_DIAGRAM_GROUP_CODE" val="m1-1"/>
  <p:tag name="KSO_WM_UNIT_TYPE" val="m_h_f"/>
  <p:tag name="KSO_WM_UNIT_INDEX" val="1_3_1"/>
  <p:tag name="KSO_WM_UNIT_TEXT_FILL_FORE_SCHEMECOLOR_INDEX" val="13"/>
  <p:tag name="KSO_WM_UNIT_TEXT_FILL_TYPE" val="1"/>
  <p:tag name="KSO_WM_UNIT_USESOURCEFORMAT_APPLY" val="1"/>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a*1"/>
  <p:tag name="KSO_WM_TEMPLATE_CATEGORY" val="diagram"/>
  <p:tag name="KSO_WM_TEMPLATE_INDEX" val="20200873"/>
  <p:tag name="KSO_WM_UNIT_LAYERLEVEL" val="1"/>
  <p:tag name="KSO_WM_TAG_VERSION" val="1.0"/>
  <p:tag name="KSO_WM_BEAUTIFY_FLAG" val=""/>
  <p:tag name="KSO_WM_UNIT_ISCONTENTSTITLE" val="0"/>
  <p:tag name="KSO_WM_UNIT_PRESET_TEXT" val="点击此处添加标题"/>
  <p:tag name="KSO_WM_UNIT_NOCLEAR" val="0"/>
  <p:tag name="KSO_WM_UNIT_VALUE" val="26"/>
  <p:tag name="KSO_WM_DIAGRAM_GROUP_CODE" val="m1-1"/>
  <p:tag name="KSO_WM_UNIT_TYPE" val="a"/>
  <p:tag name="KSO_WM_UNIT_INDEX" val="1"/>
  <p:tag name="KSO_WM_UNIT_TEXT_FILL_FORE_SCHEMECOLOR_INDEX" val="13"/>
  <p:tag name="KSO_WM_UNIT_TEXT_FILL_TYPE" val="1"/>
  <p:tag name="KSO_WM_UNIT_USESOURCEFORMAT_APPLY" val="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
  <p:tag name="KSO_WM_UNIT_TEXT_FILL_FORE_SCHEMECOLOR_INDEX" val="2"/>
  <p:tag name="KSO_WM_UNIT_TEXT_FILL_TYPE" val="1"/>
  <p:tag name="KSO_WM_UNIT_USESOURCEFORMAT_APPLY" val="1"/>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
  <p:tag name="KSO_WM_TEMPLATE_CATEGORY" val="diagram"/>
  <p:tag name="KSO_WM_TEMPLATE_INDEX" val="20200873"/>
  <p:tag name="KSO_WM_UNIT_LAYERLEVEL" val="1"/>
  <p:tag name="KSO_WM_TAG_VERSION" val="1.0"/>
  <p:tag name="KSO_WM_BEAUTIFY_FLAG" val="#wm#"/>
  <p:tag name="KSO_WM_DIAGRAM_GROUP_CODE" val="m1-1"/>
  <p:tag name="KSO_WM_UNIT_TYPE" val="i"/>
  <p:tag name="KSO_WM_UNIT_INDEX" val="2"/>
  <p:tag name="KSO_WM_UNIT_TEXT_FILL_FORE_SCHEMECOLOR_INDEX" val="2"/>
  <p:tag name="KSO_WM_UNIT_TEXT_FILL_TYPE" val="1"/>
  <p:tag name="KSO_WM_UNIT_USESOURCEFORMAT_APPLY"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
  <p:tag name="KSO_WM_UNIT_TEXT_FILL_FORE_SCHEMECOLOR_INDEX" val="2"/>
  <p:tag name="KSO_WM_UNIT_TEXT_FILL_TYPE" val="1"/>
  <p:tag name="KSO_WM_UNIT_USESOURCEFORMAT_APPLY" val="1"/>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4"/>
  <p:tag name="KSO_WM_UNIT_TEXT_FILL_FORE_SCHEMECOLOR_INDEX" val="2"/>
  <p:tag name="KSO_WM_UNIT_TEXT_FILL_TYPE" val="1"/>
  <p:tag name="KSO_WM_UNIT_USESOURCEFORMAT_APPLY"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5"/>
  <p:tag name="KSO_WM_UNIT_TEXT_FILL_FORE_SCHEMECOLOR_INDEX" val="2"/>
  <p:tag name="KSO_WM_UNIT_TEXT_FILL_TYPE" val="1"/>
  <p:tag name="KSO_WM_UNIT_USESOURCEFORMAT_APPLY" val="1"/>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6"/>
  <p:tag name="KSO_WM_UNIT_TEXT_FILL_FORE_SCHEMECOLOR_INDEX" val="2"/>
  <p:tag name="KSO_WM_UNIT_TEXT_FILL_TYPE" val="1"/>
  <p:tag name="KSO_WM_UNIT_USESOURCEFORMAT_APPLY" val="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7"/>
  <p:tag name="KSO_WM_UNIT_TEXT_FILL_FORE_SCHEMECOLOR_INDEX" val="2"/>
  <p:tag name="KSO_WM_UNIT_TEXT_FILL_TYPE" val="1"/>
  <p:tag name="KSO_WM_UNIT_USESOURCEFORMAT_APPLY" val="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8"/>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8"/>
  <p:tag name="KSO_WM_UNIT_TEXT_FILL_FORE_SCHEMECOLOR_INDEX" val="2"/>
  <p:tag name="KSO_WM_UNIT_TEXT_FILL_TYPE" val="1"/>
  <p:tag name="KSO_WM_UNIT_USESOURCEFORMAT_APPLY" val="1"/>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9"/>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9"/>
  <p:tag name="KSO_WM_UNIT_TEXT_FILL_FORE_SCHEMECOLOR_INDEX" val="2"/>
  <p:tag name="KSO_WM_UNIT_TEXT_FILL_TYPE" val="1"/>
  <p:tag name="KSO_WM_UNIT_USESOURCEFORMAT_APPLY" val="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0"/>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0"/>
  <p:tag name="KSO_WM_UNIT_TEXT_FILL_FORE_SCHEMECOLOR_INDEX" val="2"/>
  <p:tag name="KSO_WM_UNIT_TEXT_FILL_TYPE" val="1"/>
  <p:tag name="KSO_WM_UNIT_USESOURCEFORMAT_APPLY" val="1"/>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1"/>
  <p:tag name="KSO_WM_UNIT_TEXT_FILL_FORE_SCHEMECOLOR_INDEX" val="2"/>
  <p:tag name="KSO_WM_UNIT_TEXT_FILL_TYPE" val="1"/>
  <p:tag name="KSO_WM_UNIT_USESOURCEFORMAT_APPLY" val="1"/>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2"/>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2"/>
  <p:tag name="KSO_WM_UNIT_TEXT_FILL_FORE_SCHEMECOLOR_INDEX" val="2"/>
  <p:tag name="KSO_WM_UNIT_TEXT_FILL_TYPE" val="1"/>
  <p:tag name="KSO_WM_UNIT_USESOURCEFORMAT_APPLY" val="1"/>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3"/>
  <p:tag name="KSO_WM_UNIT_TEXT_FILL_FORE_SCHEMECOLOR_INDEX" val="2"/>
  <p:tag name="KSO_WM_UNIT_TEXT_FILL_TYPE" val="1"/>
  <p:tag name="KSO_WM_UNIT_USESOURCEFORMAT_APPLY" val="1"/>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4"/>
  <p:tag name="KSO_WM_UNIT_TEXT_FILL_FORE_SCHEMECOLOR_INDEX" val="2"/>
  <p:tag name="KSO_WM_UNIT_TEXT_FILL_TYPE" val="1"/>
  <p:tag name="KSO_WM_UNIT_USESOURCEFORMAT_APPLY"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5"/>
  <p:tag name="KSO_WM_UNIT_TEXT_FILL_FORE_SCHEMECOLOR_INDEX" val="2"/>
  <p:tag name="KSO_WM_UNIT_TEXT_FILL_TYPE" val="1"/>
  <p:tag name="KSO_WM_UNIT_USESOURCEFORMAT_APPLY" val="1"/>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6"/>
  <p:tag name="KSO_WM_UNIT_TEXT_FILL_FORE_SCHEMECOLOR_INDEX" val="2"/>
  <p:tag name="KSO_WM_UNIT_TEXT_FILL_TYPE" val="1"/>
  <p:tag name="KSO_WM_UNIT_USESOURCEFORMAT_APPLY" val="1"/>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7"/>
  <p:tag name="KSO_WM_UNIT_TEXT_FILL_FORE_SCHEMECOLOR_INDEX" val="2"/>
  <p:tag name="KSO_WM_UNIT_TEXT_FILL_TYPE" val="1"/>
  <p:tag name="KSO_WM_UNIT_USESOURCEFORMAT_APPLY" val="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8"/>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8"/>
  <p:tag name="KSO_WM_UNIT_TEXT_FILL_FORE_SCHEMECOLOR_INDEX" val="2"/>
  <p:tag name="KSO_WM_UNIT_TEXT_FILL_TYPE" val="1"/>
  <p:tag name="KSO_WM_UNIT_USESOURCEFORMAT_APPLY" val="1"/>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19"/>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19"/>
  <p:tag name="KSO_WM_UNIT_TEXT_FILL_FORE_SCHEMECOLOR_INDEX" val="2"/>
  <p:tag name="KSO_WM_UNIT_TEXT_FILL_TYPE" val="1"/>
  <p:tag name="KSO_WM_UNIT_USESOURCEFORMAT_APPLY" val="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0"/>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0"/>
  <p:tag name="KSO_WM_UNIT_TEXT_FILL_FORE_SCHEMECOLOR_INDEX" val="2"/>
  <p:tag name="KSO_WM_UNIT_TEXT_FILL_TYPE" val="1"/>
  <p:tag name="KSO_WM_UNIT_USESOURCEFORMAT_APPLY" val="1"/>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1"/>
  <p:tag name="KSO_WM_UNIT_TEXT_FILL_FORE_SCHEMECOLOR_INDEX" val="2"/>
  <p:tag name="KSO_WM_UNIT_TEXT_FILL_TYPE" val="1"/>
  <p:tag name="KSO_WM_UNIT_USESOURCEFORMAT_APPLY" val="1"/>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2"/>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2"/>
  <p:tag name="KSO_WM_UNIT_TEXT_FILL_FORE_SCHEMECOLOR_INDEX" val="2"/>
  <p:tag name="KSO_WM_UNIT_TEXT_FILL_TYPE" val="1"/>
  <p:tag name="KSO_WM_UNIT_USESOURCEFORMAT_APPLY" val="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3"/>
  <p:tag name="KSO_WM_UNIT_TEXT_FILL_FORE_SCHEMECOLOR_INDEX" val="2"/>
  <p:tag name="KSO_WM_UNIT_TEXT_FILL_TYPE" val="1"/>
  <p:tag name="KSO_WM_UNIT_USESOURCEFORMAT_APPLY" val="1"/>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4"/>
  <p:tag name="KSO_WM_UNIT_TEXT_FILL_FORE_SCHEMECOLOR_INDEX" val="2"/>
  <p:tag name="KSO_WM_UNIT_TEXT_FILL_TYPE" val="1"/>
  <p:tag name="KSO_WM_UNIT_USESOURCEFORMAT_APPLY" val="1"/>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5"/>
  <p:tag name="KSO_WM_UNIT_TEXT_FILL_FORE_SCHEMECOLOR_INDEX" val="2"/>
  <p:tag name="KSO_WM_UNIT_TEXT_FILL_TYPE" val="1"/>
  <p:tag name="KSO_WM_UNIT_USESOURCEFORMAT_APPLY" val="1"/>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6"/>
  <p:tag name="KSO_WM_UNIT_TEXT_FILL_FORE_SCHEMECOLOR_INDEX" val="2"/>
  <p:tag name="KSO_WM_UNIT_TEXT_FILL_TYPE" val="1"/>
  <p:tag name="KSO_WM_UNIT_USESOURCEFORMAT_APPLY" val="1"/>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7"/>
  <p:tag name="KSO_WM_UNIT_TEXT_FILL_FORE_SCHEMECOLOR_INDEX" val="2"/>
  <p:tag name="KSO_WM_UNIT_TEXT_FILL_TYPE" val="1"/>
  <p:tag name="KSO_WM_UNIT_USESOURCEFORMAT_APPLY" val="1"/>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8"/>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8"/>
  <p:tag name="KSO_WM_UNIT_TEXT_FILL_FORE_SCHEMECOLOR_INDEX" val="2"/>
  <p:tag name="KSO_WM_UNIT_TEXT_FILL_TYPE" val="1"/>
  <p:tag name="KSO_WM_UNIT_USESOURCEFORMAT_APPLY" val="1"/>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29"/>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29"/>
  <p:tag name="KSO_WM_UNIT_TEXT_FILL_FORE_SCHEMECOLOR_INDEX" val="2"/>
  <p:tag name="KSO_WM_UNIT_TEXT_FILL_TYPE" val="1"/>
  <p:tag name="KSO_WM_UNIT_USESOURCEFORMAT_APPLY" val="1"/>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0"/>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0"/>
  <p:tag name="KSO_WM_UNIT_TEXT_FILL_FORE_SCHEMECOLOR_INDEX" val="2"/>
  <p:tag name="KSO_WM_UNIT_TEXT_FILL_TYPE" val="1"/>
  <p:tag name="KSO_WM_UNIT_USESOURCEFORMAT_APPLY" val="1"/>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1"/>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1"/>
  <p:tag name="KSO_WM_UNIT_TEXT_FILL_FORE_SCHEMECOLOR_INDEX" val="2"/>
  <p:tag name="KSO_WM_UNIT_TEXT_FILL_TYPE" val="1"/>
  <p:tag name="KSO_WM_UNIT_USESOURCEFORMAT_APPLY" val="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2"/>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2"/>
  <p:tag name="KSO_WM_UNIT_TEXT_FILL_FORE_SCHEMECOLOR_INDEX" val="2"/>
  <p:tag name="KSO_WM_UNIT_TEXT_FILL_TYPE" val="1"/>
  <p:tag name="KSO_WM_UNIT_USESOURCEFORMAT_APPLY"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3"/>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3"/>
  <p:tag name="KSO_WM_UNIT_TEXT_FILL_FORE_SCHEMECOLOR_INDEX" val="2"/>
  <p:tag name="KSO_WM_UNIT_TEXT_FILL_TYPE" val="1"/>
  <p:tag name="KSO_WM_UNIT_USESOURCEFORMAT_APPLY" val="1"/>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4"/>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4"/>
  <p:tag name="KSO_WM_UNIT_TEXT_FILL_FORE_SCHEMECOLOR_INDEX" val="2"/>
  <p:tag name="KSO_WM_UNIT_TEXT_FILL_TYPE" val="1"/>
  <p:tag name="KSO_WM_UNIT_USESOURCEFORMAT_APPLY"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5"/>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5"/>
  <p:tag name="KSO_WM_UNIT_TEXT_FILL_FORE_SCHEMECOLOR_INDEX" val="2"/>
  <p:tag name="KSO_WM_UNIT_TEXT_FILL_TYPE" val="1"/>
  <p:tag name="KSO_WM_UNIT_USESOURCEFORMAT_APPLY" val="1"/>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6"/>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6"/>
  <p:tag name="KSO_WM_UNIT_TEXT_FILL_FORE_SCHEMECOLOR_INDEX" val="2"/>
  <p:tag name="KSO_WM_UNIT_TEXT_FILL_TYPE" val="1"/>
  <p:tag name="KSO_WM_UNIT_USESOURCEFORMAT_APPLY" val="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i*37"/>
  <p:tag name="KSO_WM_TEMPLATE_CATEGORY" val="diagram"/>
  <p:tag name="KSO_WM_TEMPLATE_INDEX" val="20200873"/>
  <p:tag name="KSO_WM_UNIT_LAYERLEVEL" val="1"/>
  <p:tag name="KSO_WM_TAG_VERSION" val="1.0"/>
  <p:tag name="KSO_WM_BEAUTIFY_FLAG" val=""/>
  <p:tag name="KSO_WM_DIAGRAM_GROUP_CODE" val="m1-1"/>
  <p:tag name="KSO_WM_UNIT_TYPE" val="i"/>
  <p:tag name="KSO_WM_UNIT_INDEX" val="37"/>
  <p:tag name="KSO_WM_UNIT_FILL_FORE_SCHEMECOLOR_INDEX" val="5"/>
  <p:tag name="KSO_WM_UNIT_FILL_TYPE" val="1"/>
  <p:tag name="KSO_WM_UNIT_TEXT_FILL_FORE_SCHEMECOLOR_INDEX" val="2"/>
  <p:tag name="KSO_WM_UNIT_TEXT_FILL_TYPE" val="1"/>
  <p:tag name="KSO_WM_UNIT_USESOURCEFORMAT_APPLY" val="1"/>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_3_1"/>
  <p:tag name="KSO_WM_UNIT_TEXT_FILL_FORE_SCHEMECOLOR_INDEX" val="13"/>
  <p:tag name="KSO_WM_UNIT_TEXT_FILL_TYPE" val="1"/>
  <p:tag name="KSO_WM_UNIT_USESOURCEFORMAT_APPLY" val="1"/>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f*1_3_1"/>
  <p:tag name="KSO_WM_TEMPLATE_CATEGORY" val="diagram"/>
  <p:tag name="KSO_WM_TEMPLATE_INDEX" val="20200873"/>
  <p:tag name="KSO_WM_UNIT_LAYERLEVEL" val="1_1_1"/>
  <p:tag name="KSO_WM_TAG_VERSION" val="1.0"/>
  <p:tag name="KSO_WM_BEAUTIFY_FLAG" val=""/>
  <p:tag name="KSO_WM_UNIT_PRESET_TEXT" val="点击此处添加正文，文字是您思想的提炼，为了演示发布的良好效果，请言简意赅的阐述您的观点。"/>
  <p:tag name="KSO_WM_UNIT_NOCLEAR" val="0"/>
  <p:tag name="KSO_WM_UNIT_VALUE" val="44"/>
  <p:tag name="KSO_WM_DIAGRAM_GROUP_CODE" val="m1-1"/>
  <p:tag name="KSO_WM_UNIT_TYPE" val="m_h_f"/>
  <p:tag name="KSO_WM_UNIT_INDEX" val="1_3_1"/>
  <p:tag name="KSO_WM_UNIT_TEXT_FILL_FORE_SCHEMECOLOR_INDEX" val="13"/>
  <p:tag name="KSO_WM_UNIT_TEXT_FILL_TYPE" val="1"/>
  <p:tag name="KSO_WM_UNIT_USESOURCEFORMAT_APPLY" val="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1_1"/>
  <p:tag name="KSO_WM_TEMPLATE_CATEGORY" val="diagram"/>
  <p:tag name="KSO_WM_TEMPLATE_INDEX" val="20200873"/>
  <p:tag name="KSO_WM_UNIT_LAYERLEVEL" val="1_1_1"/>
  <p:tag name="KSO_WM_TAG_VERSION" val="1.0"/>
  <p:tag name="KSO_WM_BEAUTIFY_FLAG" val=""/>
  <p:tag name="KSO_WM_UNIT_ISCONTENTSTITLE" val="0"/>
  <p:tag name="KSO_WM_UNIT_PRESET_TEXT" val="01 项目内容"/>
  <p:tag name="KSO_WM_UNIT_NOCLEAR" val="0"/>
  <p:tag name="KSO_WM_UNIT_VALUE" val="19"/>
  <p:tag name="KSO_WM_DIAGRAM_GROUP_CODE" val="m1-1"/>
  <p:tag name="KSO_WM_UNIT_TYPE" val="m_h_a"/>
  <p:tag name="KSO_WM_UNIT_INDEX" val="110_1_1"/>
  <p:tag name="KSO_WM_UNIT_TEXT_FILL_FORE_SCHEMECOLOR_INDEX" val="13"/>
  <p:tag name="KSO_WM_UNIT_TEXT_FILL_TYPE" val="1"/>
  <p:tag name="KSO_WM_UNIT_USESOURCEFORMAT_APPLY" val="1"/>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2_1"/>
  <p:tag name="KSO_WM_TEMPLATE_CATEGORY" val="diagram"/>
  <p:tag name="KSO_WM_TEMPLATE_INDEX" val="20200873"/>
  <p:tag name="KSO_WM_UNIT_LAYERLEVEL" val="1_1_1"/>
  <p:tag name="KSO_WM_TAG_VERSION" val="1.0"/>
  <p:tag name="KSO_WM_BEAUTIFY_FLAG" val=""/>
  <p:tag name="KSO_WM_UNIT_ISCONTENTSTITLE" val="0"/>
  <p:tag name="KSO_WM_UNIT_PRESET_TEXT" val="02 项目内容"/>
  <p:tag name="KSO_WM_UNIT_NOCLEAR" val="0"/>
  <p:tag name="KSO_WM_UNIT_VALUE" val="19"/>
  <p:tag name="KSO_WM_DIAGRAM_GROUP_CODE" val="m1-1"/>
  <p:tag name="KSO_WM_UNIT_TYPE" val="m_h_a"/>
  <p:tag name="KSO_WM_UNIT_INDEX" val="110_2_1"/>
  <p:tag name="KSO_WM_UNIT_TEXT_FILL_FORE_SCHEMECOLOR_INDEX" val="13"/>
  <p:tag name="KSO_WM_UNIT_TEXT_FILL_TYPE" val="1"/>
  <p:tag name="KSO_WM_UNIT_USESOURCEFORMAT_APPLY" val="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a*110_3_1"/>
  <p:tag name="KSO_WM_TEMPLATE_CATEGORY" val="diagram"/>
  <p:tag name="KSO_WM_TEMPLATE_INDEX" val="20200873"/>
  <p:tag name="KSO_WM_UNIT_LAYERLEVEL" val="1_1_1"/>
  <p:tag name="KSO_WM_TAG_VERSION" val="1.0"/>
  <p:tag name="KSO_WM_BEAUTIFY_FLAG" val=""/>
  <p:tag name="KSO_WM_UNIT_ISCONTENTSTITLE" val="0"/>
  <p:tag name="KSO_WM_UNIT_PRESET_TEXT" val="03 项目内容"/>
  <p:tag name="KSO_WM_UNIT_NOCLEAR" val="0"/>
  <p:tag name="KSO_WM_UNIT_VALUE" val="19"/>
  <p:tag name="KSO_WM_DIAGRAM_GROUP_CODE" val="m1-1"/>
  <p:tag name="KSO_WM_UNIT_TYPE" val="m_h_a"/>
  <p:tag name="KSO_WM_UNIT_INDEX" val="110_3_1"/>
  <p:tag name="KSO_WM_UNIT_TEXT_FILL_FORE_SCHEMECOLOR_INDEX" val="13"/>
  <p:tag name="KSO_WM_UNIT_TEXT_FILL_TYPE" val="1"/>
  <p:tag name="KSO_WM_UNIT_USESOURCEFORMAT_APPLY" val="1"/>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873_2*m_h_f*1_3_1"/>
  <p:tag name="KSO_WM_TEMPLATE_CATEGORY" val="diagram"/>
  <p:tag name="KSO_WM_TEMPLATE_INDEX" val="20200873"/>
  <p:tag name="KSO_WM_UNIT_LAYERLEVEL" val="1_1_1"/>
  <p:tag name="KSO_WM_TAG_VERSION" val="1.0"/>
  <p:tag name="KSO_WM_BEAUTIFY_FLAG" val=""/>
  <p:tag name="KSO_WM_UNIT_PRESET_TEXT" val="点击此处添加正文，文字是您思想的提炼，为了演示发布的良好效果，请言简意赅的阐述您的观点。"/>
  <p:tag name="KSO_WM_UNIT_NOCLEAR" val="0"/>
  <p:tag name="KSO_WM_UNIT_VALUE" val="44"/>
  <p:tag name="KSO_WM_DIAGRAM_GROUP_CODE" val="m1-1"/>
  <p:tag name="KSO_WM_UNIT_TYPE" val="m_h_f"/>
  <p:tag name="KSO_WM_UNIT_INDEX" val="1_3_1"/>
  <p:tag name="KSO_WM_UNIT_TEXT_FILL_FORE_SCHEMECOLOR_INDEX" val="13"/>
  <p:tag name="KSO_WM_UNIT_TEXT_FILL_TYPE" val="1"/>
  <p:tag name="KSO_WM_UNIT_USESOURCEFORMAT_APPLY" val="1"/>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wm#"/>
  <p:tag name="KSO_WM_UNIT_TYPE" val="l_h_i"/>
  <p:tag name="KSO_WM_UNIT_INDEX" val="1_1_1"/>
  <p:tag name="KSO_WM_UNIT_ID" val="diagram19882022_4*l_h_i*1_1_1"/>
  <p:tag name="KSO_WM_TEMPLATE_INDEX" val="19882022"/>
  <p:tag name="KSO_WM_TAG_VERSION" val="2.0"/>
  <p:tag name="KSO_WM_DIAGRAM_GROUP_CODE" val="l1-1"/>
  <p:tag name="KSO_WM_UNIT_SUBTYPE" val="d"/>
</p:tagLst>
</file>

<file path=ppt/tags/tag287.xml><?xml version="1.0" encoding="utf-8"?>
<p:tagLst xmlns:p="http://schemas.openxmlformats.org/presentationml/2006/main">
  <p:tag name="KSO_WM_BEAUTIFY_FLAG" val="#wm#"/>
  <p:tag name="KSO_WM_UNIT_TYPE" val="l_h_a"/>
  <p:tag name="KSO_WM_UNIT_INDEX" val="1_1_1"/>
  <p:tag name="KSO_WM_UNIT_ID" val="diagram19882022_4*l_h_a*1_1_1"/>
  <p:tag name="KSO_WM_TEMPLATE_INDEX" val="19882022"/>
  <p:tag name="KSO_WM_TAG_VERSION" val="2.0"/>
  <p:tag name="KSO_WM_DIAGRAM_GROUP_CODE" val="l1-1"/>
</p:tagLst>
</file>

<file path=ppt/tags/tag288.xml><?xml version="1.0" encoding="utf-8"?>
<p:tagLst xmlns:p="http://schemas.openxmlformats.org/presentationml/2006/main">
  <p:tag name="KSO_WM_BEAUTIFY_FLAG" val="#wm#"/>
  <p:tag name="KSO_WM_UNIT_TYPE" val="l_h_f"/>
  <p:tag name="KSO_WM_UNIT_INDEX" val="1_1_1"/>
  <p:tag name="KSO_WM_UNIT_ID" val="diagram19882022_4*l_h_f*1_1_1"/>
  <p:tag name="KSO_WM_TEMPLATE_INDEX" val="19882022"/>
  <p:tag name="KSO_WM_TAG_VERSION" val="2.0"/>
  <p:tag name="KSO_WM_DIAGRAM_GROUP_CODE" val="l1-1"/>
</p:tagLst>
</file>

<file path=ppt/tags/tag289.xml><?xml version="1.0" encoding="utf-8"?>
<p:tagLst xmlns:p="http://schemas.openxmlformats.org/presentationml/2006/main">
  <p:tag name="KSO_WM_BEAUTIFY_FLAG" val="#wm#"/>
  <p:tag name="KSO_WM_UNIT_TYPE" val="l_h_i"/>
  <p:tag name="KSO_WM_UNIT_INDEX" val="1_2_1"/>
  <p:tag name="KSO_WM_UNIT_ID" val="diagram19882022_4*l_h_i*1_2_1"/>
  <p:tag name="KSO_WM_TEMPLATE_INDEX" val="19882022"/>
  <p:tag name="KSO_WM_TAG_VERSION" val="2.0"/>
  <p:tag name="KSO_WM_DIAGRAM_GROUP_CODE" val="l1-1"/>
  <p:tag name="KSO_WM_UNIT_SUBTYPE" val="d"/>
</p:tagLst>
</file>

<file path=ppt/tags/tag290.xml><?xml version="1.0" encoding="utf-8"?>
<p:tagLst xmlns:p="http://schemas.openxmlformats.org/presentationml/2006/main">
  <p:tag name="KSO_WM_BEAUTIFY_FLAG" val="#wm#"/>
  <p:tag name="KSO_WM_UNIT_TYPE" val="l_h_a"/>
  <p:tag name="KSO_WM_UNIT_INDEX" val="1_2_1"/>
  <p:tag name="KSO_WM_UNIT_ID" val="diagram19882022_4*l_h_a*1_2_1"/>
  <p:tag name="KSO_WM_TEMPLATE_INDEX" val="19882022"/>
  <p:tag name="KSO_WM_TAG_VERSION" val="2.0"/>
  <p:tag name="KSO_WM_DIAGRAM_GROUP_CODE" val="l1-1"/>
</p:tagLst>
</file>

<file path=ppt/tags/tag291.xml><?xml version="1.0" encoding="utf-8"?>
<p:tagLst xmlns:p="http://schemas.openxmlformats.org/presentationml/2006/main">
  <p:tag name="KSO_WM_BEAUTIFY_FLAG" val="#wm#"/>
  <p:tag name="KSO_WM_UNIT_TYPE" val="l_h_f"/>
  <p:tag name="KSO_WM_UNIT_INDEX" val="1_2_1"/>
  <p:tag name="KSO_WM_UNIT_ID" val="diagram19882022_4*l_h_f*1_2_1"/>
  <p:tag name="KSO_WM_TEMPLATE_INDEX" val="19882022"/>
  <p:tag name="KSO_WM_TAG_VERSION" val="2.0"/>
  <p:tag name="KSO_WM_DIAGRAM_GROUP_CODE" val="l1-1"/>
</p:tagLst>
</file>

<file path=ppt/tags/tag292.xml><?xml version="1.0" encoding="utf-8"?>
<p:tagLst xmlns:p="http://schemas.openxmlformats.org/presentationml/2006/main">
  <p:tag name="KSO_WM_BEAUTIFY_FLAG" val="#wm#"/>
  <p:tag name="KSO_WM_UNIT_TYPE" val="l_h_i"/>
  <p:tag name="KSO_WM_UNIT_INDEX" val="1_3_1"/>
  <p:tag name="KSO_WM_UNIT_ID" val="diagram19882022_4*l_h_i*1_3_1"/>
  <p:tag name="KSO_WM_TEMPLATE_INDEX" val="19882022"/>
  <p:tag name="KSO_WM_TAG_VERSION" val="2.0"/>
  <p:tag name="KSO_WM_DIAGRAM_GROUP_CODE" val="l1-1"/>
  <p:tag name="KSO_WM_UNIT_SUBTYPE" val="d"/>
</p:tagLst>
</file>

<file path=ppt/tags/tag293.xml><?xml version="1.0" encoding="utf-8"?>
<p:tagLst xmlns:p="http://schemas.openxmlformats.org/presentationml/2006/main">
  <p:tag name="KSO_WM_BEAUTIFY_FLAG" val="#wm#"/>
  <p:tag name="KSO_WM_UNIT_TYPE" val="l_h_f"/>
  <p:tag name="KSO_WM_UNIT_INDEX" val="1_3_2"/>
  <p:tag name="KSO_WM_UNIT_ID" val="diagram19882022_4*l_h_f*1_3_2"/>
  <p:tag name="KSO_WM_TEMPLATE_INDEX" val="19882022"/>
  <p:tag name="KSO_WM_TAG_VERSION" val="2.0"/>
  <p:tag name="KSO_WM_DIAGRAM_GROUP_CODE" val="l1-1"/>
</p:tagLst>
</file>

<file path=ppt/tags/tag294.xml><?xml version="1.0" encoding="utf-8"?>
<p:tagLst xmlns:p="http://schemas.openxmlformats.org/presentationml/2006/main">
  <p:tag name="KSO_WM_BEAUTIFY_FLAG" val="#wm#"/>
  <p:tag name="KSO_WM_UNIT_TYPE" val="l_h_f"/>
  <p:tag name="KSO_WM_UNIT_INDEX" val="1_3_1"/>
  <p:tag name="KSO_WM_UNIT_ID" val="diagram19882022_4*l_h_f*1_3_1"/>
  <p:tag name="KSO_WM_TEMPLATE_INDEX" val="19882022"/>
  <p:tag name="KSO_WM_TAG_VERSION" val="2.0"/>
  <p:tag name="KSO_WM_DIAGRAM_GROUP_CODE" val="l1-1"/>
</p:tagLst>
</file>

<file path=ppt/tags/tag295.xml><?xml version="1.0" encoding="utf-8"?>
<p:tagLst xmlns:p="http://schemas.openxmlformats.org/presentationml/2006/main">
  <p:tag name="KSO_WM_BEAUTIFY_FLAG" val="#wm#"/>
  <p:tag name="KSO_WM_UNIT_TYPE" val="l_h_i"/>
  <p:tag name="KSO_WM_UNIT_INDEX" val="1_4_1"/>
  <p:tag name="KSO_WM_UNIT_ID" val="diagram19882022_4*l_h_i*1_4_1"/>
  <p:tag name="KSO_WM_TEMPLATE_INDEX" val="19882022"/>
  <p:tag name="KSO_WM_TAG_VERSION" val="2.0"/>
  <p:tag name="KSO_WM_DIAGRAM_GROUP_CODE" val="l1-1"/>
  <p:tag name="KSO_WM_UNIT_SUBTYPE" val="d"/>
</p:tagLst>
</file>

<file path=ppt/tags/tag296.xml><?xml version="1.0" encoding="utf-8"?>
<p:tagLst xmlns:p="http://schemas.openxmlformats.org/presentationml/2006/main">
  <p:tag name="KSO_WM_BEAUTIFY_FLAG" val="#wm#"/>
  <p:tag name="KSO_WM_UNIT_TYPE" val="l_h_a"/>
  <p:tag name="KSO_WM_UNIT_INDEX" val="1_4_1"/>
  <p:tag name="KSO_WM_UNIT_ID" val="diagram19882022_4*l_h_a*1_4_1"/>
  <p:tag name="KSO_WM_TEMPLATE_INDEX" val="19882022"/>
  <p:tag name="KSO_WM_TAG_VERSION" val="2.0"/>
  <p:tag name="KSO_WM_DIAGRAM_GROUP_CODE" val="l1-1"/>
</p:tagLst>
</file>

<file path=ppt/tags/tag297.xml><?xml version="1.0" encoding="utf-8"?>
<p:tagLst xmlns:p="http://schemas.openxmlformats.org/presentationml/2006/main">
  <p:tag name="KSO_WM_BEAUTIFY_FLAG" val="#wm#"/>
  <p:tag name="KSO_WM_UNIT_TYPE" val="l_h_f"/>
  <p:tag name="KSO_WM_UNIT_INDEX" val="1_4_1"/>
  <p:tag name="KSO_WM_UNIT_ID" val="diagram19882022_4*l_h_f*1_4_1"/>
  <p:tag name="KSO_WM_TEMPLATE_INDEX" val="19882022"/>
  <p:tag name="KSO_WM_TAG_VERSION" val="2.0"/>
  <p:tag name="KSO_WM_DIAGRAM_GROUP_CODE" val="l1-1"/>
</p:tagLst>
</file>

<file path=ppt/tags/tag298.xml><?xml version="1.0" encoding="utf-8"?>
<p:tagLst xmlns:p="http://schemas.openxmlformats.org/presentationml/2006/main">
  <p:tag name="KSO_WM_BEAUTIFY_FLAG" val="#wm#"/>
  <p:tag name="KSO_WM_UNIT_TYPE" val="l_h_i"/>
  <p:tag name="KSO_WM_UNIT_INDEX" val="1_5_1"/>
  <p:tag name="KSO_WM_UNIT_ID" val="diagram19882022_4*l_h_i*1_5_1"/>
  <p:tag name="KSO_WM_TEMPLATE_INDEX" val="19882022"/>
  <p:tag name="KSO_WM_TAG_VERSION" val="2.0"/>
  <p:tag name="KSO_WM_DIAGRAM_GROUP_CODE" val="l1-1"/>
  <p:tag name="KSO_WM_UNIT_SUBTYPE" val="d"/>
</p:tagLst>
</file>

<file path=ppt/tags/tag299.xml><?xml version="1.0" encoding="utf-8"?>
<p:tagLst xmlns:p="http://schemas.openxmlformats.org/presentationml/2006/main">
  <p:tag name="KSO_WM_BEAUTIFY_FLAG" val="#wm#"/>
  <p:tag name="KSO_WM_UNIT_TYPE" val="l_h_f"/>
  <p:tag name="KSO_WM_UNIT_INDEX" val="1_5_2"/>
  <p:tag name="KSO_WM_UNIT_ID" val="diagram19882022_4*l_h_f*1_5_2"/>
  <p:tag name="KSO_WM_TEMPLATE_INDEX" val="19882022"/>
  <p:tag name="KSO_WM_TAG_VERSION" val="2.0"/>
  <p:tag name="KSO_WM_DIAGRAM_GROUP_CODE" val="l1-1"/>
</p:tagLst>
</file>

<file path=ppt/tags/tag300.xml><?xml version="1.0" encoding="utf-8"?>
<p:tagLst xmlns:p="http://schemas.openxmlformats.org/presentationml/2006/main">
  <p:tag name="KSO_WM_BEAUTIFY_FLAG" val="#wm#"/>
  <p:tag name="KSO_WM_UNIT_TYPE" val="l_h_f"/>
  <p:tag name="KSO_WM_UNIT_INDEX" val="1_5_1"/>
  <p:tag name="KSO_WM_UNIT_ID" val="diagram19882022_4*l_h_f*1_5_1"/>
  <p:tag name="KSO_WM_TEMPLATE_INDEX" val="19882022"/>
  <p:tag name="KSO_WM_TAG_VERSION" val="2.0"/>
  <p:tag name="KSO_WM_DIAGRAM_GROUP_CODE" val="l1-1"/>
</p:tagLst>
</file>

<file path=ppt/tags/tag301.xml><?xml version="1.0" encoding="utf-8"?>
<p:tagLst xmlns:p="http://schemas.openxmlformats.org/presentationml/2006/main">
  <p:tag name="KSO_WM_TEMPLATE_CATEGORY" val="diagram"/>
  <p:tag name="KSO_WM_TEMPLATE_INDEX" val="771"/>
  <p:tag name="KSO_WM_TAG_VERSION" val="1.0"/>
  <p:tag name="KSO_WM_UNIT_TYPE" val="l_h_f"/>
  <p:tag name="KSO_WM_UNIT_INDEX" val="1_1_1"/>
  <p:tag name="KSO_WM_UNIT_ID" val="diagram771_6*l_h_f*1_1_1"/>
  <p:tag name="KSO_WM_UNIT_CLEAR" val="1"/>
  <p:tag name="KSO_WM_UNIT_LAYERLEVEL" val="1_1_1"/>
  <p:tag name="KSO_WM_UNIT_VALUE" val="84"/>
  <p:tag name="KSO_WM_UNIT_HIGHLIGHT" val="0"/>
  <p:tag name="KSO_WM_UNIT_COMPATIBLE" val="0"/>
  <p:tag name="KSO_WM_BEAUTIFY_FLAG" val=""/>
  <p:tag name="KSO_WM_UNIT_PRESET_TEXT_INDEX" val="4"/>
  <p:tag name="KSO_WM_UNIT_PRESET_TEXT_LEN" val="160"/>
  <p:tag name="KSO_WM_DIAGRAM_GROUP_CODE" val="l1-1"/>
  <p:tag name="KSO_WM_UNIT_TEXT_FILL_FORE_SCHEMECOLOR_INDEX" val="13"/>
  <p:tag name="KSO_WM_UNIT_TEXT_FILL_TYPE" val="1"/>
</p:tagLst>
</file>

<file path=ppt/tags/tag302.xml><?xml version="1.0" encoding="utf-8"?>
<p:tagLst xmlns:p="http://schemas.openxmlformats.org/presentationml/2006/main">
  <p:tag name="KSO_WM_BEAUTIFY_FLAG" val=""/>
  <p:tag name="KSO_WM_UNIT_TYPE" val="l_h_i"/>
  <p:tag name="KSO_WM_UNIT_INDEX" val="1_5_1"/>
  <p:tag name="KSO_WM_UNIT_ID" val="diagram19882022_4*l_h_i*1_5_1"/>
  <p:tag name="KSO_WM_TEMPLATE_INDEX" val="19882022"/>
  <p:tag name="KSO_WM_TAG_VERSION" val="2.0"/>
  <p:tag name="KSO_WM_DIAGRAM_GROUP_CODE" val="l1-1"/>
  <p:tag name="KSO_WM_UNIT_SUBTYPE" val="d"/>
</p:tagLst>
</file>

<file path=ppt/tags/tag303.xml><?xml version="1.0" encoding="utf-8"?>
<p:tagLst xmlns:p="http://schemas.openxmlformats.org/presentationml/2006/main">
  <p:tag name="KSO_WM_BEAUTIFY_FLAG" val=""/>
  <p:tag name="KSO_WM_UNIT_TYPE" val="l_h_f"/>
  <p:tag name="KSO_WM_UNIT_INDEX" val="1_5_2"/>
  <p:tag name="KSO_WM_UNIT_ID" val="diagram19882022_4*l_h_f*1_5_2"/>
  <p:tag name="KSO_WM_TEMPLATE_INDEX" val="19882022"/>
  <p:tag name="KSO_WM_TAG_VERSION" val="2.0"/>
  <p:tag name="KSO_WM_DIAGRAM_GROUP_CODE" val="l1-1"/>
</p:tagLst>
</file>

<file path=ppt/tags/tag304.xml><?xml version="1.0" encoding="utf-8"?>
<p:tagLst xmlns:p="http://schemas.openxmlformats.org/presentationml/2006/main">
  <p:tag name="KSO_WM_BEAUTIFY_FLAG" val=""/>
  <p:tag name="KSO_WM_UNIT_TYPE" val="l_h_f"/>
  <p:tag name="KSO_WM_UNIT_INDEX" val="1_5_1"/>
  <p:tag name="KSO_WM_UNIT_ID" val="diagram19882022_4*l_h_f*1_5_1"/>
  <p:tag name="KSO_WM_TEMPLATE_INDEX" val="19882022"/>
  <p:tag name="KSO_WM_TAG_VERSION" val="2.0"/>
  <p:tag name="KSO_WM_DIAGRAM_GROUP_CODE" val="l1-1"/>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wm#"/>
  <p:tag name="KSO_WM_UNIT_TYPE" val="l_h_f"/>
  <p:tag name="KSO_WM_UNIT_INDEX" val="1_5_1"/>
  <p:tag name="KSO_WM_UNIT_ID" val="diagram19882022_4*l_h_f*1_5_1"/>
  <p:tag name="KSO_WM_TEMPLATE_INDEX" val="19882022"/>
  <p:tag name="KSO_WM_TAG_VERSION" val="2.0"/>
  <p:tag name="KSO_WM_DIAGRAM_GROUP_CODE" val="l1-1"/>
</p:tagLst>
</file>

<file path=ppt/tags/tag308.xml><?xml version="1.0" encoding="utf-8"?>
<p:tagLst xmlns:p="http://schemas.openxmlformats.org/presentationml/2006/main">
  <p:tag name="KSO_WM_TEMPLATE_CATEGORY" val="diagram"/>
  <p:tag name="KSO_WM_TEMPLATE_INDEX" val="771"/>
  <p:tag name="KSO_WM_TAG_VERSION" val="1.0"/>
  <p:tag name="KSO_WM_UNIT_TYPE" val="l_h_f"/>
  <p:tag name="KSO_WM_UNIT_INDEX" val="1_1_1"/>
  <p:tag name="KSO_WM_UNIT_ID" val="diagram771_6*l_h_f*1_1_1"/>
  <p:tag name="KSO_WM_UNIT_CLEAR" val="1"/>
  <p:tag name="KSO_WM_UNIT_LAYERLEVEL" val="1_1_1"/>
  <p:tag name="KSO_WM_UNIT_VALUE" val="84"/>
  <p:tag name="KSO_WM_UNIT_HIGHLIGHT" val="0"/>
  <p:tag name="KSO_WM_UNIT_COMPATIBLE" val="0"/>
  <p:tag name="KSO_WM_BEAUTIFY_FLAG" val=""/>
  <p:tag name="KSO_WM_UNIT_PRESET_TEXT_INDEX" val="4"/>
  <p:tag name="KSO_WM_UNIT_PRESET_TEXT_LEN" val="160"/>
  <p:tag name="KSO_WM_DIAGRAM_GROUP_CODE" val="l1-1"/>
  <p:tag name="KSO_WM_UNIT_TEXT_FILL_FORE_SCHEMECOLOR_INDEX" val="13"/>
  <p:tag name="KSO_WM_UNIT_TEXT_FILL_TYPE" val="1"/>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6"/>
  <p:tag name="KSO_WM_UNIT_ID" val="diagram20230138_1*q_h_i*1_2_6"/>
  <p:tag name="KSO_WM_TEMPLATE_CATEGORY" val="diagram"/>
  <p:tag name="KSO_WM_TEMPLATE_INDEX" val="20230138"/>
  <p:tag name="KSO_WM_UNIT_LAYERLEVEL" val="1_1_1"/>
  <p:tag name="KSO_WM_TAG_VERSION" val="1.0"/>
  <p:tag name="KSO_WM_BEAUTIFY_FLAG" val=""/>
  <p:tag name="KSO_WM_UNIT_FILL_FORE_SCHEMECOLOR_INDEX" val="7"/>
  <p:tag name="KSO_WM_UNIT_FILL_TYPE" val="1"/>
  <p:tag name="KSO_WM_UNIT_SHADOW_SCHEMECOLOR_INDEX" val="7"/>
  <p:tag name="KSO_WM_UNIT_TEXT_FILL_FORE_SCHEMECOLOR_INDEX" val="2"/>
  <p:tag name="KSO_WM_UNIT_TEXT_FILL_TYPE" val="1"/>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6"/>
  <p:tag name="KSO_WM_UNIT_ID" val="diagram20230138_1*q_h_i*1_2_6"/>
  <p:tag name="KSO_WM_TEMPLATE_CATEGORY" val="diagram"/>
  <p:tag name="KSO_WM_TEMPLATE_INDEX" val="20230138"/>
  <p:tag name="KSO_WM_UNIT_LAYERLEVEL" val="1_1_1"/>
  <p:tag name="KSO_WM_TAG_VERSION" val="1.0"/>
  <p:tag name="KSO_WM_BEAUTIFY_FLAG" val=""/>
  <p:tag name="KSO_WM_UNIT_FILL_FORE_SCHEMECOLOR_INDEX" val="7"/>
  <p:tag name="KSO_WM_UNIT_FILL_TYPE" val="1"/>
  <p:tag name="KSO_WM_UNIT_SHADOW_SCHEMECOLOR_INDEX" val="7"/>
  <p:tag name="KSO_WM_UNIT_TEXT_FILL_FORE_SCHEMECOLOR_INDEX" val="2"/>
  <p:tag name="KSO_WM_UNIT_TEXT_FILL_TYPE" val="1"/>
</p:tagLst>
</file>

<file path=ppt/tags/tag313.xml><?xml version="1.0" encoding="utf-8"?>
<p:tagLst xmlns:p="http://schemas.openxmlformats.org/presentationml/2006/main">
  <p:tag name="KSO_WPP_MARK_KEY" val="7f12d22a-874f-44e7-bf4e-43830495e393"/>
  <p:tag name="COMMONDATA" val="eyJjb3VudCI6MywiaGRpZCI6ImYwN2NjOTFhNmU3MmNlZjllZTgzOWE1N2Y0MDQ1ZWU3IiwidXNlckNvdW50Ijoz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6208</Words>
  <Application>WPS 演示</Application>
  <PresentationFormat>宽屏</PresentationFormat>
  <Paragraphs>569</Paragraphs>
  <Slides>30</Slides>
  <Notes>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vt:i4>
      </vt:variant>
      <vt:variant>
        <vt:lpstr>幻灯片标题</vt:lpstr>
      </vt:variant>
      <vt:variant>
        <vt:i4>30</vt:i4>
      </vt:variant>
    </vt:vector>
  </HeadingPairs>
  <TitlesOfParts>
    <vt:vector size="48" baseType="lpstr">
      <vt:lpstr>Arial</vt:lpstr>
      <vt:lpstr>SimSun</vt:lpstr>
      <vt:lpstr>Wingdings</vt:lpstr>
      <vt:lpstr>汉仪君黑-45简</vt:lpstr>
      <vt:lpstr>SimHei</vt:lpstr>
      <vt:lpstr>Microsoft YaHei</vt:lpstr>
      <vt:lpstr>思源黑体 CN Regular</vt:lpstr>
      <vt:lpstr>方正小标宋_GBK</vt:lpstr>
      <vt:lpstr>Wingdings</vt:lpstr>
      <vt:lpstr>MiSans</vt:lpstr>
      <vt:lpstr>DengXian</vt:lpstr>
      <vt:lpstr>Arial Unicode MS</vt:lpstr>
      <vt:lpstr>DengXian Light</vt:lpstr>
      <vt:lpstr>Calibri</vt:lpstr>
      <vt:lpstr>Office 主题​​</vt:lpstr>
      <vt:lpstr>Word.Document.12</vt:lpstr>
      <vt:lpstr>Word.Document.12</vt:lpstr>
      <vt:lpstr>Word.Document.12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姚 慧娟</dc:creator>
  <cp:lastModifiedBy>米饭</cp:lastModifiedBy>
  <cp:revision>9</cp:revision>
  <dcterms:created xsi:type="dcterms:W3CDTF">2021-11-01T06:24:00Z</dcterms:created>
  <dcterms:modified xsi:type="dcterms:W3CDTF">2023-12-27T01:53:34Z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F3A36FF3FDBD483886AECDBF88B6EBD9_13</vt:lpwstr>
  </property>
  <property fmtid="{D5CDD505-2E9C-101B-9397-08002B2CF9AE}" pid="3" name="KSOProductBuildVer">
    <vt:lpwstr>2052-12.1.0.15990</vt:lpwstr>
  </property>
  <property fmtid="{D5CDD505-2E9C-101B-9397-08002B2CF9AE}" pid="4" name="KSOTemplateUUID">
    <vt:lpwstr>v1.0_mb_JGQa5boemwSqarcz4F8wMQ==</vt:lpwstr>
  </property>
</Properties>
</file>