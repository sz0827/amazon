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57" r:id="rId5"/>
    <p:sldId id="261" r:id="rId6"/>
    <p:sldId id="258" r:id="rId7"/>
    <p:sldId id="260" r:id="rId8"/>
    <p:sldId id="267" r:id="rId9"/>
    <p:sldId id="262" r:id="rId10"/>
    <p:sldId id="265" r:id="rId11"/>
    <p:sldId id="259" r:id="rId12"/>
    <p:sldId id="264" r:id="rId13"/>
    <p:sldId id="268" r:id="rId14"/>
    <p:sldId id="263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2" r:id="rId35"/>
    <p:sldId id="289" r:id="rId36"/>
    <p:sldId id="288" r:id="rId37"/>
    <p:sldId id="293" r:id="rId38"/>
    <p:sldId id="291" r:id="rId39"/>
    <p:sldId id="294" r:id="rId40"/>
    <p:sldId id="296" r:id="rId41"/>
    <p:sldId id="295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gs" Target="tags/tag20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6.xml"/><Relationship Id="rId3" Type="http://schemas.openxmlformats.org/officeDocument/2006/relationships/image" Target="../media/image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9.xml"/><Relationship Id="rId3" Type="http://schemas.openxmlformats.org/officeDocument/2006/relationships/image" Target="../media/image9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2.xml"/><Relationship Id="rId3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5.xml"/><Relationship Id="rId3" Type="http://schemas.openxmlformats.org/officeDocument/2006/relationships/image" Target="../media/image11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8.xml"/><Relationship Id="rId3" Type="http://schemas.openxmlformats.org/officeDocument/2006/relationships/image" Target="../media/image12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1.xml"/><Relationship Id="rId3" Type="http://schemas.openxmlformats.org/officeDocument/2006/relationships/image" Target="../media/image13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4.xml"/><Relationship Id="rId3" Type="http://schemas.openxmlformats.org/officeDocument/2006/relationships/image" Target="../media/image14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7.xml"/><Relationship Id="rId3" Type="http://schemas.openxmlformats.org/officeDocument/2006/relationships/image" Target="../media/image15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0.xml"/><Relationship Id="rId3" Type="http://schemas.openxmlformats.org/officeDocument/2006/relationships/image" Target="../media/image16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3.xml"/><Relationship Id="rId3" Type="http://schemas.openxmlformats.org/officeDocument/2006/relationships/image" Target="../media/image17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18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9.xml"/><Relationship Id="rId3" Type="http://schemas.openxmlformats.org/officeDocument/2006/relationships/image" Target="../media/image19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2.xml"/><Relationship Id="rId3" Type="http://schemas.openxmlformats.org/officeDocument/2006/relationships/image" Target="../media/image20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5.xml"/><Relationship Id="rId3" Type="http://schemas.openxmlformats.org/officeDocument/2006/relationships/image" Target="../media/image21.png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8.xml"/><Relationship Id="rId3" Type="http://schemas.openxmlformats.org/officeDocument/2006/relationships/image" Target="../media/image22.png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1.xml"/><Relationship Id="rId3" Type="http://schemas.openxmlformats.org/officeDocument/2006/relationships/image" Target="../media/image23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4.xml"/><Relationship Id="rId3" Type="http://schemas.openxmlformats.org/officeDocument/2006/relationships/image" Target="../media/image24.png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7.xml"/><Relationship Id="rId3" Type="http://schemas.openxmlformats.org/officeDocument/2006/relationships/image" Target="../media/image25.pn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0.xml"/><Relationship Id="rId3" Type="http://schemas.openxmlformats.org/officeDocument/2006/relationships/image" Target="../media/image26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3.xml"/><Relationship Id="rId3" Type="http://schemas.openxmlformats.org/officeDocument/2006/relationships/image" Target="../media/image27.png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6.xml"/><Relationship Id="rId3" Type="http://schemas.openxmlformats.org/officeDocument/2006/relationships/image" Target="../media/image28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9.xml"/><Relationship Id="rId3" Type="http://schemas.openxmlformats.org/officeDocument/2006/relationships/image" Target="../media/image29.png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2.xml"/><Relationship Id="rId3" Type="http://schemas.openxmlformats.org/officeDocument/2006/relationships/image" Target="../media/image30.png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5.xml"/><Relationship Id="rId3" Type="http://schemas.openxmlformats.org/officeDocument/2006/relationships/image" Target="../media/image31.png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8.xml"/><Relationship Id="rId3" Type="http://schemas.openxmlformats.org/officeDocument/2006/relationships/image" Target="../media/image32.png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1.xml"/><Relationship Id="rId3" Type="http://schemas.openxmlformats.org/officeDocument/2006/relationships/image" Target="../media/image33.jpeg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4.xml"/><Relationship Id="rId3" Type="http://schemas.openxmlformats.org/officeDocument/2006/relationships/image" Target="../media/image34.png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7.xml"/><Relationship Id="rId3" Type="http://schemas.openxmlformats.org/officeDocument/2006/relationships/image" Target="../media/image35.jpeg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0.xml"/><Relationship Id="rId3" Type="http://schemas.openxmlformats.org/officeDocument/2006/relationships/image" Target="../media/image36.jpe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3.xml"/><Relationship Id="rId3" Type="http://schemas.openxmlformats.org/officeDocument/2006/relationships/image" Target="../media/image37.jpeg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6.xml"/><Relationship Id="rId3" Type="http://schemas.openxmlformats.org/officeDocument/2006/relationships/image" Target="../media/image38.jpeg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9.xml"/><Relationship Id="rId3" Type="http://schemas.openxmlformats.org/officeDocument/2006/relationships/image" Target="../media/image39.png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2.xml"/><Relationship Id="rId3" Type="http://schemas.openxmlformats.org/officeDocument/2006/relationships/image" Target="../media/image40.jpeg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5.xml"/><Relationship Id="rId3" Type="http://schemas.openxmlformats.org/officeDocument/2006/relationships/image" Target="../media/image41.jpeg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8.xml"/><Relationship Id="rId3" Type="http://schemas.openxmlformats.org/officeDocument/2006/relationships/image" Target="../media/image42.jpeg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1.xml"/><Relationship Id="rId3" Type="http://schemas.openxmlformats.org/officeDocument/2006/relationships/image" Target="../media/image43.jpeg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4.xml"/><Relationship Id="rId3" Type="http://schemas.openxmlformats.org/officeDocument/2006/relationships/image" Target="../media/image44.jpeg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7.xml"/><Relationship Id="rId3" Type="http://schemas.openxmlformats.org/officeDocument/2006/relationships/image" Target="../media/image45.jpe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0.xml"/><Relationship Id="rId3" Type="http://schemas.openxmlformats.org/officeDocument/2006/relationships/image" Target="../media/image46.jpeg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" y="57150"/>
            <a:ext cx="12182475" cy="6743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4"/>
          <p:cNvPicPr>
            <a:picLocks noChangeAspect="1"/>
          </p:cNvPicPr>
          <p:nvPr/>
        </p:nvPicPr>
        <p:blipFill>
          <a:blip r:embed="rId3"/>
          <a:srcRect l="10260" r="9792"/>
          <a:stretch>
            <a:fillRect/>
          </a:stretch>
        </p:blipFill>
        <p:spPr>
          <a:xfrm>
            <a:off x="0" y="-18415"/>
            <a:ext cx="12216130" cy="6876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" y="57150"/>
            <a:ext cx="12182475" cy="6743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5"/>
          <p:cNvPicPr>
            <a:picLocks noChangeAspect="1"/>
          </p:cNvPicPr>
          <p:nvPr/>
        </p:nvPicPr>
        <p:blipFill>
          <a:blip r:embed="rId3"/>
          <a:srcRect l="9833" r="9792"/>
          <a:stretch>
            <a:fillRect/>
          </a:stretch>
        </p:blipFill>
        <p:spPr>
          <a:xfrm>
            <a:off x="635" y="14605"/>
            <a:ext cx="12221845" cy="68433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9"/>
          <p:cNvPicPr>
            <a:picLocks noChangeAspect="1"/>
          </p:cNvPicPr>
          <p:nvPr/>
        </p:nvPicPr>
        <p:blipFill>
          <a:blip r:embed="rId3"/>
          <a:srcRect l="9833" r="9792"/>
          <a:stretch>
            <a:fillRect/>
          </a:stretch>
        </p:blipFill>
        <p:spPr>
          <a:xfrm>
            <a:off x="0" y="14605"/>
            <a:ext cx="12191365" cy="68256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1625" y="-876300"/>
            <a:ext cx="15335250" cy="8610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6610"/>
            <a:ext cx="12192000" cy="5486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49015" y="2616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利大于弊，加成</a:t>
            </a:r>
            <a:r>
              <a:rPr lang="zh-CN" altLang="en-US"/>
              <a:t>作用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71240" y="3465830"/>
            <a:ext cx="431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精品、细分市场路线，场景细分等精</a:t>
            </a:r>
            <a:r>
              <a:rPr lang="zh-CN" altLang="en-US"/>
              <a:t>铺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71240" y="4315460"/>
            <a:ext cx="431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流量基数决定加成</a:t>
            </a:r>
            <a:r>
              <a:rPr lang="zh-CN" altLang="en-US"/>
              <a:t>作用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5"/>
          <p:cNvPicPr>
            <a:picLocks noChangeAspect="1"/>
          </p:cNvPicPr>
          <p:nvPr/>
        </p:nvPicPr>
        <p:blipFill>
          <a:blip r:embed="rId3"/>
          <a:srcRect l="9833" r="9792"/>
          <a:stretch>
            <a:fillRect/>
          </a:stretch>
        </p:blipFill>
        <p:spPr>
          <a:xfrm>
            <a:off x="0" y="14605"/>
            <a:ext cx="12191365" cy="6825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60545" y="33508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accent2"/>
                </a:solidFill>
              </a:rPr>
              <a:t>TP</a:t>
            </a:r>
            <a:r>
              <a:rPr lang="zh-CN" altLang="en-US" sz="1400">
                <a:solidFill>
                  <a:schemeClr val="accent2"/>
                </a:solidFill>
              </a:rPr>
              <a:t>：</a:t>
            </a:r>
            <a:r>
              <a:rPr lang="en-US" altLang="zh-CN" sz="1400">
                <a:solidFill>
                  <a:schemeClr val="accent2"/>
                </a:solidFill>
              </a:rPr>
              <a:t>Top performance</a:t>
            </a:r>
            <a:endParaRPr lang="en-US" altLang="zh-CN" sz="1400">
              <a:solidFill>
                <a:schemeClr val="accent2"/>
              </a:solidFill>
            </a:endParaRPr>
          </a:p>
          <a:p>
            <a:r>
              <a:rPr lang="en-US" altLang="zh-CN" sz="1400">
                <a:solidFill>
                  <a:schemeClr val="accent2"/>
                </a:solidFill>
              </a:rPr>
              <a:t>LR</a:t>
            </a:r>
            <a:r>
              <a:rPr lang="zh-CN" altLang="en-US" sz="1400">
                <a:solidFill>
                  <a:schemeClr val="accent2"/>
                </a:solidFill>
              </a:rPr>
              <a:t>：</a:t>
            </a:r>
            <a:r>
              <a:rPr lang="en-US" altLang="zh-CN" sz="1400">
                <a:solidFill>
                  <a:schemeClr val="accent2"/>
                </a:solidFill>
              </a:rPr>
              <a:t>Low rate</a:t>
            </a:r>
            <a:endParaRPr lang="en-US" altLang="zh-CN" sz="1400">
              <a:solidFill>
                <a:schemeClr val="accent2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6"/>
          <p:cNvPicPr>
            <a:picLocks noChangeAspect="1"/>
          </p:cNvPicPr>
          <p:nvPr/>
        </p:nvPicPr>
        <p:blipFill>
          <a:blip r:embed="rId3"/>
          <a:srcRect l="9833" r="9792"/>
          <a:stretch>
            <a:fillRect/>
          </a:stretch>
        </p:blipFill>
        <p:spPr>
          <a:xfrm>
            <a:off x="0" y="14605"/>
            <a:ext cx="12192635" cy="68262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7"/>
          <p:cNvPicPr>
            <a:picLocks noChangeAspect="1"/>
          </p:cNvPicPr>
          <p:nvPr/>
        </p:nvPicPr>
        <p:blipFill>
          <a:blip r:embed="rId3"/>
          <a:srcRect l="9833" r="9792"/>
          <a:stretch>
            <a:fillRect/>
          </a:stretch>
        </p:blipFill>
        <p:spPr>
          <a:xfrm>
            <a:off x="0" y="14605"/>
            <a:ext cx="12191365" cy="6825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2965" y="390017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是一个知识图谱</a:t>
            </a:r>
            <a:endParaRPr lang="zh-CN" altLang="en-US" sz="1600">
              <a:solidFill>
                <a:schemeClr val="accent2"/>
              </a:solidFill>
            </a:endParaRPr>
          </a:p>
          <a:p>
            <a:r>
              <a:rPr lang="zh-CN" altLang="en-US" sz="1600">
                <a:solidFill>
                  <a:schemeClr val="accent2"/>
                </a:solidFill>
              </a:rPr>
              <a:t>不是推荐算法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81620" y="290449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8259445" y="280733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不是千人千面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59445" y="33102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更加智能、精准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34200" y="381317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对</a:t>
            </a:r>
            <a:r>
              <a:rPr lang="en-US" altLang="zh-CN" sz="1600">
                <a:solidFill>
                  <a:schemeClr val="accent2"/>
                </a:solidFill>
              </a:rPr>
              <a:t>A9</a:t>
            </a:r>
            <a:r>
              <a:rPr lang="zh-CN" altLang="en-US" sz="1600">
                <a:solidFill>
                  <a:schemeClr val="accent2"/>
                </a:solidFill>
              </a:rPr>
              <a:t>是加成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3925" y="563753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需要精准点击、精准加购、精准购买</a:t>
            </a:r>
            <a:endParaRPr lang="zh-CN" altLang="en-US" sz="1600">
              <a:solidFill>
                <a:schemeClr val="accent2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1.xml><?xml version="1.0" encoding="utf-8"?>
<p:tagLst xmlns:p="http://schemas.openxmlformats.org/presentationml/2006/main">
  <p:tag name="commondata" val="eyJoZGlkIjoiM2UxMzY5Zjk1NzM2YjZjMWRhOTJlM2MwYTBjMTI5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WPS 演示</Application>
  <PresentationFormat>宽屏</PresentationFormat>
  <Paragraphs>20</Paragraphs>
  <Slides>46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红、夜</cp:lastModifiedBy>
  <cp:revision>158</cp:revision>
  <dcterms:created xsi:type="dcterms:W3CDTF">2019-06-19T02:08:00Z</dcterms:created>
  <dcterms:modified xsi:type="dcterms:W3CDTF">2024-05-09T05:54:12Z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E9BFD3B633AA4EB3A6E6226F45102609_11</vt:lpwstr>
  </property>
</Properties>
</file>